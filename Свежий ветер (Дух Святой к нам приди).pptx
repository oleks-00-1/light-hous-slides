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301" r:id="rId4"/>
    <p:sldId id="302" r:id="rId5"/>
    <p:sldId id="303" r:id="rId6"/>
    <p:sldId id="305" r:id="rId7"/>
    <p:sldId id="306" r:id="rId8"/>
    <p:sldId id="307" r:id="rId9"/>
    <p:sldId id="30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32" d="100"/>
          <a:sy n="32" d="100"/>
        </p:scale>
        <p:origin x="5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0EB65D8F-E215-4EFB-A3C6-AD670C5A2271}"/>
    <pc:docChg chg="modSld">
      <pc:chgData name="Олександр Зик" userId="c7a628fe0823e5d5" providerId="LiveId" clId="{0EB65D8F-E215-4EFB-A3C6-AD670C5A2271}" dt="2024-07-27T19:28:32.386" v="0" actId="20577"/>
      <pc:docMkLst>
        <pc:docMk/>
      </pc:docMkLst>
      <pc:sldChg chg="modSp mod">
        <pc:chgData name="Олександр Зик" userId="c7a628fe0823e5d5" providerId="LiveId" clId="{0EB65D8F-E215-4EFB-A3C6-AD670C5A2271}" dt="2024-07-27T19:28:32.386" v="0" actId="20577"/>
        <pc:sldMkLst>
          <pc:docMk/>
          <pc:sldMk cId="2105495533" sldId="300"/>
        </pc:sldMkLst>
        <pc:spChg chg="mod">
          <ac:chgData name="Олександр Зик" userId="c7a628fe0823e5d5" providerId="LiveId" clId="{0EB65D8F-E215-4EFB-A3C6-AD670C5A2271}" dt="2024-07-27T19:28:32.386" v="0" actId="20577"/>
          <ac:spMkLst>
            <pc:docMk/>
            <pc:sldMk cId="2105495533" sldId="300"/>
            <ac:spMk id="5" creationId="{A2D25EDA-65FF-02F8-B6E2-29CE580C5690}"/>
          </ac:spMkLst>
        </pc:spChg>
      </pc:sldChg>
    </pc:docChg>
  </pc:docChgLst>
  <pc:docChgLst>
    <pc:chgData name="Олександр Зик" userId="c7a628fe0823e5d5" providerId="LiveId" clId="{63E6D1CE-F5DD-4401-826E-AC3129E37168}"/>
    <pc:docChg chg="modSld">
      <pc:chgData name="Олександр Зик" userId="c7a628fe0823e5d5" providerId="LiveId" clId="{63E6D1CE-F5DD-4401-826E-AC3129E37168}" dt="2024-05-19T18:05:34.604" v="1" actId="20577"/>
      <pc:docMkLst>
        <pc:docMk/>
      </pc:docMkLst>
      <pc:sldChg chg="modSp mod">
        <pc:chgData name="Олександр Зик" userId="c7a628fe0823e5d5" providerId="LiveId" clId="{63E6D1CE-F5DD-4401-826E-AC3129E37168}" dt="2024-05-19T18:05:22.217" v="0" actId="20577"/>
        <pc:sldMkLst>
          <pc:docMk/>
          <pc:sldMk cId="3301235113" sldId="299"/>
        </pc:sldMkLst>
        <pc:spChg chg="mod">
          <ac:chgData name="Олександр Зик" userId="c7a628fe0823e5d5" providerId="LiveId" clId="{63E6D1CE-F5DD-4401-826E-AC3129E37168}" dt="2024-05-19T18:05:22.217" v="0" actId="20577"/>
          <ac:spMkLst>
            <pc:docMk/>
            <pc:sldMk cId="3301235113" sldId="299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63E6D1CE-F5DD-4401-826E-AC3129E37168}" dt="2024-05-19T18:05:34.604" v="1" actId="20577"/>
        <pc:sldMkLst>
          <pc:docMk/>
          <pc:sldMk cId="2105495533" sldId="300"/>
        </pc:sldMkLst>
        <pc:spChg chg="mod">
          <ac:chgData name="Олександр Зик" userId="c7a628fe0823e5d5" providerId="LiveId" clId="{63E6D1CE-F5DD-4401-826E-AC3129E37168}" dt="2024-05-19T18:05:34.604" v="1" actId="20577"/>
          <ac:spMkLst>
            <pc:docMk/>
            <pc:sldMk cId="2105495533" sldId="300"/>
            <ac:spMk id="5" creationId="{A2D25EDA-65FF-02F8-B6E2-29CE580C56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7E04B-2001-4B78-B6EC-F54F1A8CD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0B653E0-90B9-492E-8B06-518B9993A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B7DFA27-C89E-4576-A880-CAC9DDC46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D2F6B9-167F-475E-BF2F-C89C0426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7D3C0E6-BB7A-4F09-AB3D-7624AB27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16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22649-060B-4604-9A93-4FE2BCA5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05DCCA3-4D5A-4F62-B623-A3AA7FCC9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396035-4EC8-4E52-8F7F-F8E6E7F9B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E6A052F-C68C-4838-9A47-7696E351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0577E51-D47A-4DBD-B35D-7E6F01A4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163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F2935-8172-4C5B-BE8B-F000C5705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6BFFF60-6E76-4B4B-B8FD-D1B949B5D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0F59E09-096B-4782-8879-94514A70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E93E948-FAAC-4F94-A2FC-B6268325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C0A09EF-D882-4861-B54A-7227FF4B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46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AD290-3F8B-4682-A25F-511B7738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467FA95-7BB3-47F1-A374-5B0A1A33C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A0567B8-C51E-4EB2-BC20-CA158F360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3A3076A-5A13-471D-B2CA-494E27AA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43AA6BC-0C2C-428E-AFDD-C5DDE7CA7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FA4A68D-D900-49F9-9587-7441178A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192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E63D4-F251-475E-877A-BEB4F2237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8B95B2C-C343-4B5D-984C-BB12C48AD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1120641-122A-403A-9D4F-343722B76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D2BC8D4-30CF-4C01-BCCE-DFC35EC4B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EEE52516-8FEB-45E6-9021-4712575C2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0C32EA9-428D-487A-858F-0E4F0DA7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AB93AB1-E522-4700-8A44-5B869694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4F164ABA-733D-44EF-8CEC-330B2F68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80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36867-990F-496B-965E-1243C2D0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1EEECB8-8770-47AC-8E8D-87750826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F52DC9D-3546-4171-9E47-53054D57A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35BFB9B-84A6-4290-84CA-24F53233C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44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A2D60DE-8BDF-4954-A602-001D0098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1E15DBC-0EC4-490A-8E6E-3A50C0D9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944ABEA-52FE-44D1-A672-01231BCD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471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16DE20-1CBF-4214-B9CA-FF16C138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DD327AF-BE2F-4E8A-88CA-7D42AD08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92796DB-18B0-48B8-B12F-C49859E8E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9EFE0EA-15A2-4D5B-8438-4084A68D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DC8F34C-2B8F-4748-B12A-93F5985CE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D639B8A-080D-4ED8-B8FD-09F0318E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72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A1DEB-DF5C-4FF2-B0B5-3DF7E525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6B93C2D-FFA9-4174-9781-595A2D4CE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A611994-631E-4C3B-BFA0-B384944B0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BFFCB5D-CAE1-4B29-A3CA-1400614C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A60140C-22ED-4C1F-83FB-48AD6314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3C92EAB-CDCD-4AAD-8982-B52AD7CB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09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200CA-52AA-4113-ABEF-4B3C360BF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0E9754B-9530-4C1D-96FA-F3251E633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38BE631-B081-418D-9542-38D98DF9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C4D54BD-ABC5-45DB-9EDF-1CE9A1F4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3963A5D-240D-4F2B-95A8-AB940FC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236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218CD8A-F10D-4286-B6A0-8B5823287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62A1F3C-5AEF-4DF9-B62D-C2B840B5B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FFA9C76-F44B-450A-9570-DFDBD72F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D9961F3-CEDE-42B5-A4A9-83E6290EB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64E1C9A-6CDF-4371-A46E-6A74D88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46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AA0332A8-0BF0-4807-A12E-C5371875C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118F5F7-0CFB-4835-A392-5648BDF66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7E3D67A-E1A2-42BD-BF75-8848990F4B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AF97D-16DF-4245-B85F-641900B4B532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0B99A36-8F42-4680-A05E-C59F8102A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A11183D-1C38-4E91-AECA-B71C466D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8FCAD-65FE-4B15-90FE-031F76C611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32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274838"/>
            <a:ext cx="10239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Дух Святой, к нам приди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сильном ветре, пламени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Просим мы, через нас дыши</a:t>
            </a:r>
          </a:p>
        </p:txBody>
      </p:sp>
    </p:spTree>
    <p:extLst>
      <p:ext uri="{BB962C8B-B14F-4D97-AF65-F5344CB8AC3E}">
        <p14:creationId xmlns:p14="http://schemas.microsoft.com/office/powerpoint/2010/main" val="3301235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274838"/>
            <a:ext cx="10239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Раскаявшись, признав грехи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 пепла оживаем мы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Ветром, Бог, пламя в нас зажги</a:t>
            </a:r>
          </a:p>
        </p:txBody>
      </p:sp>
    </p:spTree>
    <p:extLst>
      <p:ext uri="{BB962C8B-B14F-4D97-AF65-F5344CB8AC3E}">
        <p14:creationId xmlns:p14="http://schemas.microsoft.com/office/powerpoint/2010/main" val="210549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274838"/>
            <a:ext cx="10239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Сойди свежим ветром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Дыханием неба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Дух Свой изливай</a:t>
            </a:r>
          </a:p>
        </p:txBody>
      </p:sp>
    </p:spTree>
    <p:extLst>
      <p:ext uri="{BB962C8B-B14F-4D97-AF65-F5344CB8AC3E}">
        <p14:creationId xmlns:p14="http://schemas.microsoft.com/office/powerpoint/2010/main" val="153136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274838"/>
            <a:ext cx="10239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Трепещет дух перед Тобой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Проведи нас сквозь огонь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Очистив сердце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укрепи его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1700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303666" y="2274838"/>
            <a:ext cx="115846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церковь Божья, свет во тьме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Яркий город на холме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Царство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ожье пусть придет скорей</a:t>
            </a:r>
          </a:p>
        </p:txBody>
      </p:sp>
    </p:spTree>
    <p:extLst>
      <p:ext uri="{BB962C8B-B14F-4D97-AF65-F5344CB8AC3E}">
        <p14:creationId xmlns:p14="http://schemas.microsoft.com/office/powerpoint/2010/main" val="420527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274838"/>
            <a:ext cx="10239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Сойди свежим ветром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Дыханием неба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Дух Свой изливай</a:t>
            </a:r>
          </a:p>
        </p:txBody>
      </p:sp>
    </p:spTree>
    <p:extLst>
      <p:ext uri="{BB962C8B-B14F-4D97-AF65-F5344CB8AC3E}">
        <p14:creationId xmlns:p14="http://schemas.microsoft.com/office/powerpoint/2010/main" val="24214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274838"/>
            <a:ext cx="10239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Святым помазанием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силе и славе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Дух Свой изливай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260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1905506"/>
            <a:ext cx="102392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Каждый, кто спасен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Радуйся и пой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Ощути Его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Ветер, ветер, ветер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19365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1905506"/>
            <a:ext cx="102392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Дух Святой, сойди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Посреди хвалы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Дай нам ощутить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ветер, ветер, ветер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207714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115</Words>
  <Application>Microsoft Office PowerPoint</Application>
  <PresentationFormat>Широкоэкранный</PresentationFormat>
  <Paragraphs>29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2024-04-20T19:21:28Z</dcterms:created>
  <dcterms:modified xsi:type="dcterms:W3CDTF">2024-12-24T12:54:41Z</dcterms:modified>
</cp:coreProperties>
</file>