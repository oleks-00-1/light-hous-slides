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46" r:id="rId2"/>
    <p:sldId id="347" r:id="rId3"/>
    <p:sldId id="314" r:id="rId4"/>
    <p:sldId id="344" r:id="rId5"/>
    <p:sldId id="315" r:id="rId6"/>
    <p:sldId id="345" r:id="rId7"/>
    <p:sldId id="316" r:id="rId8"/>
    <p:sldId id="31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FF7B9FB1-C570-4AD9-9F4C-60CFDFA06887}"/>
    <pc:docChg chg="custSel modSld">
      <pc:chgData name="Олександр Зик" userId="c7a628fe0823e5d5" providerId="LiveId" clId="{FF7B9FB1-C570-4AD9-9F4C-60CFDFA06887}" dt="2024-04-21T11:34:58.571" v="35" actId="1076"/>
      <pc:docMkLst>
        <pc:docMk/>
      </pc:docMkLst>
      <pc:sldChg chg="modSp mod">
        <pc:chgData name="Олександр Зик" userId="c7a628fe0823e5d5" providerId="LiveId" clId="{FF7B9FB1-C570-4AD9-9F4C-60CFDFA06887}" dt="2024-04-20T19:17:27.910" v="8" actId="20577"/>
        <pc:sldMkLst>
          <pc:docMk/>
          <pc:sldMk cId="1129262132" sldId="314"/>
        </pc:sldMkLst>
        <pc:spChg chg="mod">
          <ac:chgData name="Олександр Зик" userId="c7a628fe0823e5d5" providerId="LiveId" clId="{FF7B9FB1-C570-4AD9-9F4C-60CFDFA06887}" dt="2024-04-20T19:17:27.910" v="8" actId="20577"/>
          <ac:spMkLst>
            <pc:docMk/>
            <pc:sldMk cId="1129262132" sldId="314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FF7B9FB1-C570-4AD9-9F4C-60CFDFA06887}" dt="2024-04-21T11:34:58.571" v="35" actId="1076"/>
        <pc:sldMkLst>
          <pc:docMk/>
          <pc:sldMk cId="1746394441" sldId="317"/>
        </pc:sldMkLst>
        <pc:spChg chg="mod">
          <ac:chgData name="Олександр Зик" userId="c7a628fe0823e5d5" providerId="LiveId" clId="{FF7B9FB1-C570-4AD9-9F4C-60CFDFA06887}" dt="2024-04-21T11:34:58.571" v="35" actId="1076"/>
          <ac:spMkLst>
            <pc:docMk/>
            <pc:sldMk cId="1746394441" sldId="317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FF7B9FB1-C570-4AD9-9F4C-60CFDFA06887}" dt="2024-04-20T19:17:48.366" v="18" actId="20577"/>
        <pc:sldMkLst>
          <pc:docMk/>
          <pc:sldMk cId="2437237411" sldId="344"/>
        </pc:sldMkLst>
        <pc:spChg chg="mod">
          <ac:chgData name="Олександр Зик" userId="c7a628fe0823e5d5" providerId="LiveId" clId="{FF7B9FB1-C570-4AD9-9F4C-60CFDFA06887}" dt="2024-04-20T19:17:48.366" v="18" actId="20577"/>
          <ac:spMkLst>
            <pc:docMk/>
            <pc:sldMk cId="2437237411" sldId="344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FF7B9FB1-C570-4AD9-9F4C-60CFDFA06887}" dt="2024-04-20T19:18:12.613" v="23" actId="20577"/>
        <pc:sldMkLst>
          <pc:docMk/>
          <pc:sldMk cId="777113426" sldId="345"/>
        </pc:sldMkLst>
        <pc:spChg chg="mod">
          <ac:chgData name="Олександр Зик" userId="c7a628fe0823e5d5" providerId="LiveId" clId="{FF7B9FB1-C570-4AD9-9F4C-60CFDFA06887}" dt="2024-04-20T19:18:12.613" v="23" actId="20577"/>
          <ac:spMkLst>
            <pc:docMk/>
            <pc:sldMk cId="777113426" sldId="345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FF7B9FB1-C570-4AD9-9F4C-60CFDFA06887}" dt="2024-04-20T19:17:02.943" v="1" actId="20577"/>
        <pc:sldMkLst>
          <pc:docMk/>
          <pc:sldMk cId="1442862627" sldId="346"/>
        </pc:sldMkLst>
        <pc:spChg chg="mod">
          <ac:chgData name="Олександр Зик" userId="c7a628fe0823e5d5" providerId="LiveId" clId="{FF7B9FB1-C570-4AD9-9F4C-60CFDFA06887}" dt="2024-04-20T19:17:02.943" v="1" actId="20577"/>
          <ac:spMkLst>
            <pc:docMk/>
            <pc:sldMk cId="1442862627" sldId="346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26CCB3B8-EDF5-435D-9116-D18BAEFFC55F}"/>
    <pc:docChg chg="modSld">
      <pc:chgData name="Олександр Зик" userId="c7a628fe0823e5d5" providerId="LiveId" clId="{26CCB3B8-EDF5-435D-9116-D18BAEFFC55F}" dt="2024-09-14T19:39:04.995" v="3" actId="20577"/>
      <pc:docMkLst>
        <pc:docMk/>
      </pc:docMkLst>
      <pc:sldChg chg="modSp mod">
        <pc:chgData name="Олександр Зик" userId="c7a628fe0823e5d5" providerId="LiveId" clId="{26CCB3B8-EDF5-435D-9116-D18BAEFFC55F}" dt="2024-09-14T19:39:04.995" v="3" actId="20577"/>
        <pc:sldMkLst>
          <pc:docMk/>
          <pc:sldMk cId="777113426" sldId="345"/>
        </pc:sldMkLst>
        <pc:spChg chg="mod">
          <ac:chgData name="Олександр Зик" userId="c7a628fe0823e5d5" providerId="LiveId" clId="{26CCB3B8-EDF5-435D-9116-D18BAEFFC55F}" dt="2024-09-14T19:39:04.995" v="3" actId="20577"/>
          <ac:spMkLst>
            <pc:docMk/>
            <pc:sldMk cId="777113426" sldId="345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26CCB3B8-EDF5-435D-9116-D18BAEFFC55F}" dt="2024-09-07T19:32:31.353" v="1" actId="20577"/>
        <pc:sldMkLst>
          <pc:docMk/>
          <pc:sldMk cId="1442862627" sldId="346"/>
        </pc:sldMkLst>
        <pc:spChg chg="mod">
          <ac:chgData name="Олександр Зик" userId="c7a628fe0823e5d5" providerId="LiveId" clId="{26CCB3B8-EDF5-435D-9116-D18BAEFFC55F}" dt="2024-09-07T19:32:31.353" v="1" actId="20577"/>
          <ac:spMkLst>
            <pc:docMk/>
            <pc:sldMk cId="1442862627" sldId="346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3C27F-622C-4407-A032-9B8CE5998258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5DC2A-0820-46FC-85EA-028E2BA178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84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4746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77407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536018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35506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54531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25517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63617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38714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A7AD2-EF37-4135-9CC2-667597B86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4143EDA-EFE7-4C8F-9191-DAB72766B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E74E306-D1CC-40DD-BE63-F21690B1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848192-3609-40D2-8202-A397B3CB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368D9B-304E-43A7-9B7D-A16EF8B6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3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7228D-F6F1-48B9-A0AC-E40A30B0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E5E095-74FE-42F6-BFAA-CF03C037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ACBCF8-CEF9-4AA2-863A-E4B95BCD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7CC4E2-B4CB-407D-90DA-EE59EC3B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8CA59A-6642-4D63-8479-2F85815D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561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A44CC-83BC-47FD-92D2-9680EF26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73634A6-15A0-4D95-A3E7-BBFD06DED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D19686C-552E-4FC2-A18A-D220523D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FB27C1A-AB2B-4AC1-8462-93A94362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C0163F-E301-4B21-BED6-D3646F55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8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DC25F-2E61-43F5-8D3F-D495A625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B0C197-1AA2-4F24-836D-7A96C96DC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7F1B83D-5827-400A-94E2-031C55045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935D32F-73C2-4072-8B9A-51C8EAF8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81AC2AD-0E54-42CA-8611-9E448375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2789ADA-DF90-4BEA-B58D-F49CCD6D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44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E98D3-5351-4172-983B-8C23D971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3B04505-C577-4ACA-BD4B-1AF857721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4C0C0C6-BC56-4CC6-9EC6-0371BE7BA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CFF64EA-2BB8-4C61-A83A-2A17789EC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6867B97-D7E7-4FB3-8EBF-D353105B0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FF0A89C-A25B-4CAC-A6B6-CCC685B3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926B09B-2C0E-4899-AC68-AA046B2D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B2C6178-49CC-4CB0-A15C-FEAC1E8F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8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E4BA1F-2E43-4220-967D-16CAF09C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314CFA7-FCD9-40D5-A721-30FCB2FA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F046B85-BAB5-44C6-8A46-8DD6FE03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6A1F252-6498-4AAE-A825-4992AD9D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60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6E786C5-DF07-4ED8-BF85-58A4AA4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925A882-F316-4593-ABE8-F750BC12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96C3B06-B7BE-46E8-A2A8-62F276D2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61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7A28B-2F4F-47A0-B497-578135A0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B0FB22A-AEEA-4756-9B70-F3974A1A5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769DD01-B3E7-404F-9C8D-C3ADB46BE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7DA6FC9-FF66-400E-8D69-ECEDC419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C74E889-8CE6-4163-8717-F09CDE49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CD617E8-DC4C-4DF7-8FA8-9580EF2D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19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C2ACB-654B-4C1D-9703-45D7117E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4CAA337-3BC1-4253-9730-F2180B44C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5F7EE29-C835-4B63-847E-9DAAC1CF1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930037F-C054-423A-B3A8-3EFA3EEE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98C79FA-DB54-4CB6-B17B-767FC558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65275E6-F796-48E2-A373-E0375D91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99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0DF8D-5A04-4E03-A003-2C79A521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65FF7B7-9739-4396-928A-686D3159E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7046032-E8F6-46A4-9CF7-A47292B9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BCE696-C94D-4952-B1A1-74CD2FAD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BCC1230-2CF0-4D65-B4FF-95ABC835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5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19EDB42-E435-4BEE-A588-26CA5DB9E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FFE018D-AC1E-464B-B51E-D231DB39A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318D53-6E07-433D-87BD-00E45763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D804FC9-56E2-424A-BDA7-6F974CD4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A3BB20-C8A7-4EDB-BA68-86B30C62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8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D5CCF49-F3F2-4E36-9988-8409262C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3B708B3-E5AA-4ACD-B947-9B221E12C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60334D-1742-4C28-8573-463CB0B7D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2A63E-9276-47A1-9BB3-65810D7A0604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0D24FE-EF8D-4804-9279-F4D56CE3C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2D7648D-C106-4B23-B981-EE93D9A00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CD8C0-DF4E-4B4E-9DB4-0EBE7ABD6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42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3002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Боже, как есть,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сейчас пред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очисть, сердце омой!</a:t>
            </a:r>
          </a:p>
        </p:txBody>
      </p:sp>
    </p:spTree>
    <p:extLst>
      <p:ext uri="{BB962C8B-B14F-4D97-AF65-F5344CB8AC3E}">
        <p14:creationId xmlns:p14="http://schemas.microsoft.com/office/powerpoint/2010/main" val="144286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644170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Испытай, узнай где 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на пути Свои поставь меня</a:t>
            </a:r>
          </a:p>
        </p:txBody>
      </p:sp>
    </p:spTree>
    <p:extLst>
      <p:ext uri="{BB962C8B-B14F-4D97-AF65-F5344CB8AC3E}">
        <p14:creationId xmlns:p14="http://schemas.microsoft.com/office/powerpoint/2010/main" val="86630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274838"/>
            <a:ext cx="11393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подниму руки,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подниму</a:t>
            </a:r>
          </a:p>
          <a:p>
            <a:pPr algn="ctr"/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взгляд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открою – Ты так нужен мне!</a:t>
            </a:r>
          </a:p>
        </p:txBody>
      </p:sp>
    </p:spTree>
    <p:extLst>
      <p:ext uri="{BB962C8B-B14F-4D97-AF65-F5344CB8AC3E}">
        <p14:creationId xmlns:p14="http://schemas.microsoft.com/office/powerpoint/2010/main" val="112926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44800" y="2644170"/>
            <a:ext cx="126815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Всё, что хочу я – в Твои объятья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Всё, что хочу я – видеть Царство Твоё!</a:t>
            </a:r>
          </a:p>
        </p:txBody>
      </p:sp>
    </p:spTree>
    <p:extLst>
      <p:ext uri="{BB962C8B-B14F-4D97-AF65-F5344CB8AC3E}">
        <p14:creationId xmlns:p14="http://schemas.microsoft.com/office/powerpoint/2010/main" val="243723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669570"/>
            <a:ext cx="113935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принесу страхи свои,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Гордость оставлю в ладонях Твоих</a:t>
            </a:r>
          </a:p>
        </p:txBody>
      </p:sp>
    </p:spTree>
    <p:extLst>
      <p:ext uri="{BB962C8B-B14F-4D97-AF65-F5344CB8AC3E}">
        <p14:creationId xmlns:p14="http://schemas.microsoft.com/office/powerpoint/2010/main" val="161489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65117" y="2274838"/>
            <a:ext cx="94617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Твоя страсть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наполнит меня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своё я хочу передать!</a:t>
            </a:r>
          </a:p>
        </p:txBody>
      </p:sp>
    </p:spTree>
    <p:extLst>
      <p:ext uri="{BB962C8B-B14F-4D97-AF65-F5344CB8AC3E}">
        <p14:creationId xmlns:p14="http://schemas.microsoft.com/office/powerpoint/2010/main" val="77711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644170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чистое сотвори во мне,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Дух правый обнови внутри!</a:t>
            </a:r>
          </a:p>
        </p:txBody>
      </p:sp>
    </p:spTree>
    <p:extLst>
      <p:ext uri="{BB962C8B-B14F-4D97-AF65-F5344CB8AC3E}">
        <p14:creationId xmlns:p14="http://schemas.microsoft.com/office/powerpoint/2010/main" val="102140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boats in a body of water&#10;&#10;Description automatically generated with low confidence">
            <a:extLst>
              <a:ext uri="{FF2B5EF4-FFF2-40B4-BE49-F238E27FC236}">
                <a16:creationId xmlns:a16="http://schemas.microsoft.com/office/drawing/2014/main" id="{0CF43EAA-7AB7-9025-911D-6D33301A9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9000" contrast="-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90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3002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хочу о том сожалеть,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променял Тебя 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пустой звон – звон монет!</a:t>
            </a:r>
          </a:p>
        </p:txBody>
      </p:sp>
    </p:spTree>
    <p:extLst>
      <p:ext uri="{BB962C8B-B14F-4D97-AF65-F5344CB8AC3E}">
        <p14:creationId xmlns:p14="http://schemas.microsoft.com/office/powerpoint/2010/main" val="17463944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120</Words>
  <Application>Microsoft Office PowerPoint</Application>
  <PresentationFormat>Широкоэкранный</PresentationFormat>
  <Paragraphs>28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6</cp:revision>
  <dcterms:created xsi:type="dcterms:W3CDTF">2023-10-28T18:33:01Z</dcterms:created>
  <dcterms:modified xsi:type="dcterms:W3CDTF">2025-05-08T19:44:39Z</dcterms:modified>
</cp:coreProperties>
</file>