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2" r:id="rId2"/>
    <p:sldId id="303" r:id="rId3"/>
    <p:sldId id="304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AB2498-36C6-4762-A180-706F48C40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035E6BE4-EAED-4EB5-A0DC-DBBB48608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ACF89F2-F189-4EA0-AB3F-F4D080BB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9DC2-6552-4B5D-8596-D52741FE8C37}" type="datetimeFigureOut">
              <a:rPr lang="ru-RU" smtClean="0"/>
              <a:t>27.01.2024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6CEF13A-C182-42F5-A515-CBF703A15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17708E8-A826-459D-95F0-03D8F84B1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A907E-50C0-4D4A-A74C-CA901F4EB2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572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03BE29-E5C2-402E-902B-EA1AD3AF9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AC451BB-CF50-42E5-BF13-8920234C3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8DFDD5C-096E-4FD7-8FB5-840E9F395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9DC2-6552-4B5D-8596-D52741FE8C37}" type="datetimeFigureOut">
              <a:rPr lang="ru-RU" smtClean="0"/>
              <a:t>27.01.2024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92B430F-2534-45E4-8E3F-1498EEAE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58F0FCB-2E33-41F8-AC12-EE619B49B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A907E-50C0-4D4A-A74C-CA901F4EB2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6794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DB4032-1CF7-4EDB-85DC-350DF5E0F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39913FA-2305-40E2-89CE-E8CCC294E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11E58C8-265D-43E8-A4FB-DA0ADC6C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9DC2-6552-4B5D-8596-D52741FE8C37}" type="datetimeFigureOut">
              <a:rPr lang="ru-RU" smtClean="0"/>
              <a:t>27.01.2024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1A187B1-A8CD-4A0C-9626-2315681AB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D6E496F-EEC9-4CF4-9E48-99D483FBB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A907E-50C0-4D4A-A74C-CA901F4EB2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3642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055098-1A41-4A91-A5AA-4216D2A2D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6E2055B-3551-4883-B83A-B0C76AF89F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A89B692-64F2-429E-9B15-B6D0D1D38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913CED5-90D6-41D1-BA0B-20F5F4272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9DC2-6552-4B5D-8596-D52741FE8C37}" type="datetimeFigureOut">
              <a:rPr lang="ru-RU" smtClean="0"/>
              <a:t>27.01.2024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03B52D8-BFC2-4234-B3CF-151658921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116351A-2D5A-4A19-828B-69D26AC6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A907E-50C0-4D4A-A74C-CA901F4EB2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5863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E35608-E163-4817-B2DA-42B517699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0F1B82B-D8E8-4183-8C7C-59DC080C6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E3464F13-F502-4D54-B995-366D3FEDE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4E6A5500-F9B8-4973-854E-4028493BE8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91C67005-E5EF-4EEB-AE70-59051C2CBB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A058E570-0EF4-4A95-B1A0-136301EC1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9DC2-6552-4B5D-8596-D52741FE8C37}" type="datetimeFigureOut">
              <a:rPr lang="ru-RU" smtClean="0"/>
              <a:t>27.01.2024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286C304B-C14C-424C-8862-2C324B6C8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5F51EB87-C997-4FB3-BAEA-6E2F800A5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A907E-50C0-4D4A-A74C-CA901F4EB2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9107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6E1A79-CF3C-45E6-87F4-E9EF1E8F6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58A800F9-D5F3-4375-AE7D-89B26BC8B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9DC2-6552-4B5D-8596-D52741FE8C37}" type="datetimeFigureOut">
              <a:rPr lang="ru-RU" smtClean="0"/>
              <a:t>27.01.2024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5179EC50-2F11-47BA-A2C4-5FB5F44A3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AA58A7A1-E7FA-4D58-8B28-B292EDEF3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A907E-50C0-4D4A-A74C-CA901F4EB2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8463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CA19AECB-B5F6-48AF-B803-1DEC807DB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9DC2-6552-4B5D-8596-D52741FE8C37}" type="datetimeFigureOut">
              <a:rPr lang="ru-RU" smtClean="0"/>
              <a:t>27.01.2024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EF88F21A-C428-4C97-9F8F-0499719F8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C385DE64-CF5D-4E35-A373-04555B091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A907E-50C0-4D4A-A74C-CA901F4EB2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3652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024C3B-177A-43A2-9AF3-5499BE9C3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76F20BA-566A-4A00-B0A9-24D34C546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AC546E4D-F6EE-49AE-9E66-00863DF82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AC3612F-FDCF-432A-A1FB-05B17DDF2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9DC2-6552-4B5D-8596-D52741FE8C37}" type="datetimeFigureOut">
              <a:rPr lang="ru-RU" smtClean="0"/>
              <a:t>27.01.2024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D2ABF14-FB1D-4748-865B-1CBCA5E30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66BB9A2-6826-44EF-BC84-91E249180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A907E-50C0-4D4A-A74C-CA901F4EB2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7714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722479-E6D1-49AD-B84F-8834D2A8D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3357FD12-23D1-484A-8C83-8A9DDF7923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39D82634-09F5-465F-81D4-763873EDC7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048FCF43-8435-4B11-A414-B2E91B6E3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9DC2-6552-4B5D-8596-D52741FE8C37}" type="datetimeFigureOut">
              <a:rPr lang="ru-RU" smtClean="0"/>
              <a:t>27.01.2024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D420F57-2C2E-4586-B210-5D5D77958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E6826EE-706D-4086-AACB-2DDA1261F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A907E-50C0-4D4A-A74C-CA901F4EB2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861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25EA71-424F-4FE7-9265-6BF6C8E92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76181B8C-FB24-4CDB-9920-F91DCA5C4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F5BD7AC-F365-4E59-8ED4-3CBB6697E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9DC2-6552-4B5D-8596-D52741FE8C37}" type="datetimeFigureOut">
              <a:rPr lang="ru-RU" smtClean="0"/>
              <a:t>27.01.2024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7750B54-6F02-47C8-896D-84012E137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9940889-4B22-4ECC-B47B-A41669ABB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A907E-50C0-4D4A-A74C-CA901F4EB2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8192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22AE0876-6D8B-4EF0-9355-4B02059E4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8EBF928-DE19-408F-B45C-976E2F21EB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3AEAD3F-6DA5-4DED-A664-F0683DD4C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9DC2-6552-4B5D-8596-D52741FE8C37}" type="datetimeFigureOut">
              <a:rPr lang="ru-RU" smtClean="0"/>
              <a:t>27.01.2024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972B34C-721D-477C-9352-87EBCEBC8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79ADF77-1DC7-4EDC-9BA4-6D72698BB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A907E-50C0-4D4A-A74C-CA901F4EB2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1559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D896AE32-B4F5-4C4A-91F8-E090EC5C3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2678E40-9CE1-42E0-9A9E-2C7F8A854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1D822D7-ED06-4FA3-9FE1-C3BD6A86C2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D9DC2-6552-4B5D-8596-D52741FE8C37}" type="datetimeFigureOut">
              <a:rPr lang="ru-RU" smtClean="0"/>
              <a:t>27.01.2024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49F72F0-1D6A-48BC-9A5D-3346A91F7F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8D8518C-6920-494D-93C8-9AC53408F2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A907E-50C0-4D4A-A74C-CA901F4EB2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9835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8D4A101E-5586-43B8-A1AF-BE92FDE4F3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356434" y="1536174"/>
            <a:ext cx="947913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Вокруг всё изменяется,</a:t>
            </a:r>
            <a:endParaRPr lang="ru-RU" sz="48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Иб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 Дух Твой с нами здесь сейчас.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Мы пред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Тобой склоняемся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Своей силой Ты наполни нас</a:t>
            </a:r>
          </a:p>
        </p:txBody>
      </p:sp>
    </p:spTree>
    <p:extLst>
      <p:ext uri="{BB962C8B-B14F-4D97-AF65-F5344CB8AC3E}">
        <p14:creationId xmlns:p14="http://schemas.microsoft.com/office/powerpoint/2010/main" val="2228200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8D4A101E-5586-43B8-A1AF-BE92FDE4F3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356434" y="1166842"/>
            <a:ext cx="947913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Благодатью Своей в нас любовь Ты излей,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Тебя мы жаждем.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Свою милость яви и наш дух обнови,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 Тебе взываем </a:t>
            </a:r>
          </a:p>
        </p:txBody>
      </p:sp>
    </p:spTree>
    <p:extLst>
      <p:ext uri="{BB962C8B-B14F-4D97-AF65-F5344CB8AC3E}">
        <p14:creationId xmlns:p14="http://schemas.microsoft.com/office/powerpoint/2010/main" val="3609141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8D4A101E-5586-43B8-A1AF-BE92FDE4F3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356434" y="1905506"/>
            <a:ext cx="947913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О, Дух Святой наполни нас,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 Тебе стремление.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Царство Тво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ё, Воля Твоя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Здесь как на Небе</a:t>
            </a:r>
          </a:p>
        </p:txBody>
      </p:sp>
    </p:spTree>
    <p:extLst>
      <p:ext uri="{BB962C8B-B14F-4D97-AF65-F5344CB8AC3E}">
        <p14:creationId xmlns:p14="http://schemas.microsoft.com/office/powerpoint/2010/main" val="8155592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64</Words>
  <Application>Microsoft Office PowerPoint</Application>
  <PresentationFormat>Широкий екран</PresentationFormat>
  <Paragraphs>12</Paragraphs>
  <Slides>3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2024-01-27T13:33:21Z</dcterms:created>
  <dcterms:modified xsi:type="dcterms:W3CDTF">2024-01-27T13:39:55Z</dcterms:modified>
</cp:coreProperties>
</file>