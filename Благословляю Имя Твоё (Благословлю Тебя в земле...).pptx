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9" r:id="rId3"/>
    <p:sldId id="304" r:id="rId4"/>
    <p:sldId id="305" r:id="rId5"/>
    <p:sldId id="306" r:id="rId6"/>
    <p:sldId id="307" r:id="rId7"/>
    <p:sldId id="30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706C7-F1D2-4636-B9E8-E69A60414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C37E8A5B-B6CA-40F3-9A7D-37656A872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A88E601-E22B-46D5-B772-38721249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4F1F583-00F8-4894-AAE3-4EA6903D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E8E3481-A1CA-458E-843B-1EF3EE57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39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130C0-8A6F-4CE8-B12E-FBEE8F77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6C8FA0-FB77-4FE8-9B17-0095F956A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AA8A19C-D2D5-444F-9878-E53BDE50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92C3B7-1A89-4C14-A424-0F27D952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D415461-17F5-4107-8D15-4FFBE588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50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39A2D-2DA3-4F1B-8844-6DC7EA7FC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4EC8794-B4AA-4072-84C3-B1C35745F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BF1262A-4C23-490C-8CC3-52789131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B05C03C-27EE-4237-97B8-B4DB5B565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DE6C439-1786-47F1-A32B-75788553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83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82E36-C534-4049-A551-F70AE1A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8A7BAD-8D33-4318-B1C0-63CB9B421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5B1A375-4901-42CF-9DED-79FA0393C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B177B5D-5BE9-422C-A525-366E19F7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1318949-110A-4632-8847-3A27DD2D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EA52D3A-12F5-43B4-8C7A-83758A8C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09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C350D-5DF1-4E14-8665-50DE0CBB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588DF04-C890-4AB0-9241-D1298D8DE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CB3B53F-53E7-47C1-BCA0-5817EBC79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4AB5FD5-B19B-44C7-83B0-F3626984E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2657380-2AA0-4DFF-8A27-7D824C9CE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F3C61E9-3CCD-4F38-A095-083A0A89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C419403-A152-4D61-B82B-4A8357A20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0F19E3ED-7A46-455F-AB3C-97A02EDC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68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DA3FF-1AF3-47E0-9074-AEEFC296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CBC3D72-DD49-4BE0-BB96-42EEC798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86CAEF6-5CB3-4627-95F4-D005BE6F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B34B5AC-D190-4F89-83C6-FC93E170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17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A170203-1A71-4446-8F96-B8917CD3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8928E26-98A4-4524-889E-04F3F403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CE019A1-3716-4E62-AE95-0B2AFDD30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84C7B-6ABB-4EE2-93C5-F8622BA9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B89511-B088-4E91-9E8E-1A8EC761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427183C-7028-46B7-BDF8-20E3C83AD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B504519-FDB2-4951-B93C-0F8486C8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905671B-1E45-4387-8228-6DBDB8FD4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E06F4D0-2BA0-4FE3-80C7-9B3392D5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55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993B4-5185-4FF5-A915-66458444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F3631CC-6122-4F6D-96B1-8D5814FB3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8562965-9A43-444E-B7EA-D6FFC6AF1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4BF63A5-2E70-48D7-A354-9BECE399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DC0071D-3760-434A-BDA5-E68B8D26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746443A-F220-40C7-A621-9B4AAFC3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72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A84A4-516C-48BB-B036-A3231691C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BE0C49D-71A0-4B53-9BB5-2EBAE7D8A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E5FF7B3-0BA1-419B-9CC1-42B7B189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69BAC5-391D-4D4F-AF05-87FB3151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BB0B374-8385-47AA-9C0F-D4D0158E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02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88BA72A-3561-457B-A64E-10C8996A7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FE6365C-5390-4054-8635-5A66A752D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6AA72DD-DF82-46DD-82C5-FB16874A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12FFE21-6101-44A8-AA81-FF4B335F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BF9EB36-D3DD-4B21-B7A2-FBA4D467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61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AEF755C5-A615-4A43-9E15-F29491DB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DC9B435-1A9B-46C1-A180-1F77A66A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6BA36F6-1A22-429B-8AEE-F60DE5623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CD8-3870-4EFD-8B60-E49113330821}" type="datetimeFigureOut">
              <a:rPr lang="ru-RU" smtClean="0"/>
              <a:t>27.01.2024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0BB9038-7487-4996-9B86-A8A1090C9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334BF58-C431-4020-9D37-78DE301C7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05EA9-4737-4C9E-BEC7-518F1A15A03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59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Благословлю Тебя в земле изобилия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наполняющий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1166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Благословлю Тебя в земле испытания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защищающий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5449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42635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Твои благословенья я воздам хвалу,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когда я в сокрушенье я Тебе скажу: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8688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42635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Благословляю Имя Твоё,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ой Господь и Бог!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Благословляю Имя Твоё!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Благословляю 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мя Твоё!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1038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Благословлю Тебя в лучах света Твоего,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освещающий, будь благословен!</a:t>
            </a:r>
          </a:p>
        </p:txBody>
      </p:sp>
    </p:spTree>
    <p:extLst>
      <p:ext uri="{BB962C8B-B14F-4D97-AF65-F5344CB8AC3E}">
        <p14:creationId xmlns:p14="http://schemas.microsoft.com/office/powerpoint/2010/main" val="338158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Благословлю Тебя, когда не вижу путь,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направляющий, будь благословен!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4103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Ты можешь дать,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Ты можешь взять.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сердцем изберу –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Воздать Тебе хвалу!</a:t>
            </a:r>
          </a:p>
        </p:txBody>
      </p:sp>
    </p:spTree>
    <p:extLst>
      <p:ext uri="{BB962C8B-B14F-4D97-AF65-F5344CB8AC3E}">
        <p14:creationId xmlns:p14="http://schemas.microsoft.com/office/powerpoint/2010/main" val="39316478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104</Words>
  <Application>Microsoft Office PowerPoint</Application>
  <PresentationFormat>Широкий екран</PresentationFormat>
  <Paragraphs>20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2024-01-27T13:20:21Z</dcterms:created>
  <dcterms:modified xsi:type="dcterms:W3CDTF">2024-01-27T13:31:57Z</dcterms:modified>
</cp:coreProperties>
</file>