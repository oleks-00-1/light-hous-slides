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32" r:id="rId2"/>
    <p:sldId id="333" r:id="rId3"/>
    <p:sldId id="321" r:id="rId4"/>
    <p:sldId id="322" r:id="rId5"/>
    <p:sldId id="323" r:id="rId6"/>
    <p:sldId id="324" r:id="rId7"/>
    <p:sldId id="335" r:id="rId8"/>
    <p:sldId id="336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4FAF5F-652E-40A3-A2D3-C2BD1B6E4E66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7EC60-F976-4676-A405-29396995F5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180857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025211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001742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434610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648581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670631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124556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8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783407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3C06FA-C9D4-42B5-ABAE-F75AEBC99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2BC5BFA-FAD0-45EB-8B6E-986EB1FD6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17D409C-CEEB-4631-A51A-544050302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82A35-035B-4AE5-8B35-A571D61B5ED8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370E3E9-B1BD-4E70-AA71-B6EDED6DA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9C9E6E8-0C24-41F1-ABF4-885E6D3C9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7368-46A7-49E9-9919-89E987F3FB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35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1B811C-864D-4693-8E2F-6638A22F5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F7C45CE-97F1-4EC1-84A4-47F288965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DC063B0-042C-4A6F-8C9E-40543DB95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82A35-035B-4AE5-8B35-A571D61B5ED8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E255E31-D9D1-4784-9968-02688552D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DFEA8F7-FB15-4EC6-A508-7EAF8779F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7368-46A7-49E9-9919-89E987F3FB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278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DC233-4EFD-4C5A-835C-DA61EBD1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0AC0FDC-113C-46AA-B29E-FD7A42BA2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95F4E5C-38BC-458C-92E8-8E1D6C26F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82A35-035B-4AE5-8B35-A571D61B5ED8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8FAE014-5892-426A-B419-DEE8956B8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BF97FBD-B22A-490C-9279-1B540763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7368-46A7-49E9-9919-89E987F3FB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721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CCBE07-E016-4BF7-BD7E-AF1CCE0DA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9453571-6287-4D39-9E4E-E0914BAC9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086ACE5-EE33-4A15-8BEB-60C3DAD12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46F377C-4910-4B3A-B9E2-CCA5853C4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82A35-035B-4AE5-8B35-A571D61B5ED8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6BE2E65-4897-41F7-B7DD-2967846F1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1BC8528-D8B3-417D-8654-037F2FD9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7368-46A7-49E9-9919-89E987F3FB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210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939FC6-9AAB-4983-8085-6A552308C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B0E59A9-F046-4A3B-B7A1-7369FC522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F5F8F25-E3A2-4314-8DC1-52B7246AC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154A36E-F71C-4026-A286-A6D05DD2B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9F3B2C4B-F21B-46BE-86A6-F2E7C2A1E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6B43F8F0-C40F-4D80-BFCF-29B812636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82A35-035B-4AE5-8B35-A571D61B5ED8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E0369A20-6B3E-4460-B358-F0BDC4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D970C63E-6948-41BB-87BF-8F31D2E73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7368-46A7-49E9-9919-89E987F3FB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098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EE160F-1ED7-42D9-90B0-78B416D6F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B52C86CB-FA38-4CC3-A971-30D87188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82A35-035B-4AE5-8B35-A571D61B5ED8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FF7CFC51-E809-4065-8507-186B5792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0CA904CF-355D-4516-B0B3-4A93FE61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7368-46A7-49E9-9919-89E987F3FB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59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218D6EC1-E5D6-4A4C-A81A-8E37F16C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82A35-035B-4AE5-8B35-A571D61B5ED8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C047EE84-9AFB-4973-9C22-4D1383F1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F61090D0-7F35-4F37-BD7F-22049DEE1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7368-46A7-49E9-9919-89E987F3FB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38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18C14C-7DB1-44C1-94A1-3CFC21C40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E6DFD26-0B56-4AD1-8C26-73318E3BE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03D5B87-02C1-49A7-8302-D52D4EF63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38674BD-462B-4E65-9550-4DF32CE2A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82A35-035B-4AE5-8B35-A571D61B5ED8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03F09B1-B311-4F7E-97AC-776846047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910EDA7-5AB2-42BD-8CA4-87E5902D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7368-46A7-49E9-9919-89E987F3FB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6468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F3023B-48B5-4BF3-BC6A-3F25D474A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765308AE-5BF3-4C8F-8A4A-11D4B2EA6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60CB573-D29F-4D05-BA1A-8D6CB5733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A35C39B-1B66-4730-90C2-3D92B4B4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82A35-035B-4AE5-8B35-A571D61B5ED8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2FF269C-A67C-4316-ACF3-89CDCFAFD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7A5DE9B-7A91-466F-96A7-B1771B253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7368-46A7-49E9-9919-89E987F3FB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421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39F2CB-23B1-4CE8-B3E8-5668D8D72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778DDBF-F2DF-46AC-8A3F-9F1BC23E7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F1F4210-8A19-4E14-BE42-333A3D092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82A35-035B-4AE5-8B35-A571D61B5ED8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7C0C6D3-F4FF-45C8-A6D1-37B43407A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389BE52-034E-441A-9847-5D1A37414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7368-46A7-49E9-9919-89E987F3FB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32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457EE0C7-5630-4F70-A6AA-078D0EA0BF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7B80FB6-1B36-4774-B261-250DFD498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65A638A-A499-4260-920E-E31B97109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82A35-035B-4AE5-8B35-A571D61B5ED8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E3FBD71-7536-45A1-ACC0-11351B4CD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8194309-FB1E-4902-A1E8-3DF8BB909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7368-46A7-49E9-9919-89E987F3FB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67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3B0CC96-481A-47FC-A247-CE43D7985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02767B9-7652-4E78-8FCC-6D790C1E8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8471B7A-5F13-42AF-B5F0-EA906521C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82A35-035B-4AE5-8B35-A571D61B5ED8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A8629E5-1DE5-4C52-A363-56213DD42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F7EF0DB-3AAC-4543-A25C-E684028AB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97368-46A7-49E9-9919-89E987F3FB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026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656513" y="2644170"/>
            <a:ext cx="88789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Твоя меня не подведёт как Ты и обещал</a:t>
            </a:r>
          </a:p>
        </p:txBody>
      </p:sp>
    </p:spTree>
    <p:extLst>
      <p:ext uri="{BB962C8B-B14F-4D97-AF65-F5344CB8AC3E}">
        <p14:creationId xmlns:p14="http://schemas.microsoft.com/office/powerpoint/2010/main" val="414612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501262" y="1825211"/>
            <a:ext cx="1118947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Надежда наша Ты,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защита, свет в пути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Ты вовеки верен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словам Своим</a:t>
            </a:r>
          </a:p>
        </p:txBody>
      </p:sp>
    </p:spTree>
    <p:extLst>
      <p:ext uri="{BB962C8B-B14F-4D97-AF65-F5344CB8AC3E}">
        <p14:creationId xmlns:p14="http://schemas.microsoft.com/office/powerpoint/2010/main" val="1349912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758113" y="1905506"/>
            <a:ext cx="86757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Возьми всё, что внутри ведь автор жизни – Ты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Пусть будет всё как хочешь Ты</a:t>
            </a:r>
          </a:p>
        </p:txBody>
      </p:sp>
    </p:spTree>
    <p:extLst>
      <p:ext uri="{BB962C8B-B14F-4D97-AF65-F5344CB8AC3E}">
        <p14:creationId xmlns:p14="http://schemas.microsoft.com/office/powerpoint/2010/main" val="987003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758113" y="1536174"/>
            <a:ext cx="867577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эти дни тьмы и боли нужен тот, кто надёжен Твоя любовь, как якорь в небе, на земле всегда поддержит</a:t>
            </a:r>
          </a:p>
        </p:txBody>
      </p:sp>
    </p:spTree>
    <p:extLst>
      <p:ext uri="{BB962C8B-B14F-4D97-AF65-F5344CB8AC3E}">
        <p14:creationId xmlns:p14="http://schemas.microsoft.com/office/powerpoint/2010/main" val="1682581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758113" y="2644170"/>
            <a:ext cx="86757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Твоя меня не подведёт как Ты и обещал</a:t>
            </a:r>
          </a:p>
        </p:txBody>
      </p:sp>
    </p:spTree>
    <p:extLst>
      <p:ext uri="{BB962C8B-B14F-4D97-AF65-F5344CB8AC3E}">
        <p14:creationId xmlns:p14="http://schemas.microsoft.com/office/powerpoint/2010/main" val="29575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111355" y="2644170"/>
            <a:ext cx="99692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мечты уходят в тень –  любовь Твоя</a:t>
            </a:r>
          </a:p>
        </p:txBody>
      </p:sp>
    </p:spTree>
    <p:extLst>
      <p:ext uri="{BB962C8B-B14F-4D97-AF65-F5344CB8AC3E}">
        <p14:creationId xmlns:p14="http://schemas.microsoft.com/office/powerpoint/2010/main" val="4077799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111355" y="2644170"/>
            <a:ext cx="99692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когда ночь сменяет день –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Твоя</a:t>
            </a:r>
          </a:p>
        </p:txBody>
      </p:sp>
    </p:spTree>
    <p:extLst>
      <p:ext uri="{BB962C8B-B14F-4D97-AF65-F5344CB8AC3E}">
        <p14:creationId xmlns:p14="http://schemas.microsoft.com/office/powerpoint/2010/main" val="996755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111355" y="2563875"/>
            <a:ext cx="99692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нет больше слов внутри любовь храни</a:t>
            </a:r>
          </a:p>
        </p:txBody>
      </p:sp>
    </p:spTree>
    <p:extLst>
      <p:ext uri="{BB962C8B-B14F-4D97-AF65-F5344CB8AC3E}">
        <p14:creationId xmlns:p14="http://schemas.microsoft.com/office/powerpoint/2010/main" val="35056343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104</Words>
  <Application>Microsoft Office PowerPoint</Application>
  <PresentationFormat>Широкоэкранный</PresentationFormat>
  <Paragraphs>21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2023-11-25T19:56:41Z</dcterms:created>
  <dcterms:modified xsi:type="dcterms:W3CDTF">2025-05-21T20:04:41Z</dcterms:modified>
</cp:coreProperties>
</file>