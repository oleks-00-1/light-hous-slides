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12" r:id="rId2"/>
    <p:sldId id="313" r:id="rId3"/>
    <p:sldId id="316" r:id="rId4"/>
    <p:sldId id="314" r:id="rId5"/>
    <p:sldId id="315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43" d="100"/>
          <a:sy n="43" d="100"/>
        </p:scale>
        <p:origin x="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E3E62-6819-46BA-A178-34776EA750C2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734F7-36DB-41D8-8EE8-071A2FBE818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814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93039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873981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27728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780786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020074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C4BCF-6EFD-4A66-88D8-97BB0A6B1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39E2CD0-0D3C-48F4-9F36-9B6A0E378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4123D6E-1030-4CB7-BF42-E2B8792B6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1CCC60F-47C5-4660-B887-05DFE32A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AACA602-DE51-4765-AA27-86DE94A3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43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ABE49-EE51-477F-A57F-CD50F72D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701E1EF-0E8D-4987-BAEC-A29F5CD15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D2F384A-A6A1-471A-841D-89192543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F014834-55F7-45BA-BADF-DCF7A566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0FE5D26-C438-468B-A956-D6810088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30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BCF70-3FA0-4EC7-A13C-B051701D9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2BBE7FD-BE77-4C1D-A16F-645275AD9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8741472-48FC-4D44-B7E0-FFB78A246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77C3930-0D62-419B-89C5-38D4C9FE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F55A7D3-AF65-4C00-8B7B-B7EA63AD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15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1F787-AE3A-46BE-B8BA-65ACCF5C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51C684-4A76-4DF1-8969-E9FD2B972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60336A0-41D9-484E-9D39-057D24AC3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6D3152F-6B4E-4A12-8E23-037CD7F6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8DC7395-F739-475D-8ECB-EF0646E7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E6AAB0A-47F1-457D-9285-B1A7B286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0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F7043A-1290-47C3-A297-62379DCCC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9C63F0B-67D4-4676-99E6-925A2F1D2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B3794E3-BAB5-43CD-9C2C-6C5E5D630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AB21969-81E4-4278-821F-6C564DB54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F2378E7-56C5-4AA2-AB15-A0B57DACB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9B66C19-B6F4-4A67-8027-7704A1B4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F3CAB54-9B7B-4DB0-BC13-17EB8EFA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1270A55F-086E-4ED4-8027-36D9BD12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496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86744-F889-419D-BB0A-55316949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44D4E65-E429-41AC-8993-0F1FC3329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DA1A050-7F30-4522-BB18-E9E1BDE8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5AFDD22-17B3-463C-95A7-D8225E96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75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272D30C-4869-4F96-8799-A16CA423D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C86C23F-04C7-4352-B627-B9610C41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1E11571-080D-4822-AE76-1776FD5D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38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9C9852-2C9A-42EC-B707-AC9F10E33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E4EDD3-24EE-4435-8B0D-F882C8AB9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96E64DB-7438-406B-BD60-ED32C41AE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5F883C3-04F2-4879-92B1-EDE1B15A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9D2B948-CD6D-40D4-8F41-A463F2EE3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4B64C2A-2C5E-460D-A519-5DE8A480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41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A9A4C-D997-4FED-9330-6E822D30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EB1F4E2-1596-4718-83FE-AC3923F72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27FB636-EBBD-4F73-BDE9-42548482A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C325149-6B29-4A63-91C2-6D3F80CB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7F6A8FD-14B7-411B-B26F-C416017F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26BC11F-5CF7-4C59-9137-3241F90A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29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1DA9F-F445-4B4B-B374-22E87F93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B865E58-9DC3-4485-B561-BE5705B0B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238D004-0200-4408-AC2A-ABA60411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8B9B91C-A414-49F0-9533-10ECC822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D51849F-9D27-4A49-8FA0-10E107EB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50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B7C59299-8D36-4EF3-B7C2-834EECF38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011B81F-EE6A-4972-A6E3-60C1960DA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BB1FB55-9FA4-4C24-A9F7-8393058B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83B774D-3791-41A0-944B-003BBD7D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EFF59A8-A1D5-4AD5-A740-C9B2E34B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91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E0DA1C2D-5D09-4BC5-8594-F7B1859D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966327E-E73E-4E25-AC3E-B027E9F59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BE8A4EE-EA34-44B3-8CD9-F9E77D78D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59799-39E7-4B80-B721-E690505CF09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A7E0740-78EA-4D9F-8FCA-15F51294F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7A88725-A5B4-4D3D-B089-B61E9CB22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C241D-729F-4B21-9A67-2110E014A3D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522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459504"/>
            <a:ext cx="105951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буду славить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один достоин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8926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311382" y="2638196"/>
            <a:ext cx="128147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Даже если звезды</a:t>
            </a:r>
            <a:endParaRPr lang="en-US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перестанут сиять</a:t>
            </a:r>
          </a:p>
        </p:txBody>
      </p:sp>
    </p:spTree>
    <p:extLst>
      <p:ext uri="{BB962C8B-B14F-4D97-AF65-F5344CB8AC3E}">
        <p14:creationId xmlns:p14="http://schemas.microsoft.com/office/powerpoint/2010/main" val="3704026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311382" y="2084198"/>
            <a:ext cx="128147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Даже если горы</a:t>
            </a:r>
            <a:endParaRPr lang="en-US" sz="60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перестанут стоять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достоин!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1496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84060" y="2274838"/>
            <a:ext cx="118238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месте руин, на месте развалин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вижу новые стены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стоишь их основание</a:t>
            </a:r>
          </a:p>
        </p:txBody>
      </p:sp>
    </p:spTree>
    <p:extLst>
      <p:ext uri="{BB962C8B-B14F-4D97-AF65-F5344CB8AC3E}">
        <p14:creationId xmlns:p14="http://schemas.microsoft.com/office/powerpoint/2010/main" val="475647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84060" y="2459504"/>
            <a:ext cx="1182387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устану петь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Ты благ ко мне!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334276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</Words>
  <Application>Microsoft Office PowerPoint</Application>
  <PresentationFormat>Широкий екран</PresentationFormat>
  <Paragraphs>17</Paragraphs>
  <Slides>5</Slides>
  <Notes>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2024-08-31T19:39:28Z</dcterms:created>
  <dcterms:modified xsi:type="dcterms:W3CDTF">2026-02-21T17:43:02Z</dcterms:modified>
</cp:coreProperties>
</file>