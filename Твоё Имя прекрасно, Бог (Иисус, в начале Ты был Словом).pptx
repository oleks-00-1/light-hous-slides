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92" r:id="rId3"/>
    <p:sldId id="293" r:id="rId4"/>
    <p:sldId id="294" r:id="rId5"/>
    <p:sldId id="295" r:id="rId6"/>
    <p:sldId id="328" r:id="rId7"/>
    <p:sldId id="329" r:id="rId8"/>
    <p:sldId id="330" r:id="rId9"/>
    <p:sldId id="331" r:id="rId10"/>
    <p:sldId id="332" r:id="rId11"/>
    <p:sldId id="333" r:id="rId12"/>
    <p:sldId id="334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CAB03-C4CA-4390-951B-1EC67357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E94CA5C-977B-4E3D-B28C-BAF68C6AD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2D50F1D-D3C9-4162-8333-A7260E769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E591-8025-4A8D-ABD9-8B77D1E29559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94B86A5-797A-4339-A442-7F18D055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F0F9170-2A68-4F9D-A91C-C30AB564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82C27-4CA4-41BD-8A28-2695B11A4FB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830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EE6F2-1526-4589-B4A4-36DBF62C9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F059F18-EBA3-455D-9E7E-BB249FB8C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4BBF87F-363A-4ED0-8721-E7FF2434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E591-8025-4A8D-ABD9-8B77D1E29559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46DB265-C842-4074-8F98-3ABC6F62F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765E369-D54C-47A8-8069-C3188567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82C27-4CA4-41BD-8A28-2695B11A4FB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15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00FEF-C9B6-4670-88B8-FBC1A5BB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18BD38C-2AF0-463D-AA53-A8F4CF173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CA94683-B18E-45A7-8C92-2B5783FE9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E591-8025-4A8D-ABD9-8B77D1E29559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9F693DD-ABDC-4B74-96BE-B85AA6A8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7F3320F-5344-467A-8AC9-EDF6CED0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82C27-4CA4-41BD-8A28-2695B11A4FB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56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0AF5CA-0D1F-4FFE-943E-B332777A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19E4C2F-1A68-4795-9CF1-57715B33E7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932AC26-0EFF-414E-AE22-B72877068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BE62729-D3CA-437D-986E-83C359C9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E591-8025-4A8D-ABD9-8B77D1E29559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E7641BA-9453-4F6F-81C1-947D749B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0CFEF37-A945-41E1-8300-8BACB9C4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82C27-4CA4-41BD-8A28-2695B11A4FB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14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5B314-4DB3-4AD6-B78E-D63CF79C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F515BEE-3186-4AF4-9AFF-A4368AB37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E2E9896-6FD8-4AFF-8467-DD79AB9B1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BE097D90-5676-453C-B56D-BD8812DBF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02F5B025-363D-4500-AD8C-F12096862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D444C21-456C-4B81-8B19-8BCF3DA3C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E591-8025-4A8D-ABD9-8B77D1E29559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5D0509D6-1AE8-4F8F-BF62-50D0DA74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0754BF25-C4BB-41DF-AB81-B81BAD49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82C27-4CA4-41BD-8A28-2695B11A4FB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71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046B27-203B-4FD7-AA09-48F7F320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41B7E39E-4757-44F8-8913-B73513ED0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E591-8025-4A8D-ABD9-8B77D1E29559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FFD47976-2D45-46E1-8D2B-A49D243C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9C3B1E3A-76C6-4FB4-8AF6-4F7AE5C2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82C27-4CA4-41BD-8A28-2695B11A4FB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65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05E282A-44F3-424B-9BB0-CC162F387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E591-8025-4A8D-ABD9-8B77D1E29559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49AA727D-0F14-47E7-BA41-5EC11D23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7B973260-0D9F-4FE7-95C2-AFC877D9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82C27-4CA4-41BD-8A28-2695B11A4FB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6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5CC703-867E-489A-B4D1-7B165B19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A20F80C-BB23-4664-A7F4-3F6310B6B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86D0B36-F617-4FD3-A910-DF8522B70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8DD1AD2-D9BB-4E91-8CFD-96E2036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E591-8025-4A8D-ABD9-8B77D1E29559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84E1CC4-9F66-42A4-8E1A-1C040E36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39827FB-D03A-4C28-83EA-6AF3BC78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82C27-4CA4-41BD-8A28-2695B11A4FB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939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3C012-CBAF-4F84-8C33-26EF5B600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E2222589-D57B-4858-B607-24AF6AA95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74A9A41-3755-4474-BFE9-683FBD97A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8ACC6B5-9E2C-404D-B234-DBDEA8EB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E591-8025-4A8D-ABD9-8B77D1E29559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D063BC4-6AA3-46EB-A4F6-1E615875F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12AD09D-7C1E-48FA-B007-678D799C6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82C27-4CA4-41BD-8A28-2695B11A4FB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701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C53AC3-2E96-4B49-863E-74C2EB54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9153E7A-81F9-47A8-933A-39A7EC31C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816D4BF-3AD3-489B-A871-FC733FBCE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E591-8025-4A8D-ABD9-8B77D1E29559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B1641FD-6060-4895-BA65-E02B138D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029C204-9337-4CAA-80D7-3E2A9B1C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82C27-4CA4-41BD-8A28-2695B11A4FB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822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5298FFA-89A5-490E-A4E3-873A34068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ECB3D9F-495C-438F-8A92-9920D2F53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A944CC0-9DD1-4967-882E-52B4AAF9A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E591-8025-4A8D-ABD9-8B77D1E29559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9D59085-A57A-4A77-BF0B-3C7EF6BE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E0930A6-F611-469A-AF47-8797855A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82C27-4CA4-41BD-8A28-2695B11A4FB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68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AF2A7FF3-0FC8-4DEE-A7CF-2ABD1A93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43F40C5-F962-4E80-ABA6-BEE7B22C6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C3BC176-56D9-4A62-BDE9-966370253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FE591-8025-4A8D-ABD9-8B77D1E29559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38DB622-685F-46DF-BC7F-F9F37ECC1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A53309B-EB6E-4521-A63C-6BC74FC68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82C27-4CA4-41BD-8A28-2695B11A4FB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64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819436" y="1905506"/>
            <a:ext cx="105531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Иисус, в начале Ты был Словом,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Со Всевышним был Одно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слава, скрытая в творении,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Тебе явилась, наш Христос</a:t>
            </a:r>
          </a:p>
        </p:txBody>
      </p:sp>
    </p:spTree>
    <p:extLst>
      <p:ext uri="{BB962C8B-B14F-4D97-AF65-F5344CB8AC3E}">
        <p14:creationId xmlns:p14="http://schemas.microsoft.com/office/powerpoint/2010/main" val="370258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1278584" y="2293526"/>
            <a:ext cx="96348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 Имя прекрасно,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 Имя прекрасно,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Ты Царь мой, Иисус Христос</a:t>
            </a:r>
          </a:p>
        </p:txBody>
      </p:sp>
    </p:spTree>
    <p:extLst>
      <p:ext uri="{BB962C8B-B14F-4D97-AF65-F5344CB8AC3E}">
        <p14:creationId xmlns:p14="http://schemas.microsoft.com/office/powerpoint/2010/main" val="1323846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1193799" y="1924194"/>
            <a:ext cx="9804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 Имя прекрасно, Бог,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Ни с чем не сравнить Его!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 Имя прекрасно,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Иисус - Господь мой!</a:t>
            </a:r>
          </a:p>
        </p:txBody>
      </p:sp>
    </p:spTree>
    <p:extLst>
      <p:ext uri="{BB962C8B-B14F-4D97-AF65-F5344CB8AC3E}">
        <p14:creationId xmlns:p14="http://schemas.microsoft.com/office/powerpoint/2010/main" val="1173594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0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479377" y="1924195"/>
            <a:ext cx="1123324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Мечтал Ты в вечности быть с нами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Иисус, Ты Сам спустился к нам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Твоя любовь покрыла грех мой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Теперь мы вместе навсегда!</a:t>
            </a:r>
          </a:p>
        </p:txBody>
      </p:sp>
    </p:spTree>
    <p:extLst>
      <p:ext uri="{BB962C8B-B14F-4D97-AF65-F5344CB8AC3E}">
        <p14:creationId xmlns:p14="http://schemas.microsoft.com/office/powerpoint/2010/main" val="4123563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1452460" y="2293526"/>
            <a:ext cx="92870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 Имя чудесно,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 Имя чудесно,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Ты Царь мой, Иисус Христос</a:t>
            </a:r>
          </a:p>
        </p:txBody>
      </p:sp>
    </p:spTree>
    <p:extLst>
      <p:ext uri="{BB962C8B-B14F-4D97-AF65-F5344CB8AC3E}">
        <p14:creationId xmlns:p14="http://schemas.microsoft.com/office/powerpoint/2010/main" val="3279919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740832" y="1924194"/>
            <a:ext cx="107103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 Имя чудесно,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Ни с чем не сравнить Его!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 Имя чудесно,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Иисус - Господь мой!</a:t>
            </a:r>
          </a:p>
        </p:txBody>
      </p:sp>
    </p:spTree>
    <p:extLst>
      <p:ext uri="{BB962C8B-B14F-4D97-AF65-F5344CB8AC3E}">
        <p14:creationId xmlns:p14="http://schemas.microsoft.com/office/powerpoint/2010/main" val="4120951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181993" y="2293526"/>
            <a:ext cx="118280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Из мёртвых воскрес Ты,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нет больше завесы!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Заставил умолкнуть грех и смерть</a:t>
            </a:r>
          </a:p>
        </p:txBody>
      </p:sp>
    </p:spTree>
    <p:extLst>
      <p:ext uri="{BB962C8B-B14F-4D97-AF65-F5344CB8AC3E}">
        <p14:creationId xmlns:p14="http://schemas.microsoft.com/office/powerpoint/2010/main" val="326422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740832" y="2274838"/>
            <a:ext cx="107103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Триумф одержал Ты,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к жизни восстал вновь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Не заглушить хвалы небес!</a:t>
            </a:r>
          </a:p>
        </p:txBody>
      </p:sp>
    </p:spTree>
    <p:extLst>
      <p:ext uri="{BB962C8B-B14F-4D97-AF65-F5344CB8AC3E}">
        <p14:creationId xmlns:p14="http://schemas.microsoft.com/office/powerpoint/2010/main" val="1122227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678938" y="2274838"/>
            <a:ext cx="108341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Нет Тебе равных,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Тебе нет подобных!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Сейчас и вовеки правь, Господь!</a:t>
            </a:r>
          </a:p>
        </p:txBody>
      </p:sp>
    </p:spTree>
    <p:extLst>
      <p:ext uri="{BB962C8B-B14F-4D97-AF65-F5344CB8AC3E}">
        <p14:creationId xmlns:p14="http://schemas.microsoft.com/office/powerpoint/2010/main" val="90200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1151943" y="2274838"/>
            <a:ext cx="98881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Твоё, Бог, всё Царство!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Твоя, Бог, вся слава!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 Имя превыше всех имён!</a:t>
            </a:r>
          </a:p>
        </p:txBody>
      </p:sp>
    </p:spTree>
    <p:extLst>
      <p:ext uri="{BB962C8B-B14F-4D97-AF65-F5344CB8AC3E}">
        <p14:creationId xmlns:p14="http://schemas.microsoft.com/office/powerpoint/2010/main" val="1467405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1281064" y="2274838"/>
            <a:ext cx="96298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Твоём Имени сила, Бог!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Твоём Имени сила, Бог!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Ты Царь мой, Иисус Христос!</a:t>
            </a:r>
          </a:p>
        </p:txBody>
      </p:sp>
    </p:spTree>
    <p:extLst>
      <p:ext uri="{BB962C8B-B14F-4D97-AF65-F5344CB8AC3E}">
        <p14:creationId xmlns:p14="http://schemas.microsoft.com/office/powerpoint/2010/main" val="3149669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740832" y="1905506"/>
            <a:ext cx="107103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Твоём Имени сила, Бог!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Ему покорится всё!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Твоём Имени сила, Бог!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Иисус - Господь мой!</a:t>
            </a:r>
          </a:p>
        </p:txBody>
      </p:sp>
    </p:spTree>
    <p:extLst>
      <p:ext uri="{BB962C8B-B14F-4D97-AF65-F5344CB8AC3E}">
        <p14:creationId xmlns:p14="http://schemas.microsoft.com/office/powerpoint/2010/main" val="3048205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233</Words>
  <Application>Microsoft Office PowerPoint</Application>
  <PresentationFormat>Широкий екран</PresentationFormat>
  <Paragraphs>41</Paragraphs>
  <Slides>12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2023-11-04T20:00:52Z</dcterms:created>
  <dcterms:modified xsi:type="dcterms:W3CDTF">2024-11-02T21:04:35Z</dcterms:modified>
</cp:coreProperties>
</file>