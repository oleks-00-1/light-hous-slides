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6" r:id="rId2"/>
    <p:sldId id="331" r:id="rId3"/>
    <p:sldId id="327" r:id="rId4"/>
    <p:sldId id="328" r:id="rId5"/>
    <p:sldId id="329" r:id="rId6"/>
    <p:sldId id="33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C4F696-715C-4626-9785-620FE047D196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E579C-C467-47FA-B043-1DF56E5F0D6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56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0669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55577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093142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46093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763070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90433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0FDBF-84EE-4D30-BDC3-8791DD403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F56B2B-83BA-404A-A5B0-A07BBD9C0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A3550F-9522-44E1-9F93-A028BD53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3EB829-5963-4D5D-AA28-597F62BF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D7FD48-0E29-47E6-BC28-4A1BFBD7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555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D0D4A-0E09-4EF9-B61F-64236281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7D5427-859F-4C4E-9735-91B3A0B0D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42E55A-6A38-4C30-A1FE-2E18047E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5024D0-F687-4346-B26A-F4461688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04D9D6-B802-4A68-B50E-4443221B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105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49F30-EAAD-48EF-9E09-0F7D75B46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CA61A2-4B71-436D-A6A7-C5E650EF6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1516B7-8B2F-4FC7-8C7F-E1F7D894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686AE9-FC21-414B-AD85-E81569AC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EBC047-4C56-43B9-94C0-DA657DA8A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7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2DDA6-B58B-448B-9B50-BC2FC021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88E290-C26F-4CE3-9DCD-B96459798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5A41FF-19E8-48A3-994A-B20110320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FA6291-F8A2-4415-8C52-183FD043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D49B4D-64AA-48FF-AC88-DFC8903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9114E9-E7E7-4354-8497-B909AC3A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140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EE1D4-845B-4641-83C2-093FD4678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9D47AE-EE9D-4A8E-8759-1E831BF3C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AC9088-9B2F-4260-9D26-EF5FC3881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A5D78E-C55E-420C-84B0-1E1F6D976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849526-1866-4161-ABD1-C8264FD5C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4BF3079-4591-4991-8481-04CB1BA3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9C164C8-C052-40D4-BCF1-0F7F6A82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7CCCE5C-F825-400C-B8BE-2DE4B199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40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36052-A659-4A70-9E12-D1AA5BFF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AD7C74F-BF12-432A-8592-2B824B97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7FA3E6-F990-4A3A-9844-BC1ECE33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89148C-2969-4E6A-9C53-73C97531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66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969F9C3-E6EA-4C3A-8F02-B2266A830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EF911A-8B35-4F9E-AC6F-6D5F2547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FDC48B-D65A-4515-9B29-00550F43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55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94ADA-E45A-42D7-9741-1695E742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7AD2A6-C741-4193-9EA2-7BE743757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765828-D01C-4193-A3EC-DF308C8E7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AB26D3-ABE6-4486-86FA-04D09252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0AB964-B4BB-4CC4-8E67-367F2424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833573-819C-4F31-A9A1-46677BDF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35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01A35-D6C4-4F66-A545-5804F048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12D076-D998-47DF-B8A3-F80A08BAE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A5F03-E4B2-4C35-986E-9D5432DA2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E5DB0A-5076-48C6-98B4-A934119B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794588-6F8C-4AA7-A46C-B552E22F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F7FCEE-9ED4-462B-9810-3A5DF1E6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528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4855A-397B-402A-948B-E65BD1193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8F46CF-6EF3-4490-91F8-F3D17464D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AF8500-6EB3-4FB8-ABF6-50F7A78E3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4DB8C9-19D9-477D-86A8-28656065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3DFC0-F67A-4D25-B50D-899BD139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37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308A56-BB89-4B8C-A5BC-EF528E8C2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ED395-1BDB-43B9-9E5A-D3A65A18C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DA195B-C02D-499F-9CEC-FD152285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F35366-CA91-47A4-881E-30D68A03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573FD5-1DFC-4968-AC9D-8B622A76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59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6F0A5-6390-4ED9-98B4-1067F7E6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EE591F-5EED-48B0-9A60-943BE223C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B29C31-CC1F-4ED8-AFBE-F7ACFCCA1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1F554-6239-4683-870F-2FE7EC3CAE1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3AD8F3-CBAB-4EC6-89BD-10366D12E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1119F5-370D-441B-8A0E-915BDB693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38F40-45DB-4049-9446-05D460DDEBF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2551837"/>
            <a:ext cx="119366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 Свою отдал на кресте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мой грех</a:t>
            </a:r>
          </a:p>
        </p:txBody>
      </p:sp>
    </p:spTree>
    <p:extLst>
      <p:ext uri="{BB962C8B-B14F-4D97-AF65-F5344CB8AC3E}">
        <p14:creationId xmlns:p14="http://schemas.microsoft.com/office/powerpoint/2010/main" val="55046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2551837"/>
            <a:ext cx="119366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Кровь Свою пролил на алтарь,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спас всех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1256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2644170"/>
            <a:ext cx="119366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небе навсегда записал моё имя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для меня всё 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3598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720840"/>
            <a:ext cx="119366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 что мне надо –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знать Тебя и быть с Тобой рядом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мо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сердце изменил навсегда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Для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Тебя поёт душа моя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0684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97839"/>
            <a:ext cx="119366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 присутстви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Твоём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руки поднимаю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 сердце моём </a:t>
            </a:r>
          </a:p>
        </p:txBody>
      </p:sp>
    </p:spTree>
    <p:extLst>
      <p:ext uri="{BB962C8B-B14F-4D97-AF65-F5344CB8AC3E}">
        <p14:creationId xmlns:p14="http://schemas.microsoft.com/office/powerpoint/2010/main" val="3145126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899699"/>
            <a:ext cx="119366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 душой Тебя, мой Бог, благословляю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вс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во всём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558386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78</Words>
  <Application>Microsoft Office PowerPoint</Application>
  <PresentationFormat>Широкий екран</PresentationFormat>
  <Paragraphs>21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5</cp:revision>
  <dcterms:created xsi:type="dcterms:W3CDTF">2025-05-29T15:18:29Z</dcterms:created>
  <dcterms:modified xsi:type="dcterms:W3CDTF">2026-05-02T20:54:41Z</dcterms:modified>
</cp:coreProperties>
</file>