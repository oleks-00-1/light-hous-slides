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12" r:id="rId2"/>
    <p:sldId id="313" r:id="rId3"/>
    <p:sldId id="314" r:id="rId4"/>
    <p:sldId id="315" r:id="rId5"/>
    <p:sldId id="316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6" autoAdjust="0"/>
    <p:restoredTop sz="94660"/>
  </p:normalViewPr>
  <p:slideViewPr>
    <p:cSldViewPr snapToGrid="0">
      <p:cViewPr varScale="1">
        <p:scale>
          <a:sx n="46" d="100"/>
          <a:sy n="46" d="100"/>
        </p:scale>
        <p:origin x="370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D06D9-86B2-4937-9CBB-8EEBF7CAFF3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D39A84-6159-4A66-BE68-4C417F5C9A5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631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393039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253225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726929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599094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340528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2170B4-9E49-4E7D-BECF-AC74C7A17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3E15DB2C-9FC5-4534-A6A9-F6B4198C2D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1DBF62D-0902-451E-BDBB-96172C151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25ACE-1FE4-44FE-8D32-C40EFEF557C8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57CDC53-DF4C-4115-B873-52587E639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D046823-318D-45F1-92DA-0DF69321F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607-6C6B-41D0-8415-E8837891FBD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5104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B78932-9BF8-461A-8806-0C938AFB1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E0340AF-01D3-485B-8DED-E87314F40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FC903A3-1C16-4B78-8885-68C89819B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25ACE-1FE4-44FE-8D32-C40EFEF557C8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AE47A36-1E5A-4EF3-B987-EB1A7F168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0198AC3-C2A0-4AB8-A9D7-FE0D2CD4F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607-6C6B-41D0-8415-E8837891FBD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2409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D5D3E6-8BB7-48CE-8567-FB4C32A47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59DE67B-C591-4D5C-BE88-E8B5553B5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A0DC82F-5EF1-4FF1-9123-66E20488B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25ACE-1FE4-44FE-8D32-C40EFEF557C8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26B3223-46A5-484B-B45C-0FCAC015D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5F2B247-C5A7-47B3-A7F1-8E99714A7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607-6C6B-41D0-8415-E8837891FBD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291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6FFEF4-2F62-4AA0-9A19-AF74A7632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50D0E7A-737A-44F4-B957-25FFF840E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3E8484A-9C15-4B3B-BF1D-10E44A8C0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05DE5A37-A3A0-4461-83F8-858F1F907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25ACE-1FE4-44FE-8D32-C40EFEF557C8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33AEE67-244F-4E93-AF3D-7E2CF2F87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84E3E5E2-7EB8-4FC0-A1A0-6FD2036A4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607-6C6B-41D0-8415-E8837891FBD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236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93ABBF-A8E4-483F-BB0A-0A624D1A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5AB0BBD-94BD-4DD7-8E25-9BC4E01FB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4BF5155-669B-461D-B237-929B93DCD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FD41DC50-4F84-427A-BF3E-41D92901F2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774DA52C-6F17-4E77-9A53-BF2ADC866B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971DAA2D-3543-4F1B-AC20-DE7F5430D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25ACE-1FE4-44FE-8D32-C40EFEF557C8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4BA7AE9B-98FF-4735-8915-2A18EFCF5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EB688EEE-FEF5-4565-8B2F-11846DD4A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607-6C6B-41D0-8415-E8837891FBD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542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30A188-E4DB-440F-95BC-95DE529C1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E3DC1785-0084-4D7A-A965-DDC94F082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25ACE-1FE4-44FE-8D32-C40EFEF557C8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E94ECF17-BCA1-48F1-814A-2AE1A2E02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0C1FDAF4-9D3D-4D0E-B8FE-4D7C88BE4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607-6C6B-41D0-8415-E8837891FBD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623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B260A349-3839-4FE0-BD80-173A94E44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25ACE-1FE4-44FE-8D32-C40EFEF557C8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8D896881-99D7-4A84-BAF6-3D81F7D56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9ED2DAE2-8B7A-4646-89D5-DB936654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607-6C6B-41D0-8415-E8837891FBD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6737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97E13A-10C8-4C63-BA27-5E341DA11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A5B77B3-E7FB-42A3-A173-E0E9B1934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151749D6-B5F6-431B-B101-B1B40AAD3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BFF5EF9-0C1A-4E0E-A17A-CBAB4813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25ACE-1FE4-44FE-8D32-C40EFEF557C8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D2FA97A-10CB-44F3-909D-2B5D289EC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E0C2294-F362-4A35-ADA7-B2A2DCC83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607-6C6B-41D0-8415-E8837891FBD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87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242789-6280-4A67-ADDF-4D9EFF528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3FA75986-AE4E-4C21-A253-899D9C8770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1FA9C6DD-B20B-45DF-929A-DBD8B819F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3C99D3E-CE51-4449-A620-DD90A4F0D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25ACE-1FE4-44FE-8D32-C40EFEF557C8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0E89BEE-FB0B-498C-9ECE-8493B64D2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7C7BD19-AE3A-4B13-8CC4-20B68B8CE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607-6C6B-41D0-8415-E8837891FBD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465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8DC575-EFEB-4CB1-8E26-C2AACC7A0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CAD87B19-4757-4417-8316-A87A57E86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7A7F001-C2D2-4E9E-8325-5896FF642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25ACE-1FE4-44FE-8D32-C40EFEF557C8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9711D4B-AE21-492C-9B6D-DD9AD2616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1C9590C-F28F-45D1-8466-56443D6F9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607-6C6B-41D0-8415-E8837891FBD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4816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87754A53-9EE7-481B-9754-999E8C11D3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4A498EEC-0282-49E9-95C6-F933683C7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191CC91-3F54-44C2-90E6-A1851F0C7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25ACE-1FE4-44FE-8D32-C40EFEF557C8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BD5523A-F3F5-473E-BB62-C3B53DC1C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734CB32-EF76-4385-AB9D-D20E99867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95607-6C6B-41D0-8415-E8837891FBD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3483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D41AA846-AD62-4F3D-95AA-DE70001BD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C6C1E29-F9B5-4913-B39E-383EC287A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1432027-FF16-4D16-9AC1-42C3E9B6BE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25ACE-1FE4-44FE-8D32-C40EFEF557C8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27CCFC4-E56C-4AE3-991A-2483878AAC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CF8A010-5A73-446C-A848-E57B8B62E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95607-6C6B-41D0-8415-E8837891FBD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9298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99213" y="2644170"/>
            <a:ext cx="113935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/>
                </a:solidFill>
              </a:rPr>
              <a:t>Ти тут! Долину плачу я пройду з Тобою</a:t>
            </a:r>
            <a:br>
              <a:rPr lang="uk-UA" sz="4800" b="1" dirty="0">
                <a:solidFill>
                  <a:schemeClr val="bg1"/>
                </a:solidFill>
              </a:rPr>
            </a:br>
            <a:r>
              <a:rPr lang="uk-UA" sz="4800" b="1" dirty="0">
                <a:solidFill>
                  <a:schemeClr val="bg1"/>
                </a:solidFill>
              </a:rPr>
              <a:t>Ти тут! Укріпиш кроки Ти Своєю любов’ю</a:t>
            </a:r>
            <a:endParaRPr lang="uk-UA" sz="4800" b="1" dirty="0">
              <a:solidFill>
                <a:schemeClr val="bg1"/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89265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99213" y="2274838"/>
            <a:ext cx="1139357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/>
                </a:solidFill>
              </a:rPr>
              <a:t>До останнього подиху в Твоїх все руках</a:t>
            </a:r>
            <a:br>
              <a:rPr lang="uk-UA" sz="4800" b="1" dirty="0">
                <a:solidFill>
                  <a:schemeClr val="bg1"/>
                </a:solidFill>
              </a:rPr>
            </a:br>
            <a:r>
              <a:rPr lang="uk-UA" sz="4800" b="1" dirty="0">
                <a:solidFill>
                  <a:schemeClr val="bg1"/>
                </a:solidFill>
              </a:rPr>
              <a:t>Ти один серце втішиш коли сам на сам</a:t>
            </a:r>
            <a:br>
              <a:rPr lang="uk-UA" sz="4800" b="1" dirty="0">
                <a:solidFill>
                  <a:schemeClr val="bg1"/>
                </a:solidFill>
              </a:rPr>
            </a:br>
            <a:r>
              <a:rPr lang="uk-UA" sz="4800" b="1" dirty="0">
                <a:solidFill>
                  <a:schemeClr val="bg1"/>
                </a:solidFill>
              </a:rPr>
              <a:t>Уся влада і сила, мій Бог, у Твоїх все руках</a:t>
            </a:r>
            <a:endParaRPr lang="uk-UA" sz="4800" b="1" dirty="0">
              <a:solidFill>
                <a:schemeClr val="bg1"/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81099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99213" y="1991865"/>
            <a:ext cx="1139357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Я знаю з Тобою лиш все пройду</a:t>
            </a:r>
            <a:br>
              <a:rPr lang="uk-UA" sz="48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uk-UA" sz="48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І я вірю, Твій мир знову знайду</a:t>
            </a:r>
            <a:br>
              <a:rPr lang="uk-UA" sz="48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uk-UA" sz="48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Тільки Ти оновиш силу мою</a:t>
            </a:r>
            <a:br>
              <a:rPr lang="uk-UA" sz="48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uk-UA" sz="48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Я пройду, я пройду</a:t>
            </a:r>
            <a:endParaRPr lang="uk-UA" sz="4800" b="1" dirty="0">
              <a:solidFill>
                <a:schemeClr val="bg1"/>
              </a:solidFill>
              <a:effectLst/>
              <a:latin typeface="Helvetica" panose="020B0604020202020204" pitchFamily="34" charset="0"/>
              <a:ea typeface="Lantinghei SC Demibold" panose="02000000000000000000" pitchFamily="2" charset="-122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245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99213" y="1807199"/>
            <a:ext cx="1139357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5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Ти за мене, Бог, воюєш</a:t>
            </a:r>
            <a:br>
              <a:rPr lang="uk-UA" sz="5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uk-UA" sz="5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В тіні крил Твоїх стою я </a:t>
            </a:r>
            <a:br>
              <a:rPr lang="uk-UA" sz="5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uk-UA" sz="5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Оновив в мені Ти силу </a:t>
            </a:r>
            <a:br>
              <a:rPr lang="uk-UA" sz="5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uk-UA" sz="5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Я піду і не боюсь</a:t>
            </a:r>
            <a:endParaRPr lang="uk-UA" sz="5400" b="1" dirty="0">
              <a:solidFill>
                <a:schemeClr val="bg1"/>
              </a:solidFill>
              <a:effectLst/>
              <a:latin typeface="Helvetica" panose="020B0604020202020204" pitchFamily="34" charset="0"/>
              <a:ea typeface="Lantinghei SC Demibold" panose="02000000000000000000" pitchFamily="2" charset="-122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855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99213" y="1807199"/>
            <a:ext cx="1139357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5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Своїм словом мене Ти провів</a:t>
            </a:r>
            <a:br>
              <a:rPr lang="uk-UA" sz="5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uk-UA" sz="5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І у серці пісню відновив</a:t>
            </a:r>
            <a:br>
              <a:rPr lang="uk-UA" sz="5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uk-UA" sz="5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Обітниці Твої бережу</a:t>
            </a:r>
            <a:br>
              <a:rPr lang="uk-UA" sz="5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uk-UA" sz="5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Бог, я йду</a:t>
            </a:r>
            <a:endParaRPr lang="uk-UA" sz="5400" b="1" dirty="0">
              <a:solidFill>
                <a:schemeClr val="bg1"/>
              </a:solidFill>
              <a:effectLst/>
              <a:latin typeface="Helvetica" panose="020B0604020202020204" pitchFamily="34" charset="0"/>
              <a:ea typeface="Lantinghei SC Demibold" panose="02000000000000000000" pitchFamily="2" charset="-122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3532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126</Words>
  <Application>Microsoft Office PowerPoint</Application>
  <PresentationFormat>Широкий екран</PresentationFormat>
  <Paragraphs>10</Paragraphs>
  <Slides>5</Slides>
  <Notes>5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2026-09-12T20:15:31Z</dcterms:created>
  <dcterms:modified xsi:type="dcterms:W3CDTF">2026-09-12T20:19:27Z</dcterms:modified>
</cp:coreProperties>
</file>