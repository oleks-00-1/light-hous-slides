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9" r:id="rId2"/>
    <p:sldId id="282" r:id="rId3"/>
    <p:sldId id="277" r:id="rId4"/>
    <p:sldId id="278" r:id="rId5"/>
    <p:sldId id="279" r:id="rId6"/>
    <p:sldId id="280" r:id="rId7"/>
    <p:sldId id="281" r:id="rId8"/>
    <p:sldId id="30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CB0CDC4C-E8B4-428E-BE41-3CC276AEBE01}"/>
    <pc:docChg chg="addSld modSld sldOrd">
      <pc:chgData name="Олександр Зик" userId="c7a628fe0823e5d5" providerId="LiveId" clId="{CB0CDC4C-E8B4-428E-BE41-3CC276AEBE01}" dt="2024-08-10T19:38:53.036" v="19" actId="1076"/>
      <pc:docMkLst>
        <pc:docMk/>
      </pc:docMkLst>
      <pc:sldChg chg="modSp mod">
        <pc:chgData name="Олександр Зик" userId="c7a628fe0823e5d5" providerId="LiveId" clId="{CB0CDC4C-E8B4-428E-BE41-3CC276AEBE01}" dt="2024-08-10T19:37:55.538" v="14" actId="20577"/>
        <pc:sldMkLst>
          <pc:docMk/>
          <pc:sldMk cId="2689930373" sldId="277"/>
        </pc:sldMkLst>
        <pc:spChg chg="mod">
          <ac:chgData name="Олександр Зик" userId="c7a628fe0823e5d5" providerId="LiveId" clId="{CB0CDC4C-E8B4-428E-BE41-3CC276AEBE01}" dt="2024-08-10T19:37:55.538" v="14" actId="20577"/>
          <ac:spMkLst>
            <pc:docMk/>
            <pc:sldMk cId="2689930373" sldId="277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CB0CDC4C-E8B4-428E-BE41-3CC276AEBE01}" dt="2024-07-27T19:25:52.586" v="10" actId="20577"/>
        <pc:sldMkLst>
          <pc:docMk/>
          <pc:sldMk cId="2694585121" sldId="280"/>
        </pc:sldMkLst>
        <pc:spChg chg="mod">
          <ac:chgData name="Олександр Зик" userId="c7a628fe0823e5d5" providerId="LiveId" clId="{CB0CDC4C-E8B4-428E-BE41-3CC276AEBE01}" dt="2024-07-27T19:25:52.586" v="10" actId="20577"/>
          <ac:spMkLst>
            <pc:docMk/>
            <pc:sldMk cId="2694585121" sldId="280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CB0CDC4C-E8B4-428E-BE41-3CC276AEBE01}" dt="2024-07-27T19:26:20.955" v="12" actId="20577"/>
        <pc:sldMkLst>
          <pc:docMk/>
          <pc:sldMk cId="2784541203" sldId="281"/>
        </pc:sldMkLst>
        <pc:spChg chg="mod">
          <ac:chgData name="Олександр Зик" userId="c7a628fe0823e5d5" providerId="LiveId" clId="{CB0CDC4C-E8B4-428E-BE41-3CC276AEBE01}" dt="2024-07-27T19:26:20.955" v="12" actId="20577"/>
          <ac:spMkLst>
            <pc:docMk/>
            <pc:sldMk cId="2784541203" sldId="281"/>
            <ac:spMk id="6" creationId="{8B8B9F93-12AE-88AB-620C-6C359005DCB4}"/>
          </ac:spMkLst>
        </pc:spChg>
      </pc:sldChg>
      <pc:sldChg chg="modSp add mod ord">
        <pc:chgData name="Олександр Зик" userId="c7a628fe0823e5d5" providerId="LiveId" clId="{CB0CDC4C-E8B4-428E-BE41-3CC276AEBE01}" dt="2024-08-10T19:38:53.036" v="19" actId="1076"/>
        <pc:sldMkLst>
          <pc:docMk/>
          <pc:sldMk cId="3495644476" sldId="300"/>
        </pc:sldMkLst>
        <pc:spChg chg="mod">
          <ac:chgData name="Олександр Зик" userId="c7a628fe0823e5d5" providerId="LiveId" clId="{CB0CDC4C-E8B4-428E-BE41-3CC276AEBE01}" dt="2024-08-10T19:38:53.036" v="19" actId="1076"/>
          <ac:spMkLst>
            <pc:docMk/>
            <pc:sldMk cId="3495644476" sldId="300"/>
            <ac:spMk id="6" creationId="{8B8B9F93-12AE-88AB-620C-6C359005DC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C3E1B-7880-4DCC-B6C5-CF8A40102353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675FA-8D83-4D58-AB39-D849FAD1D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58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7999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8D62C-9D20-4B2E-8457-803DBD309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45E5D69-659B-4287-BA90-05A8DB5C0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5F8E9B-1DEF-43F2-A1E9-68CDCC75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A57227-5F39-465F-9030-65097DF3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D7C8BC-D068-459E-8997-02B43563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12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60804-06F0-4EB0-A5B2-D039B476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DB162A-1B1C-47E8-9881-7E608D7DA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1DC425C-CB29-45B2-BACA-ADDC2D80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EB29A71-2793-4CCA-BE8E-5AF630EE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2B7369A-3268-4878-87DE-5164917D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00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0BD00-F7D1-4859-9E7E-FA651208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05A615E-E3BC-4A00-8857-9868EB898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1031960-4F10-453C-9AC0-3D896036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1C4FCEB-0D23-4108-AD93-B19B1059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8B7ED9A-B0C3-4EDC-B0B7-E5DA2338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63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B5CFB-27D5-44BB-85DC-AC20EA89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85360C0-CC1D-4E77-970C-B604A3BE2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E13528F-954C-4A8C-A630-F6A765DBB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3A9F8FB-68BE-4D53-9F4B-1E1E7CA1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76CD684-1C3C-46C3-8128-0B50EECE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A2E436B-2701-4E04-B35D-C2B539A6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29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D75E6-9E4B-41C9-965E-6C29C863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F449058-D61A-49B5-85F5-F4A248A1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7B82C47-3C2E-49EF-A61E-95DD5D45A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3BDE8A4-295C-49E4-A439-E37F9FD9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F291E17-C709-46BF-BD8C-2F892C804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9BC5E0F-96AA-45D8-B158-692B9F0E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CDDCAF2-BAAF-4418-BC5E-F1D044B5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117FEF2-43BC-4B6B-B6F6-D8F8966F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9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0D995-D9CC-40E0-A42F-F022CAE5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8177B3A-B36F-4F50-8F14-90D7EC0F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EB84F5B-CDEA-45B0-832C-AE3E1C3B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69D73DD-CEF8-4B82-B52D-B9D8ED81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6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D211040-3D9D-4884-939A-A623A6E7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2C40967-B65F-4248-98D2-71FA2EBE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63D9BF7-B538-4652-B444-5E719E98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5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D9D83-8AB9-4FA6-96A0-B68CB331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0779930-F2F1-4EE6-847A-C67E40C91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BDD8D6F-88B9-4510-8972-59EEF9543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1CBCA1-0977-4FD5-B2BB-32D93257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D19FB47-37E7-4A68-B100-648A05B4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7061F84-7941-44A0-BA8B-AF9A1BDF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50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E5D5-FE6B-4421-81E4-B3B0FF77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AF973C2-B0FC-42E5-AED3-BA1CF1671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3C08ED5-7D89-46DF-A6AA-A1E37F3A3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D6C5FC2-799B-4462-B84E-73304CC5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B9271FA-8ADD-436B-85F2-B9F3133B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8F9416C-41E8-408B-AF6C-AB128E4E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4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72852-A732-4548-A5D1-04DF4548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13F917A-98A8-4BAD-BA76-E2BDA883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34ADF32-C534-4244-BB33-3B4F958C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D09F972-49B8-4670-ABE9-311078732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40719E9-0E8F-4995-9072-4F92AD61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66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8725E7E-95B0-457F-A17E-E9AEBB263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0778FFA-B2F2-4277-8B90-12D95E5F7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D81246-481E-46FD-9A87-1FC8271F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B568DA9-9801-4FBA-9054-1F32B688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EC42EA-3B4E-44C6-9FEE-69AE858A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4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D394237-EDC5-4B9C-96A9-CB1FCBFA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9BC477E-15B5-4006-9F0A-12DB3E845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0E747DC-D286-4F7C-9090-A199A223E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79E4-91EC-4438-B96E-B28791131AA4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F02C09-09E3-446A-AA78-26FCDC953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0FC9CA6-4A2E-4773-A17D-8EC8E7263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C2D64-4207-4FED-9085-AB5EFA58F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90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2572CD78-61E0-124B-9102-904C0A17C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189698" y="2274838"/>
            <a:ext cx="9812603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реке небесной течёт добро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Своим фонтаном</a:t>
            </a:r>
            <a:endParaRPr lang="en-US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заглушит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боль        </a:t>
            </a:r>
          </a:p>
        </p:txBody>
      </p:sp>
    </p:spTree>
    <p:extLst>
      <p:ext uri="{BB962C8B-B14F-4D97-AF65-F5344CB8AC3E}">
        <p14:creationId xmlns:p14="http://schemas.microsoft.com/office/powerpoint/2010/main" val="123642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96FA1FA2-9092-EC73-79A5-3FF9E92F3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801756" y="2274838"/>
            <a:ext cx="8588487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океан тот глубже, </a:t>
            </a:r>
            <a:endParaRPr lang="en-US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чем весь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страх 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Волна всё ближе, ближе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7232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6A1FE118-6AC1-D416-E05F-2EAB474CA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474784" y="1536174"/>
            <a:ext cx="11242431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Приливом мощным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внутри зальёт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 сердца Бога тот поток течёт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Нас накрывает Водопад с небес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Волна всё ближе, ближе</a:t>
            </a:r>
          </a:p>
        </p:txBody>
      </p:sp>
    </p:spTree>
    <p:extLst>
      <p:ext uri="{BB962C8B-B14F-4D97-AF65-F5344CB8AC3E}">
        <p14:creationId xmlns:p14="http://schemas.microsoft.com/office/powerpoint/2010/main" val="268993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824F36FF-2583-730B-4BE7-044C96B33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3731" y="2644170"/>
            <a:ext cx="1034453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Льётся, льётся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Божий поток здесь и сейчас</a:t>
            </a:r>
          </a:p>
        </p:txBody>
      </p:sp>
    </p:spTree>
    <p:extLst>
      <p:ext uri="{BB962C8B-B14F-4D97-AF65-F5344CB8AC3E}">
        <p14:creationId xmlns:p14="http://schemas.microsoft.com/office/powerpoint/2010/main" val="940776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702137B3-043E-CA68-6609-EF2BFC737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420260" y="2967335"/>
            <a:ext cx="9351479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реке Твоей оживаем</a:t>
            </a:r>
          </a:p>
        </p:txBody>
      </p:sp>
    </p:spTree>
    <p:extLst>
      <p:ext uri="{BB962C8B-B14F-4D97-AF65-F5344CB8AC3E}">
        <p14:creationId xmlns:p14="http://schemas.microsoft.com/office/powerpoint/2010/main" val="1333543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E0A8DB5C-9555-7068-FCD9-456B0425F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765535" y="1905506"/>
            <a:ext cx="10828588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Открой темниц врата,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освобождая всех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Открой поток, открой поток, открой поток во мне</a:t>
            </a:r>
          </a:p>
        </p:txBody>
      </p:sp>
    </p:spTree>
    <p:extLst>
      <p:ext uri="{BB962C8B-B14F-4D97-AF65-F5344CB8AC3E}">
        <p14:creationId xmlns:p14="http://schemas.microsoft.com/office/powerpoint/2010/main" val="269458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05CF39D6-C2D5-DA36-BBA6-923498541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447245" y="1905506"/>
            <a:ext cx="11297510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радость не унять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танцуем мы везде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Открой поток, открой поток,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открой поток во мне</a:t>
            </a:r>
          </a:p>
        </p:txBody>
      </p:sp>
    </p:spTree>
    <p:extLst>
      <p:ext uri="{BB962C8B-B14F-4D97-AF65-F5344CB8AC3E}">
        <p14:creationId xmlns:p14="http://schemas.microsoft.com/office/powerpoint/2010/main" val="278454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port, swimming, water sport, ocean floor&#10;&#10;Description automatically generated">
            <a:extLst>
              <a:ext uri="{FF2B5EF4-FFF2-40B4-BE49-F238E27FC236}">
                <a16:creationId xmlns:a16="http://schemas.microsoft.com/office/drawing/2014/main" id="{E0A8DB5C-9555-7068-FCD9-456B0425F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681706" y="2644170"/>
            <a:ext cx="108285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Открой поток, открой поток, открой поток во мне</a:t>
            </a:r>
          </a:p>
        </p:txBody>
      </p:sp>
    </p:spTree>
    <p:extLst>
      <p:ext uri="{BB962C8B-B14F-4D97-AF65-F5344CB8AC3E}">
        <p14:creationId xmlns:p14="http://schemas.microsoft.com/office/powerpoint/2010/main" val="34956444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</Words>
  <Application>Microsoft Office PowerPoint</Application>
  <PresentationFormat>Широкоэкранный</PresentationFormat>
  <Paragraphs>23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2023-09-30T19:17:37Z</dcterms:created>
  <dcterms:modified xsi:type="dcterms:W3CDTF">2025-04-04T16:21:29Z</dcterms:modified>
</cp:coreProperties>
</file>