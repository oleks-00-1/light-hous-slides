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4" r:id="rId3"/>
    <p:sldId id="305" r:id="rId4"/>
    <p:sldId id="306" r:id="rId5"/>
    <p:sldId id="307" r:id="rId6"/>
    <p:sldId id="308" r:id="rId7"/>
    <p:sldId id="309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184797-0376-4B75-88E2-0747D2153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FAE877B-319D-4DE6-B803-57136346A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4D9A564-1B91-4103-A401-3EDB2C0EA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9AE4349-819A-4D2D-B0F2-D936C79A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DDF3BCB-7947-45D8-941D-5030C28F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9249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DF6325-54B9-4BD3-9C49-8620A466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9F058E2-8BE5-41B1-9FD2-3FB8117B5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D1317C5-2F40-4438-B259-ABF1C3BCC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FD7E3EC-00A0-492E-A738-D98384F7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9D7ACED-2C02-4EBD-9EB1-CD8838AD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275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426971-F303-42E3-AF00-A9A4B8816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AFED45A-E042-4F45-BE35-3FBB949DD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638EC14-F0A7-4E32-ADC2-6EACCE7B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1BFC26B-5054-41CC-8AA3-0BF5E39F3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B3AB76C-042B-410E-B242-0F2E438F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273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93EE0-EB7D-4817-B3AD-E038552ED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4C4E2F2-EAEA-4BAC-991F-9933744613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DC8C9D1-B677-4AE8-B957-21470F90A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8E5AD2A-E304-4A33-9BC2-B1B4E5614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5F4915F-69E5-42D8-B10F-093F5D1E3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25FBD25-21F1-4DBF-883E-543A0E18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090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453BD4-A049-4C73-B3CA-1071AD042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5ABFDC8-FB42-497D-8DFE-17163FA61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235979E-6686-49E0-A17A-0E16D055C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338C8CE1-ABDE-4D42-8A23-3826CB381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44A423A0-E168-4B7B-874B-EC6006479F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8F340D93-2F9B-42CE-8B13-6CF7D12FA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64A71B6-28FD-4515-B456-D82C8F3F3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CFA057C-B9C2-49A8-8E4D-B32930673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003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E8B62-4E7D-4AAF-8451-F4E8F8BC5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13691697-FC65-497F-AC73-C0896DBE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D0F72D8-6A2C-4153-A0C3-A01F35C5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55585F6-C496-4AB6-834C-BA2BE35B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908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177DE54C-408A-470C-8502-BE957E7BB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1EC7D30-8D17-427C-BF1B-2FD88FAA0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D6E6CEC-7A24-4670-B1CB-D9317AC46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687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ACAD1-8E0B-4F86-A295-1DEDE1EA8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E798E64-6DFA-48AB-920A-DC17BDBE3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737BF46-B3A4-4615-B8D5-D3991B36E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875E96E-1422-40C1-9270-6F18F36C1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3A42829-BE07-48E9-AD2F-636191D4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F91D16B-60EE-49C9-BFF9-E48EFD10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163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C3CD3-3D3E-42D6-9342-93DF3D1A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10CAF9B-BE46-4FCD-AE76-964043B2E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CF1D776-14AA-4152-923E-5BE1A661F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A86EF14-0956-4A51-8CB0-7BF9340B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A2A5EB8-561A-46FA-BE03-905867E3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922EB08-69CD-4C05-942C-90F8B575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536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C02907-FE94-41BF-BCD1-76CAE57F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AAC5467-34B6-4724-8FD5-715CC00AD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8C911B3-7D67-4524-8BA5-D9E2DD616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CB96EDC-9115-4BA3-A8DE-96964358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6219F40-0A4C-4329-B2D2-359431ED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203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9F3FC6F-2797-4515-ADAB-59FD7624DA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C48996A-8F17-4BF5-820D-FAB022C46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BDFAD63-4646-4733-B199-7D50C8B17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DFE4C2D-63B0-4D55-8934-2871B703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A9FA2DE-53CC-4253-BA42-8B4BA44A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978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9F0E4866-5F67-4BED-A0AB-368205116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BE9F133-2D49-4602-9092-B0D9B1569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B7D3407-93EF-4163-9637-7881FBD67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DBAE6-8DC6-4D76-87C0-440C93FFE847}" type="datetimeFigureOut">
              <a:rPr lang="ru-RU" smtClean="0"/>
              <a:t>24.02.2024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C5386C4-ABA3-49BF-A191-526AF71DD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5707CDC-5191-4BCC-8C79-665CC5402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8B8F1F-94F9-4482-A619-2F521787DB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363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1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благословен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земле, что приносит плод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 обильных потоков вод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благословен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1166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1" y="1905506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благословен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иссохшей, пустой земле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Где придётся идти во тьме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благословен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83272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356431" y="1942635"/>
            <a:ext cx="94791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За Твоё благоволенье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Воздам хвалу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когда тьма наступает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вновь пою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3009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13492" y="1942635"/>
            <a:ext cx="103977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Буль благословен, мой Господь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Буль благословен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Буль благословен, мой Господь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Буль благословен, Великий Бог</a:t>
            </a:r>
          </a:p>
        </p:txBody>
      </p:sp>
    </p:spTree>
    <p:extLst>
      <p:ext uri="{BB962C8B-B14F-4D97-AF65-F5344CB8AC3E}">
        <p14:creationId xmlns:p14="http://schemas.microsoft.com/office/powerpoint/2010/main" val="540697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97114" y="1942635"/>
            <a:ext cx="103977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благословен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солнце светит надо мной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Когда в жизни всё хорошо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благословен</a:t>
            </a:r>
          </a:p>
        </p:txBody>
      </p:sp>
    </p:spTree>
    <p:extLst>
      <p:ext uri="{BB962C8B-B14F-4D97-AF65-F5344CB8AC3E}">
        <p14:creationId xmlns:p14="http://schemas.microsoft.com/office/powerpoint/2010/main" val="3082043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97114" y="1905506"/>
            <a:ext cx="103977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благословен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пути испытания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Где есть боль и страдания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благословен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84100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97114" y="1942635"/>
            <a:ext cx="1039776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Ты можешь дать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Господь, Ты можешь взять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выбор мой всегда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Благословлять Тебя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27041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</Words>
  <Application>Microsoft Office PowerPoint</Application>
  <PresentationFormat>Широкий екран</PresentationFormat>
  <Paragraphs>28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2024-02-24T20:58:48Z</dcterms:created>
  <dcterms:modified xsi:type="dcterms:W3CDTF">2024-02-24T21:05:11Z</dcterms:modified>
</cp:coreProperties>
</file>