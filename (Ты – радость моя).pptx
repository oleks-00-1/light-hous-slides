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34" r:id="rId2"/>
    <p:sldId id="326" r:id="rId3"/>
    <p:sldId id="327" r:id="rId4"/>
    <p:sldId id="335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F0B6A-E4B9-4C66-8155-A38BE3CD5647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B699E-3F5A-4167-AFA3-5C11924C2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537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6166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1922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768823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899878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2ED57-E01C-452B-83F6-2247E44B7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A322364-2AE5-4E27-97CE-07CE22E6E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AEBF62C-9A06-43BE-BA84-CEDF4BC69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75AF-F1AB-47EB-9CC1-99E548F47C2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3F9E03C-1A1F-4192-A52D-4B2ADD71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2838D2C-FB90-4434-94DD-A03551B1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12804-0E5F-4775-949E-8D02605D0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67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558708-36C8-4CDA-9B8C-B801D625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DD95B49-9B62-4FBA-B2A1-AE6ED361D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03BD70B-0670-49D6-A513-C8B86CBDF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75AF-F1AB-47EB-9CC1-99E548F47C2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61BA19F-D326-4506-8FDB-3EF985AFC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97E088D-34A7-4E64-B830-F76B96883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12804-0E5F-4775-949E-8D02605D0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28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8130F-13EB-45CE-BB60-0CB2C61D0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AAFDD47-4BCF-4B53-A5B6-7D26C3FDF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F673463-3A5A-447F-9D39-A4449F80B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75AF-F1AB-47EB-9CC1-99E548F47C2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C5AF464-F79C-4E54-A5A7-367F7CBFE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2A6313D-51B2-4A7A-9A9C-1DE39BD5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12804-0E5F-4775-949E-8D02605D0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004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B89E1-F3BD-4BB8-A5A9-A5D1DF7DE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1FDB58-A56C-4F28-922F-50F2965FB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2BA60EB-7927-489D-8C5F-AF9E41107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BB41241-C8F4-40C2-81A7-4E750168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75AF-F1AB-47EB-9CC1-99E548F47C2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2AA80F2-F6F8-4AE8-8D33-5F33584F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B943CFB-0689-4094-BE2C-E1C270CA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12804-0E5F-4775-949E-8D02605D0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32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327A0-915F-4447-8809-FB52D84B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6F4FC33-5303-4E4B-87C9-DEFB859E9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C14769A-E9C4-441F-8BD4-A3022CA18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A7DDC624-9459-4409-98EE-05B45C571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FFE3E5D-94AB-4C60-AD74-F69EE49F83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78858221-019E-4F81-978B-9BB7CF9A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75AF-F1AB-47EB-9CC1-99E548F47C2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41ED4C6C-FE17-4E3A-9FF9-B8CD0DD50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2CC16190-3C56-4139-B060-CEBC22FA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12804-0E5F-4775-949E-8D02605D0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42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AFAD4-A2BB-4207-8BC0-AA95E933C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2DB59DCA-B7BE-4869-A4D7-FBD08182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75AF-F1AB-47EB-9CC1-99E548F47C2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1AEDB07B-884E-4782-91C1-38A2B0F16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3DF43040-1E91-4FF7-9045-60B65A2F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12804-0E5F-4775-949E-8D02605D0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1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AEB450DF-D246-444C-AF34-0F00E7F90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75AF-F1AB-47EB-9CC1-99E548F47C2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A05EBA2-9B89-4404-A6F8-54F9ECF84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13B9B8B-8C3B-4E60-9D88-148713AA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12804-0E5F-4775-949E-8D02605D0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489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51264-2449-4450-AF0E-F6A851EF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943692A-7F74-4372-9E62-6FDCB3B66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A438FCA-9C27-4CE8-954E-85C2AF01B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298FD4D-0912-4979-8236-C93469E7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75AF-F1AB-47EB-9CC1-99E548F47C2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89C13CA-3D91-4BE3-AB4C-51C6638F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FA7CF4F-FBD9-4B7C-B789-0A6B5FAF1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12804-0E5F-4775-949E-8D02605D0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54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3AE452-C7EC-4689-9FFA-C2593BEA0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9A147CB-C348-4AF6-8062-BABCFFA0A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311053B-4D70-470B-A917-99F89FAC4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DFCBEBE-7C8C-4B34-BA4D-CB96952BE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75AF-F1AB-47EB-9CC1-99E548F47C2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9B8E906-11C8-4D0B-9A11-F417B17F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CFCAF9E-07BC-45FE-9C8F-15CC9CFD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12804-0E5F-4775-949E-8D02605D0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633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2AE0E-E831-43C7-98D1-A5E4B887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9D2A2AF-AA44-4DA1-BF95-4F9322BEF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8B18438-C300-4148-9763-EA05E75BD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75AF-F1AB-47EB-9CC1-99E548F47C2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4B20A15-EA7B-4080-931F-7086412F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ED0D8C2-F987-4082-935C-5BB67FE4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12804-0E5F-4775-949E-8D02605D0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43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B6BE479F-500E-4399-B994-DFED1BF4D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02C9540-52D2-42AC-A4E8-8650CD6DB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AFE0790-5777-4E4D-8F5A-D6D50D2A4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75AF-F1AB-47EB-9CC1-99E548F47C2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083C46-01A8-4120-AC2F-644FFD7F2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CDB0696-C25C-4928-8BD2-56E9C7E5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12804-0E5F-4775-949E-8D02605D0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22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32ADAAF-167A-401D-AAE9-33A725A8C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3B9C6CF-33F6-4B3A-9A76-B8DCC1F38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4A9773A-2AE9-477C-AE94-64FA06427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875AF-F1AB-47EB-9CC1-99E548F47C2A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0F2F182-CF09-4B78-82AD-6F49F52AE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CA64EB2-BE31-4836-A77B-F8AAFD71F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12804-0E5F-4775-949E-8D02605D0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423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2" y="1913479"/>
            <a:ext cx="86757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– радость моя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– крепость моя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доме Твоём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Мне хорошо </a:t>
            </a:r>
          </a:p>
        </p:txBody>
      </p:sp>
    </p:spTree>
    <p:extLst>
      <p:ext uri="{BB962C8B-B14F-4D97-AF65-F5344CB8AC3E}">
        <p14:creationId xmlns:p14="http://schemas.microsoft.com/office/powerpoint/2010/main" val="139489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2" y="1913479"/>
            <a:ext cx="86757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– хлеб для меня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Живая вода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Жаждет душа моя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дворы Твои</a:t>
            </a:r>
          </a:p>
        </p:txBody>
      </p:sp>
    </p:spTree>
    <p:extLst>
      <p:ext uri="{BB962C8B-B14F-4D97-AF65-F5344CB8AC3E}">
        <p14:creationId xmlns:p14="http://schemas.microsoft.com/office/powerpoint/2010/main" val="3702050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2" y="2282811"/>
            <a:ext cx="86757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Даже если не станет овец в загоне и виноград не даст своего плода</a:t>
            </a:r>
          </a:p>
        </p:txBody>
      </p:sp>
    </p:spTree>
    <p:extLst>
      <p:ext uri="{BB962C8B-B14F-4D97-AF65-F5344CB8AC3E}">
        <p14:creationId xmlns:p14="http://schemas.microsoft.com/office/powerpoint/2010/main" val="1231529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2" y="1905506"/>
            <a:ext cx="86757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 равно буду славить, славить, славить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Имя Господа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Иисуса Христа!</a:t>
            </a:r>
          </a:p>
        </p:txBody>
      </p:sp>
    </p:spTree>
    <p:extLst>
      <p:ext uri="{BB962C8B-B14F-4D97-AF65-F5344CB8AC3E}">
        <p14:creationId xmlns:p14="http://schemas.microsoft.com/office/powerpoint/2010/main" val="15455927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Широкоэкранный</PresentationFormat>
  <Paragraphs>16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2023-11-25T19:58:22Z</dcterms:created>
  <dcterms:modified xsi:type="dcterms:W3CDTF">2025-01-18T14:15:02Z</dcterms:modified>
</cp:coreProperties>
</file>