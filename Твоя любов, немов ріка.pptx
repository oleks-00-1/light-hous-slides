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66" r:id="rId2"/>
    <p:sldId id="367" r:id="rId3"/>
    <p:sldId id="368" r:id="rId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2" autoAdjust="0"/>
    <p:restoredTop sz="94660"/>
  </p:normalViewPr>
  <p:slideViewPr>
    <p:cSldViewPr snapToGrid="0">
      <p:cViewPr varScale="1">
        <p:scale>
          <a:sx n="46" d="100"/>
          <a:sy n="46" d="100"/>
        </p:scale>
        <p:origin x="29" y="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Олександр Зик" userId="c7a628fe0823e5d5" providerId="LiveId" clId="{02356593-7B23-463B-87BF-6D6EC90406C6}"/>
    <pc:docChg chg="modSld">
      <pc:chgData name="Олександр Зик" userId="c7a628fe0823e5d5" providerId="LiveId" clId="{02356593-7B23-463B-87BF-6D6EC90406C6}" dt="2024-01-20T20:59:47.365" v="9" actId="20577"/>
      <pc:docMkLst>
        <pc:docMk/>
      </pc:docMkLst>
      <pc:sldChg chg="modSp mod">
        <pc:chgData name="Олександр Зик" userId="c7a628fe0823e5d5" providerId="LiveId" clId="{02356593-7B23-463B-87BF-6D6EC90406C6}" dt="2024-01-20T20:59:37.883" v="3" actId="20577"/>
        <pc:sldMkLst>
          <pc:docMk/>
          <pc:sldMk cId="2293825465" sldId="366"/>
        </pc:sldMkLst>
        <pc:spChg chg="mod">
          <ac:chgData name="Олександр Зик" userId="c7a628fe0823e5d5" providerId="LiveId" clId="{02356593-7B23-463B-87BF-6D6EC90406C6}" dt="2024-01-20T20:59:37.883" v="3" actId="20577"/>
          <ac:spMkLst>
            <pc:docMk/>
            <pc:sldMk cId="2293825465" sldId="366"/>
            <ac:spMk id="7" creationId="{7EC00F75-C509-B5FE-DFA4-46DED52184C3}"/>
          </ac:spMkLst>
        </pc:spChg>
      </pc:sldChg>
      <pc:sldChg chg="modSp mod">
        <pc:chgData name="Олександр Зик" userId="c7a628fe0823e5d5" providerId="LiveId" clId="{02356593-7B23-463B-87BF-6D6EC90406C6}" dt="2024-01-20T20:59:47.365" v="9" actId="20577"/>
        <pc:sldMkLst>
          <pc:docMk/>
          <pc:sldMk cId="828632015" sldId="367"/>
        </pc:sldMkLst>
        <pc:spChg chg="mod">
          <ac:chgData name="Олександр Зик" userId="c7a628fe0823e5d5" providerId="LiveId" clId="{02356593-7B23-463B-87BF-6D6EC90406C6}" dt="2024-01-20T20:59:47.365" v="9" actId="20577"/>
          <ac:spMkLst>
            <pc:docMk/>
            <pc:sldMk cId="828632015" sldId="367"/>
            <ac:spMk id="7" creationId="{7EC00F75-C509-B5FE-DFA4-46DED52184C3}"/>
          </ac:spMkLst>
        </pc:spChg>
      </pc:sldChg>
    </pc:docChg>
  </pc:docChgLst>
  <pc:docChgLst>
    <pc:chgData name="Олександр Зик" userId="c7a628fe0823e5d5" providerId="LiveId" clId="{79451F4C-6AF1-4AA9-8AB4-98F700136465}"/>
    <pc:docChg chg="modSld">
      <pc:chgData name="Олександр Зик" userId="c7a628fe0823e5d5" providerId="LiveId" clId="{79451F4C-6AF1-4AA9-8AB4-98F700136465}" dt="2024-09-28T18:16:52.100" v="2" actId="1076"/>
      <pc:docMkLst>
        <pc:docMk/>
      </pc:docMkLst>
      <pc:sldChg chg="modSp mod">
        <pc:chgData name="Олександр Зик" userId="c7a628fe0823e5d5" providerId="LiveId" clId="{79451F4C-6AF1-4AA9-8AB4-98F700136465}" dt="2024-09-28T18:16:52.100" v="2" actId="1076"/>
        <pc:sldMkLst>
          <pc:docMk/>
          <pc:sldMk cId="2293825465" sldId="366"/>
        </pc:sldMkLst>
        <pc:spChg chg="mod">
          <ac:chgData name="Олександр Зик" userId="c7a628fe0823e5d5" providerId="LiveId" clId="{79451F4C-6AF1-4AA9-8AB4-98F700136465}" dt="2024-09-28T18:16:52.100" v="2" actId="1076"/>
          <ac:spMkLst>
            <pc:docMk/>
            <pc:sldMk cId="2293825465" sldId="366"/>
            <ac:spMk id="7" creationId="{7EC00F75-C509-B5FE-DFA4-46DED52184C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9A599E-98A4-4089-8012-343CFC1C5C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4D41DC91-B24A-4E11-9080-342D0C3F2E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4CB79A68-1457-4AA8-BEE4-A59CCE694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0D9E9-8ECA-4905-B15B-DD3CBC2F0DFF}" type="datetimeFigureOut">
              <a:rPr lang="ru-RU" smtClean="0"/>
              <a:t>28.09.2024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3ACBD10B-0BEC-46AB-9D9C-476451AA8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37C1568B-E30C-4054-8D7B-7A7D96E25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4D53C-0026-47EF-93FE-F566E29EBD2A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8079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F1571A-2FA3-4311-8D09-A8E048E32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4892BA4F-0617-491B-B047-AA9657F9DC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C47524D2-FD2B-4C14-9F2A-3DCB03C61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0D9E9-8ECA-4905-B15B-DD3CBC2F0DFF}" type="datetimeFigureOut">
              <a:rPr lang="ru-RU" smtClean="0"/>
              <a:t>28.09.2024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474E314A-0065-4225-B648-607CDB3D5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8DBF97E8-AAB5-4358-A3DA-83AD7FC20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4D53C-0026-47EF-93FE-F566E29EBD2A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3613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3B7A54-2272-4CDB-B637-147BC0CE0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58398627-3185-491E-A6A7-83B988BA27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67BE56B8-898E-4168-ADCD-E09FF80FE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0D9E9-8ECA-4905-B15B-DD3CBC2F0DFF}" type="datetimeFigureOut">
              <a:rPr lang="ru-RU" smtClean="0"/>
              <a:t>28.09.2024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32A0CCCF-458A-428F-B7DB-3A92A31D9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15FF4542-A817-4206-BE28-BB5B63527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4D53C-0026-47EF-93FE-F566E29EBD2A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73118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D83939-C765-4A0E-9500-B8C85274C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5C67D969-40D6-49CF-9701-8D44CBCDA2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C55BD6D0-175A-4602-A8CD-06EAD47796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1A35192C-028F-4A1C-B26B-D3E94E04D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0D9E9-8ECA-4905-B15B-DD3CBC2F0DFF}" type="datetimeFigureOut">
              <a:rPr lang="ru-RU" smtClean="0"/>
              <a:t>28.09.2024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7E3C5012-BFB4-436D-A51D-138DA323D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A3743103-2962-49D2-9182-B114F8E71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4D53C-0026-47EF-93FE-F566E29EBD2A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59266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3AEA9F-53C3-45A4-B4AA-752B56652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A5E709C7-28B2-49DD-8EBC-5BA63214CD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6683360A-B239-4A7C-A7A3-6695DA1078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0B5D3054-AEA4-4D15-9E6C-93BFA1AA6A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DBE6EB7A-61F6-4307-A991-CB10AAA5C8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97511467-6EB3-462F-AEB6-3A885D614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0D9E9-8ECA-4905-B15B-DD3CBC2F0DFF}" type="datetimeFigureOut">
              <a:rPr lang="ru-RU" smtClean="0"/>
              <a:t>28.09.2024</a:t>
            </a:fld>
            <a:endParaRPr lang="ru-RU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890923BA-6A03-4203-9745-82EE05ADF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3A4D2128-8482-426A-AB37-87563A1C2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4D53C-0026-47EF-93FE-F566E29EBD2A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86532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1A6A61-114C-48B0-8CD5-3297B9277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A3C596AA-9946-4546-BA8E-9CCBA5093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0D9E9-8ECA-4905-B15B-DD3CBC2F0DFF}" type="datetimeFigureOut">
              <a:rPr lang="ru-RU" smtClean="0"/>
              <a:t>28.09.2024</a:t>
            </a:fld>
            <a:endParaRPr lang="ru-RU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67D2A6CC-1969-4003-A748-1C0FC6484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612DEF27-A640-4B69-9FEA-D1C7D4CA5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4D53C-0026-47EF-93FE-F566E29EBD2A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9456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49EEFA93-48B7-4A6D-86D1-FB1B03241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0D9E9-8ECA-4905-B15B-DD3CBC2F0DFF}" type="datetimeFigureOut">
              <a:rPr lang="ru-RU" smtClean="0"/>
              <a:t>28.09.2024</a:t>
            </a:fld>
            <a:endParaRPr lang="ru-RU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8C5E4187-3317-4937-9AEC-37812B0DA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62EA2396-214E-4BBE-A03E-AB6F2B031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4D53C-0026-47EF-93FE-F566E29EBD2A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3020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AA92DC-720E-4DC8-89E7-469630034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082453C1-1A65-40D6-AD18-6DFE3823B6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F593D003-827B-4E08-844C-0BB212C414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6389F345-098E-4A00-BC9A-25FCE7362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0D9E9-8ECA-4905-B15B-DD3CBC2F0DFF}" type="datetimeFigureOut">
              <a:rPr lang="ru-RU" smtClean="0"/>
              <a:t>28.09.2024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30ECDC0C-52AA-485C-8144-D9B7F3033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7D440925-E927-4721-A69E-35137A5F2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4D53C-0026-47EF-93FE-F566E29EBD2A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18563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656B07-08E7-43C1-B589-4BCEFBDB4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AD08A72A-D3B9-48D2-ADCA-C804BEECB5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6AFCA9EE-DA04-47D6-8B9D-D3D9BBF62A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502C92E3-A317-486F-9EC6-18AD53DE4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0D9E9-8ECA-4905-B15B-DD3CBC2F0DFF}" type="datetimeFigureOut">
              <a:rPr lang="ru-RU" smtClean="0"/>
              <a:t>28.09.2024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CEBE897D-4C99-450A-A9C8-1589437C8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A94B4444-6DCF-4F35-A812-150D36611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4D53C-0026-47EF-93FE-F566E29EBD2A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44436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2AA4B4-9DDB-49C1-83AA-90622ED4F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86C11194-7520-4722-8817-C732F90D6B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7001B29D-9C32-4FA0-B60F-BDAEA1B2F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0D9E9-8ECA-4905-B15B-DD3CBC2F0DFF}" type="datetimeFigureOut">
              <a:rPr lang="ru-RU" smtClean="0"/>
              <a:t>28.09.2024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44131CC6-E065-403F-9EB9-7D0B71537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3DF6DD22-969E-4DD5-8057-C921D9AB9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4D53C-0026-47EF-93FE-F566E29EBD2A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62710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6311BAB2-E99B-4658-913B-582F4B44C8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1C26C27D-ED36-4571-A5C8-0CF63DDD30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98EE0658-1AAB-4A06-8D04-6B9686C66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0D9E9-8ECA-4905-B15B-DD3CBC2F0DFF}" type="datetimeFigureOut">
              <a:rPr lang="ru-RU" smtClean="0"/>
              <a:t>28.09.2024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1AE6DB23-F162-4CA8-8EA7-B8EAC37CE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8F63F3CB-69DA-47F2-B863-9A946236A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4D53C-0026-47EF-93FE-F566E29EBD2A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8862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4F6CABB2-4B93-45FC-99AC-E7687E4FB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CC004013-B481-4594-B1BE-B0E205EC7F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4C3F1AA4-6AFB-422E-BD0D-722DC38156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10D9E9-8ECA-4905-B15B-DD3CBC2F0DFF}" type="datetimeFigureOut">
              <a:rPr lang="ru-RU" smtClean="0"/>
              <a:t>28.09.2024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16F39974-ECA0-45A1-A557-36C07A0636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09C9B606-A91B-4C00-9392-AC87E17B1B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B4D53C-0026-47EF-93FE-F566E29EBD2A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7798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A picture containing mountain, outdoor, sky, nature&#10;&#10;Description automatically generated">
            <a:extLst>
              <a:ext uri="{FF2B5EF4-FFF2-40B4-BE49-F238E27FC236}">
                <a16:creationId xmlns:a16="http://schemas.microsoft.com/office/drawing/2014/main" id="{8F19755C-4B4E-442C-B974-77335B1A38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9000"/>
                    </a14:imgEffect>
                    <a14:imgEffect>
                      <a14:brightnessContrast bright="-22000" contrast="-19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467492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457199" y="1905506"/>
            <a:ext cx="11277601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Твоя любов, немов ріка,</a:t>
            </a:r>
          </a:p>
          <a:p>
            <a:pPr algn="ctr"/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як височінь могутніх гір,</a:t>
            </a:r>
          </a:p>
          <a:p>
            <a:pPr algn="ctr"/>
            <a:r>
              <a:rPr lang="uk-UA" sz="48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Здійму</a:t>
            </a:r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до Тебе я свій зір</a:t>
            </a:r>
          </a:p>
          <a:p>
            <a:pPr algn="ctr"/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і заспіваю Тобі.</a:t>
            </a:r>
            <a:endParaRPr lang="ru-RU" sz="48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2938254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A picture containing mountain, outdoor, sky, nature&#10;&#10;Description automatically generated">
            <a:extLst>
              <a:ext uri="{FF2B5EF4-FFF2-40B4-BE49-F238E27FC236}">
                <a16:creationId xmlns:a16="http://schemas.microsoft.com/office/drawing/2014/main" id="{8F19755C-4B4E-442C-B974-77335B1A38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9000"/>
                    </a14:imgEffect>
                    <a14:imgEffect>
                      <a14:brightnessContrast bright="-22000" contrast="-19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467492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594945" y="1905506"/>
            <a:ext cx="11277601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До мого серця доторкнись,</a:t>
            </a:r>
          </a:p>
          <a:p>
            <a:pPr algn="ctr"/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відчути хочу цю любов,</a:t>
            </a:r>
          </a:p>
          <a:p>
            <a:pPr algn="ctr"/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Нехай Твій Дух Святий зійде й наповнить серце знов.</a:t>
            </a:r>
            <a:endParaRPr lang="ru-RU" sz="48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8286320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A picture containing mountain, outdoor, sky, nature&#10;&#10;Description automatically generated">
            <a:extLst>
              <a:ext uri="{FF2B5EF4-FFF2-40B4-BE49-F238E27FC236}">
                <a16:creationId xmlns:a16="http://schemas.microsoft.com/office/drawing/2014/main" id="{8F19755C-4B4E-442C-B974-77335B1A38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9000"/>
                    </a14:imgEffect>
                    <a14:imgEffect>
                      <a14:brightnessContrast bright="-22000" contrast="-19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467492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594945" y="1905506"/>
            <a:ext cx="11277601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Про Твою любов співаю,</a:t>
            </a:r>
          </a:p>
          <a:p>
            <a:pPr algn="ctr"/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Хай мій спів звідусіль лунає,</a:t>
            </a:r>
          </a:p>
          <a:p>
            <a:pPr algn="ctr"/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Кожне серце неха</a:t>
            </a:r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й пізнає,</a:t>
            </a:r>
          </a:p>
          <a:p>
            <a:pPr algn="ctr"/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Що </a:t>
            </a:r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любов Твоя не минає.</a:t>
            </a:r>
            <a:endParaRPr lang="ru-RU" sz="48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59336066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63</Words>
  <Application>Microsoft Office PowerPoint</Application>
  <PresentationFormat>Широкий екран</PresentationFormat>
  <Paragraphs>11</Paragraphs>
  <Slides>3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Helvetica</vt:lpstr>
      <vt:lpstr>Тема Office</vt:lpstr>
      <vt:lpstr>Презентація PowerPoint</vt:lpstr>
      <vt:lpstr>Презентація PowerPoint</vt:lpstr>
      <vt:lpstr>Презентація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>Олександр Зик</dc:creator>
  <cp:lastModifiedBy>Олександр Зик</cp:lastModifiedBy>
  <cp:revision>1</cp:revision>
  <dcterms:created xsi:type="dcterms:W3CDTF">2024-01-20T20:47:33Z</dcterms:created>
  <dcterms:modified xsi:type="dcterms:W3CDTF">2024-09-28T18:16:53Z</dcterms:modified>
</cp:coreProperties>
</file>