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25" r:id="rId3"/>
    <p:sldId id="326" r:id="rId4"/>
    <p:sldId id="327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8" autoAdjust="0"/>
    <p:restoredTop sz="94660"/>
  </p:normalViewPr>
  <p:slideViewPr>
    <p:cSldViewPr snapToGrid="0">
      <p:cViewPr varScale="1">
        <p:scale>
          <a:sx n="65" d="100"/>
          <a:sy n="65" d="100"/>
        </p:scale>
        <p:origin x="1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BF452-FA82-44DE-8CDB-6E808C4A4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613E396-B1D8-46C2-BA7C-61C22D9F3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5AF46FB-1A58-4784-86F7-E4283CD0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75CBE25-FA9B-40E4-B923-F3FDCABA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18237BF-E707-4D3C-B439-3204D569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5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C4F71-0898-4AAA-AA7E-3155CC51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C210E01-0D6C-4B4C-85A3-6A3B1750E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FFDC29C-A8AE-4D8F-A0AA-6AAF61B6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C0D247D-A0EA-4E40-A172-76F9F099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A68CD69-D111-4E91-9C39-7630558E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23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19668-EF74-4B63-9C26-D7E8933A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3A8D762-04E3-4984-B5D8-F9A5438BC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1CD8FF1-551E-4619-BD6D-9198BE9A4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E7EAC89-7CC8-4A5C-93EA-7445CE50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770D844-1E9E-4F7E-897B-2D1F025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545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3024B-6116-48C7-BD52-0FD9BC13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AEDF5B2-B740-4FD7-83CE-B137E50C3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CE234FE-31FB-4DCC-8E5C-DA66B8468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58B9801-9CAE-4354-8CA4-B10356987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A31784F-D902-4362-81AC-947B36DE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3528037-9E3E-4F96-9098-4DC37F2A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36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CD154-2538-48AE-A3B3-BE6CFB23E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6B9DE37-5722-4475-A55A-7FBC5EB1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88B27BF-D070-41D9-B502-79C2D845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45AE9F9-6117-40FF-898B-BF0CAB9F5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4CDF4B6-E6C4-4E4B-AC6C-09873FEC2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B28D3A2-1A5E-439C-93D1-B5A0F27A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CADD9F9-6439-406B-A87F-99C9A468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00178BE-6B06-43EC-9A10-4D26A255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38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DFF50-0A78-414C-967B-0EE5B296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3DB9EFF-0557-45B8-B220-C2DF1C5CE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B9634F2-F379-4695-8720-B86370C0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0A8B4F5-27D6-426D-8384-BA703B80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88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433727E4-A7C5-4F97-BBA2-7D8285C9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D6E6815-D292-43E1-A4AB-E219A055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36C3585-2FC4-4A1D-BBD1-58646BAF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040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661E0-76F2-431B-8450-73F9509ED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FB644CE-BE29-495D-A1BF-C6D5A48D5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209D93C-06D3-46F7-A44F-D2E22C49D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E3D7C78-9374-44B2-BCBF-AE37E7C2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F730F6D-3DD2-477C-A6F5-8D986E86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3C06D62-427F-4BA3-8B7B-0F642F14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543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95C0C7-DCB3-4CF7-B99D-BBEA4965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4E0A2B5-193A-40A1-BC5A-9037DDD37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324B823-7952-41FC-BFE6-9CAFB75E2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44A02DE-8A95-4C9D-9BC0-494157A2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FFEE40B-A015-4760-B020-83D7694D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80DB2D1-2B0E-4FA1-9316-5DD3A090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08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2EFAB-4AD3-4E15-9CC5-935C1FE7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E1B0232-103A-445F-8477-BC3E4F7C9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512E0FB-7815-4B88-A099-1560D28DE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55F431E-47CE-416C-B9C1-5A74B31A1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016EE60-A6B6-4449-84AD-57191D04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103918D-EF54-49E7-A316-36F944F32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B85FD1D-5B40-4882-97F5-E1C17D402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53D2A6E-E8B5-407F-A37F-EBCF733B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16C2A1A-14A1-4195-9F88-4D61A9DA1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E4058A7-868E-424C-92A3-D83C0FA6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73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A96E270-62F3-400C-8A01-107DF899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E869D65-9A66-4CCD-BFC2-BAE2F82DF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979260B-7F31-49C5-A39D-B3445FE84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4BF2C-38C1-4C59-B7A7-59E6921FDFDE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4248E8B-A426-4704-80D6-91B3D7F7C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8A9FD57-9A70-4EA8-A6B6-55D677496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F3212-34F2-4286-9582-6389ABA4008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62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9" y="2459504"/>
            <a:ext cx="103632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Н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Им 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co</a:t>
            </a:r>
            <a:r>
              <a:rPr lang="ru-RU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</a:t>
            </a:r>
            <a:r>
              <a:rPr lang="en-US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ope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7932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9" y="2237709"/>
            <a:ext cx="103632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72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му</a:t>
            </a:r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з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</a:p>
          <a:p>
            <a:pPr algn="ctr"/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72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ки</a:t>
            </a:r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72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минь</a:t>
            </a:r>
            <a:r>
              <a:rPr lang="ru-RU" sz="72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.</a:t>
            </a:r>
            <a:endParaRPr lang="en-US" sz="72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3382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9" y="1314379"/>
            <a:ext cx="1036320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O, 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здн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a, 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муд</a:t>
            </a:r>
            <a:r>
              <a:rPr lang="en-US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poc</a:t>
            </a:r>
            <a:r>
              <a:rPr lang="ru-RU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Xp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a.</a:t>
            </a:r>
          </a:p>
          <a:p>
            <a:pPr algn="ctr"/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тижимы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удьбы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Г</a:t>
            </a:r>
            <a:r>
              <a:rPr lang="en-US" sz="66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66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a.</a:t>
            </a:r>
          </a:p>
        </p:txBody>
      </p:sp>
    </p:spTree>
    <p:extLst>
      <p:ext uri="{BB962C8B-B14F-4D97-AF65-F5344CB8AC3E}">
        <p14:creationId xmlns:p14="http://schemas.microsoft.com/office/powerpoint/2010/main" val="399181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9" y="1499045"/>
            <a:ext cx="103632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Живёшь </a:t>
            </a:r>
            <a:r>
              <a:rPr lang="en-US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cpe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лы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чн</a:t>
            </a:r>
            <a:r>
              <a:rPr lang="en-US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мы 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кл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нили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низк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o.</a:t>
            </a:r>
          </a:p>
          <a:p>
            <a:pPr algn="ctr"/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O,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ими 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лу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08975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</Words>
  <Application>Microsoft Office PowerPoint</Application>
  <PresentationFormat>Широкий екран</PresentationFormat>
  <Paragraphs>9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2026-05-23T20:14:11Z</dcterms:created>
  <dcterms:modified xsi:type="dcterms:W3CDTF">2026-05-23T20:19:20Z</dcterms:modified>
</cp:coreProperties>
</file>