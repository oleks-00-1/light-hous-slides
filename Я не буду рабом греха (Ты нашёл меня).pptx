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26" r:id="rId2"/>
    <p:sldId id="315" r:id="rId3"/>
    <p:sldId id="316" r:id="rId4"/>
    <p:sldId id="317" r:id="rId5"/>
    <p:sldId id="318" r:id="rId6"/>
    <p:sldId id="319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андр Зик" userId="c7a628fe0823e5d5" providerId="LiveId" clId="{DD3A084E-1DC7-44FD-BF19-8D37B688BDCF}"/>
    <pc:docChg chg="custSel modSld">
      <pc:chgData name="Олександр Зик" userId="c7a628fe0823e5d5" providerId="LiveId" clId="{DD3A084E-1DC7-44FD-BF19-8D37B688BDCF}" dt="2024-07-13T19:33:17.540" v="47" actId="20577"/>
      <pc:docMkLst>
        <pc:docMk/>
      </pc:docMkLst>
      <pc:sldChg chg="modSp mod">
        <pc:chgData name="Олександр Зик" userId="c7a628fe0823e5d5" providerId="LiveId" clId="{DD3A084E-1DC7-44FD-BF19-8D37B688BDCF}" dt="2024-07-13T19:33:02.373" v="33" actId="20577"/>
        <pc:sldMkLst>
          <pc:docMk/>
          <pc:sldMk cId="1781360970" sldId="315"/>
        </pc:sldMkLst>
        <pc:spChg chg="mod">
          <ac:chgData name="Олександр Зик" userId="c7a628fe0823e5d5" providerId="LiveId" clId="{DD3A084E-1DC7-44FD-BF19-8D37B688BDCF}" dt="2024-07-13T19:33:02.373" v="33" actId="20577"/>
          <ac:spMkLst>
            <pc:docMk/>
            <pc:sldMk cId="1781360970" sldId="315"/>
            <ac:spMk id="11" creationId="{C1431629-8DEA-0DDD-6161-8DCB099E78B0}"/>
          </ac:spMkLst>
        </pc:spChg>
      </pc:sldChg>
      <pc:sldChg chg="modSp mod">
        <pc:chgData name="Олександр Зик" userId="c7a628fe0823e5d5" providerId="LiveId" clId="{DD3A084E-1DC7-44FD-BF19-8D37B688BDCF}" dt="2024-07-13T19:31:03.824" v="15" actId="20577"/>
        <pc:sldMkLst>
          <pc:docMk/>
          <pc:sldMk cId="2190184574" sldId="317"/>
        </pc:sldMkLst>
        <pc:spChg chg="mod">
          <ac:chgData name="Олександр Зик" userId="c7a628fe0823e5d5" providerId="LiveId" clId="{DD3A084E-1DC7-44FD-BF19-8D37B688BDCF}" dt="2024-07-13T19:31:03.824" v="15" actId="20577"/>
          <ac:spMkLst>
            <pc:docMk/>
            <pc:sldMk cId="2190184574" sldId="317"/>
            <ac:spMk id="11" creationId="{C1431629-8DEA-0DDD-6161-8DCB099E78B0}"/>
          </ac:spMkLst>
        </pc:spChg>
      </pc:sldChg>
      <pc:sldChg chg="modSp mod">
        <pc:chgData name="Олександр Зик" userId="c7a628fe0823e5d5" providerId="LiveId" clId="{DD3A084E-1DC7-44FD-BF19-8D37B688BDCF}" dt="2024-07-13T19:33:09.311" v="38" actId="20577"/>
        <pc:sldMkLst>
          <pc:docMk/>
          <pc:sldMk cId="91415669" sldId="318"/>
        </pc:sldMkLst>
        <pc:spChg chg="mod">
          <ac:chgData name="Олександр Зик" userId="c7a628fe0823e5d5" providerId="LiveId" clId="{DD3A084E-1DC7-44FD-BF19-8D37B688BDCF}" dt="2024-07-13T19:33:09.311" v="38" actId="20577"/>
          <ac:spMkLst>
            <pc:docMk/>
            <pc:sldMk cId="91415669" sldId="318"/>
            <ac:spMk id="11" creationId="{C1431629-8DEA-0DDD-6161-8DCB099E78B0}"/>
          </ac:spMkLst>
        </pc:spChg>
      </pc:sldChg>
      <pc:sldChg chg="modSp mod">
        <pc:chgData name="Олександр Зик" userId="c7a628fe0823e5d5" providerId="LiveId" clId="{DD3A084E-1DC7-44FD-BF19-8D37B688BDCF}" dt="2024-07-13T19:33:17.540" v="47" actId="20577"/>
        <pc:sldMkLst>
          <pc:docMk/>
          <pc:sldMk cId="1876217759" sldId="319"/>
        </pc:sldMkLst>
        <pc:spChg chg="mod">
          <ac:chgData name="Олександр Зик" userId="c7a628fe0823e5d5" providerId="LiveId" clId="{DD3A084E-1DC7-44FD-BF19-8D37B688BDCF}" dt="2024-07-13T19:33:17.540" v="47" actId="20577"/>
          <ac:spMkLst>
            <pc:docMk/>
            <pc:sldMk cId="1876217759" sldId="319"/>
            <ac:spMk id="11" creationId="{C1431629-8DEA-0DDD-6161-8DCB099E78B0}"/>
          </ac:spMkLst>
        </pc:spChg>
      </pc:sldChg>
      <pc:sldChg chg="modSp mod">
        <pc:chgData name="Олександр Зик" userId="c7a628fe0823e5d5" providerId="LiveId" clId="{DD3A084E-1DC7-44FD-BF19-8D37B688BDCF}" dt="2024-07-13T19:32:46.461" v="23" actId="1076"/>
        <pc:sldMkLst>
          <pc:docMk/>
          <pc:sldMk cId="9724392" sldId="326"/>
        </pc:sldMkLst>
        <pc:spChg chg="mod">
          <ac:chgData name="Олександр Зик" userId="c7a628fe0823e5d5" providerId="LiveId" clId="{DD3A084E-1DC7-44FD-BF19-8D37B688BDCF}" dt="2024-07-13T19:32:46.461" v="23" actId="1076"/>
          <ac:spMkLst>
            <pc:docMk/>
            <pc:sldMk cId="9724392" sldId="326"/>
            <ac:spMk id="11" creationId="{C1431629-8DEA-0DDD-6161-8DCB099E78B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928BE2-BA9B-44F2-B7C5-C29D4CB53C4E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8E4766-32D6-48CF-AF39-1F83D725981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982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444992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7916394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7748403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390253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5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567900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6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393238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16E72D-BCA8-41FF-B24A-678786305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19877826-AE8E-4D9A-BF17-7226E559CF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A1B4668-4113-40D2-9B00-8F929A574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607EF-A7E1-4667-8B8D-9630B989FC22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4F1F147-9BDC-4C71-9FEE-5DB202712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EE77030-C515-416D-8D2B-5C8407380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8319-A11F-427E-BA12-B42DAD8BAE7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9174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F184F9-BF59-470A-94B9-E23EFDA34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2DD041F-5341-4392-9DE7-2A2C24E7C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BCB517A-330E-41E7-8BB7-9468F98DF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607EF-A7E1-4667-8B8D-9630B989FC22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EF3F8D5-1CB3-4CC1-B5DA-B6D08B73F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1BE35F1-BDBE-4467-A339-FBA2A631E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8319-A11F-427E-BA12-B42DAD8BAE7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0628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8ED32C-8AEA-480D-A086-9C1CCF81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2CB6BBDA-08BE-4897-B520-351157D74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75D7370-8061-43FE-AF20-81150A06B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607EF-A7E1-4667-8B8D-9630B989FC22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429EA7C-80F3-4C3E-A7FF-61D9D6FDF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E8257AE-B13A-4E06-815B-CA772926D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8319-A11F-427E-BA12-B42DAD8BAE7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683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457900-F417-42CF-9404-E768C1AFD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9849C29-F69D-49B7-A298-6E38A64E84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B53449B-178D-43CD-9270-432DC9EE41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90D8EDD5-5B91-44B4-9F97-EB75B01B5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607EF-A7E1-4667-8B8D-9630B989FC22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7DF6382B-F870-482B-A26F-55A3CEF19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A4CC106B-A614-41B4-BA9B-834C894C3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8319-A11F-427E-BA12-B42DAD8BAE7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4527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057120-56CF-4D2D-8384-121905219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0EBCD196-213B-443D-81E6-867D042FC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0EF012D-FA82-4A78-8C80-16BFC29650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E963E1CC-1B71-4736-95CC-177E7CFBF1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282C1268-C4B4-4F80-95E0-A6813E98A8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50E833C0-5EED-4365-9999-CA1A12396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607EF-A7E1-4667-8B8D-9630B989FC22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6132CCA3-7A57-480C-9795-0D90D7514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3B6FFA21-5124-4B26-8B0C-55A8152BA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8319-A11F-427E-BA12-B42DAD8BAE7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1051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24175-0FF0-47F2-B73C-80E05FBA4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ECBB1D2C-4417-4526-A953-D202D3269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607EF-A7E1-4667-8B8D-9630B989FC22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A7F5A541-643C-41D0-BDF1-6E8EA75C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60CD0733-C25F-4D87-A351-32B975601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8319-A11F-427E-BA12-B42DAD8BAE7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660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E4BF0A1C-ECCE-4915-AA7C-E9DA6A899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607EF-A7E1-4667-8B8D-9630B989FC22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125E8CA3-C0C4-4804-8814-B578B9A19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ACF793F0-20E7-433A-BD11-9F0ED2455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8319-A11F-427E-BA12-B42DAD8BAE7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5009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6F58A3-749B-4881-A622-19DBFF047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B50F4C4-9993-43CB-971A-ACA748FB8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C6DA69DB-753D-4FB6-8028-BFDBDC5475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7D353A6F-517F-414B-9C87-B378BC731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607EF-A7E1-4667-8B8D-9630B989FC22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ED3A04BE-DFF7-4ABB-B919-6B8F95449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7BD5D1C1-31BC-41B1-8DDD-5A2A4F7C3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8319-A11F-427E-BA12-B42DAD8BAE7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7489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DFD85A-ABBC-4F32-AAD5-580A4FA8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FAB5B2F0-8521-4974-8CAF-C0C692E105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5B27DB1D-D6B6-4F8D-BE92-E0C03AB3F8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CAC2AFE6-7648-4E0A-8CEA-A937C7524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607EF-A7E1-4667-8B8D-9630B989FC22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27C791A0-55AC-4224-AB4B-72BEF1FDA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EF85EF0C-B748-42F5-98F2-81F4AB21E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8319-A11F-427E-BA12-B42DAD8BAE7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783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71C985-C94B-4B84-BF9F-D3F8E2561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C76F79F3-00B8-467D-B034-791A6847F4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5665B83-1DFF-41F7-97D0-3D1802401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607EF-A7E1-4667-8B8D-9630B989FC22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BB18DCB-ABCA-4AA7-8DB9-59E91C16A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29ECFE9-2FA0-46FE-AA1F-3EADA8081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8319-A11F-427E-BA12-B42DAD8BAE7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3827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0C062314-F4CC-4F3D-879A-B9FFFF880C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181D109-7F9E-4013-B560-045327E42E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51A43FD-A37C-431E-8C6D-2A3139453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607EF-A7E1-4667-8B8D-9630B989FC22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A1ABE36-A0D7-4A41-AF01-930E847BD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DB61A57-7817-4C0F-B7B0-D086715FC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8319-A11F-427E-BA12-B42DAD8BAE7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6815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8C16C732-95ED-4E23-970B-D7F2D55B6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BC653905-D518-4E32-985E-42977C636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E40B83C-EF7B-476D-A540-654F01380C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8607EF-A7E1-4667-8B8D-9630B989FC22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EF4DC25-BE81-45D1-9892-D67A0F12BB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6A76602-85E1-407A-AFB0-767828A070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668319-A11F-427E-BA12-B42DAD8BAE7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953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, nature, snow, mountain&#10;&#10;Description automatically generated">
            <a:extLst>
              <a:ext uri="{FF2B5EF4-FFF2-40B4-BE49-F238E27FC236}">
                <a16:creationId xmlns:a16="http://schemas.microsoft.com/office/drawing/2014/main" id="{EA7882BF-BFE4-D4F8-26A7-B578F4A6F9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0000"/>
                    </a14:imgEffect>
                    <a14:imgEffect>
                      <a14:brightnessContrast bright="-30000" contrast="-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794"/>
            <a:ext cx="12467492" cy="68552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06974" y="1905506"/>
            <a:ext cx="1185354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нашёл меня, и избавлен 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Тобой, Спаситель мой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Побеждён мой страх, и повержен враг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Теперь я навеки Твой!</a:t>
            </a:r>
          </a:p>
        </p:txBody>
      </p:sp>
    </p:spTree>
    <p:extLst>
      <p:ext uri="{BB962C8B-B14F-4D97-AF65-F5344CB8AC3E}">
        <p14:creationId xmlns:p14="http://schemas.microsoft.com/office/powerpoint/2010/main" val="9724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, nature, snow, mountain&#10;&#10;Description automatically generated">
            <a:extLst>
              <a:ext uri="{FF2B5EF4-FFF2-40B4-BE49-F238E27FC236}">
                <a16:creationId xmlns:a16="http://schemas.microsoft.com/office/drawing/2014/main" id="{EA7882BF-BFE4-D4F8-26A7-B578F4A6F9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0000"/>
                    </a14:imgEffect>
                    <a14:imgEffect>
                      <a14:brightnessContrast bright="-30000" contrast="-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794"/>
            <a:ext cx="12467492" cy="68552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936173" y="2644170"/>
            <a:ext cx="1059514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не буду рабом греха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Ведь я – дитя Царя</a:t>
            </a:r>
          </a:p>
        </p:txBody>
      </p:sp>
    </p:spTree>
    <p:extLst>
      <p:ext uri="{BB962C8B-B14F-4D97-AF65-F5344CB8AC3E}">
        <p14:creationId xmlns:p14="http://schemas.microsoft.com/office/powerpoint/2010/main" val="1781360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, nature, snow, mountain&#10;&#10;Description automatically generated">
            <a:extLst>
              <a:ext uri="{FF2B5EF4-FFF2-40B4-BE49-F238E27FC236}">
                <a16:creationId xmlns:a16="http://schemas.microsoft.com/office/drawing/2014/main" id="{EA7882BF-BFE4-D4F8-26A7-B578F4A6F9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0000"/>
                    </a14:imgEffect>
                    <a14:imgEffect>
                      <a14:brightnessContrast bright="-30000" contrast="-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794"/>
            <a:ext cx="12467492" cy="68552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468133" y="1905506"/>
            <a:ext cx="1153122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До рождения Ты избрал меня,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 любовью мне имя дал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родился вновь через Твою кровь,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Твоим навеки стал</a:t>
            </a:r>
          </a:p>
        </p:txBody>
      </p:sp>
    </p:spTree>
    <p:extLst>
      <p:ext uri="{BB962C8B-B14F-4D97-AF65-F5344CB8AC3E}">
        <p14:creationId xmlns:p14="http://schemas.microsoft.com/office/powerpoint/2010/main" val="1968508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, nature, snow, mountain&#10;&#10;Description automatically generated">
            <a:extLst>
              <a:ext uri="{FF2B5EF4-FFF2-40B4-BE49-F238E27FC236}">
                <a16:creationId xmlns:a16="http://schemas.microsoft.com/office/drawing/2014/main" id="{EA7882BF-BFE4-D4F8-26A7-B578F4A6F9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0000"/>
                    </a14:imgEffect>
                    <a14:imgEffect>
                      <a14:brightnessContrast bright="-30000" contrast="-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794"/>
            <a:ext cx="12467492" cy="68552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2274838"/>
            <a:ext cx="105951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 Твоих объятиях,</a:t>
            </a:r>
            <a:endParaRPr lang="uk-UA" sz="48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Твоём спасении,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Душа ликует песнью избавления!</a:t>
            </a:r>
          </a:p>
        </p:txBody>
      </p:sp>
    </p:spTree>
    <p:extLst>
      <p:ext uri="{BB962C8B-B14F-4D97-AF65-F5344CB8AC3E}">
        <p14:creationId xmlns:p14="http://schemas.microsoft.com/office/powerpoint/2010/main" val="2190184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, nature, snow, mountain&#10;&#10;Description automatically generated">
            <a:extLst>
              <a:ext uri="{FF2B5EF4-FFF2-40B4-BE49-F238E27FC236}">
                <a16:creationId xmlns:a16="http://schemas.microsoft.com/office/drawing/2014/main" id="{EA7882BF-BFE4-D4F8-26A7-B578F4A6F9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0000"/>
                    </a14:imgEffect>
                    <a14:imgEffect>
                      <a14:brightnessContrast bright="-30000" contrast="-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794"/>
            <a:ext cx="12467492" cy="68552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1905506"/>
            <a:ext cx="1059514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Мы навек свободны,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пали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рабства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цепи!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Давайте праздновать победу,    ведь мы – Божьи дети!</a:t>
            </a:r>
          </a:p>
        </p:txBody>
      </p:sp>
    </p:spTree>
    <p:extLst>
      <p:ext uri="{BB962C8B-B14F-4D97-AF65-F5344CB8AC3E}">
        <p14:creationId xmlns:p14="http://schemas.microsoft.com/office/powerpoint/2010/main" val="91415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, nature, snow, mountain&#10;&#10;Description automatically generated">
            <a:extLst>
              <a:ext uri="{FF2B5EF4-FFF2-40B4-BE49-F238E27FC236}">
                <a16:creationId xmlns:a16="http://schemas.microsoft.com/office/drawing/2014/main" id="{EA7882BF-BFE4-D4F8-26A7-B578F4A6F9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0000"/>
                    </a14:imgEffect>
                    <a14:imgEffect>
                      <a14:brightnessContrast bright="-30000" contrast="-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794"/>
            <a:ext cx="12467492" cy="68552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99213" y="1536174"/>
            <a:ext cx="1139357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Раздвинул воды моря,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чтоб пройти мне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Изгнала страх любовь Твоя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спас меня, и я готов петь вечно,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то я –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дитя Царя</a:t>
            </a:r>
          </a:p>
        </p:txBody>
      </p:sp>
    </p:spTree>
    <p:extLst>
      <p:ext uri="{BB962C8B-B14F-4D97-AF65-F5344CB8AC3E}">
        <p14:creationId xmlns:p14="http://schemas.microsoft.com/office/powerpoint/2010/main" val="18762177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117</Words>
  <Application>Microsoft Office PowerPoint</Application>
  <PresentationFormat>Широкий екран</PresentationFormat>
  <Paragraphs>27</Paragraphs>
  <Slides>6</Slides>
  <Notes>6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3</cp:revision>
  <dcterms:created xsi:type="dcterms:W3CDTF">2023-10-28T18:50:51Z</dcterms:created>
  <dcterms:modified xsi:type="dcterms:W3CDTF">2026-03-21T22:12:54Z</dcterms:modified>
</cp:coreProperties>
</file>