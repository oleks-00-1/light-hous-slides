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4084F-C188-42A6-9224-C2EC231F3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E293B8-10BA-4A47-95AF-63B6AAE69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493A19D-9008-49B5-BA73-169242DB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1662DC1-95E3-4D55-A4B4-95F45119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5759650-B946-4027-83EF-3A0FDEC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38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ADC92-0E36-4024-8259-2D7C46F8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37CDCE2-A97C-4353-8BEF-D048A47F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AD89E1C-F13C-47D9-8B99-6DA7ADAE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D7A84A7-7B04-4F7C-B4E3-52BA301C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3BFCBBC-D32C-4BA1-AFB9-A23E3739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26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B71CF-EB40-4001-BFD9-36779C78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B4E63FC-52ED-4C13-96A4-44FB10B4D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6C7EE9-C02C-4FEA-BBE1-7B9CEF79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7EBAEEE-8AC0-4133-9F1A-5BF59872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1AC777-B982-40AF-B205-7E76E593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50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E0BC3-9CE3-4338-8AEA-86CDD294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742826-C206-4932-9154-2078DAC08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9F65B94-1D2E-4995-82A8-11ED946F8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8B6FE8F-B0B2-4592-92DD-C674D7621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EE5F22B-2CA8-45AA-95EF-33863102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1E1B4AD-D868-410A-8F44-F66A3672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03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7B16A-A853-4F7D-8DC9-4DAB0D5A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FE6429-F675-4A8D-AC54-82E1E11CC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2670A04-4507-4A65-9343-B68239256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32BE792-2E99-4A8F-B36A-C11224E3E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61C1693-F7E5-4491-AE3D-257EACE19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8C4F965-67AB-4115-B5EC-48AB3DD2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503B8D1-E860-4FE1-9ED4-326B113B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BE89D98-0FFE-46FB-BCCC-D75BA067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71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9E6B6-E932-48F5-B141-E8EBC365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664C75E-3E0F-4735-B67C-E5509BA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773F940-BD8C-439A-97D4-797378A9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660A4E-F8F0-41FA-9F2F-71172D5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76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BB9EC0D-1B1F-4AD1-8E5B-BD0FE226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73DEFC7-6B40-4287-BE8F-43418B26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9CCF577-8CB4-485B-A0C6-360C464D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1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44FE0-2F15-4827-9533-CD49355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C83013A-8AAA-4416-8F92-E7DFB068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23761B8-5635-44DA-A1D7-AC9C82131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8B12676-7108-4AB3-98D8-7C26825A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D414582-2245-44EE-8742-ADAE67C6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D333063-8569-49A5-A98C-F986168F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21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F612-5B4C-4F54-9AB9-FF4BE0E9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DCFDCF70-B1A7-442F-AFE0-72C0B83C9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8C7F475-007A-4A60-A6CD-E258A2615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7E37927-BAC0-4D8B-ABA9-6C096163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517A635-C86F-4531-B4E4-36A24308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1615650-72E4-4C43-9B54-27BD9ED1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03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E27E3-B35A-4C99-B3AC-2A38CE6E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6024186-3733-4FE4-ADF1-DC14CC488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D1E0D3B-3BB4-4B61-B257-279361F1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A02F6E2-76FC-4153-90D8-503B4499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A9D432A-7663-4769-99D1-9E4FBB16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21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37B8167-16DD-49CE-A22A-51E6746FB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58389D3-0C59-4628-ADAE-D96A730A9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61981CC-B826-478E-88D4-6389E90D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5B0C800-C2C9-4540-979C-11A77CF4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26C7D5E-AECA-49AE-B8F3-B242C122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4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8701220-8B4C-402E-A5F3-D5512351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89BE00B-57E9-4059-AFB6-17CB5FD83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E0BD9C-4FF2-44DB-A51B-CD3ACACDC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E3FE9-D1A4-4456-8BC7-D5832C87ED66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BF784BD-30F5-467A-B6E2-86ED92DD1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0E1F44-58D1-4417-A9FD-C7C62B9FF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F44C7-F253-4D72-8F12-4364375A933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17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2274837"/>
            <a:ext cx="10965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Я, положив себя на алтарь,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Отдаю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что есть у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Тебе, Господь мой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1905505"/>
            <a:ext cx="109659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кровь пролил из-за любви, чтобы жизнь увидели 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Агнец Святой, обновил Ты жизнь мою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148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1536173"/>
            <a:ext cx="109659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Небеса поют, возвещают всем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Твоей бесконечной любви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увидят все чудеса Твои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узнает мир, что Ты – Радость всей земли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757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306519" y="1905505"/>
            <a:ext cx="115789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 на кресте победил все грехи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– дети Царя всей земли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Несём послание вечной любви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все люди земли узнают Тебя</a:t>
            </a:r>
          </a:p>
        </p:txBody>
      </p:sp>
    </p:spTree>
    <p:extLst>
      <p:ext uri="{BB962C8B-B14F-4D97-AF65-F5344CB8AC3E}">
        <p14:creationId xmlns:p14="http://schemas.microsoft.com/office/powerpoint/2010/main" val="32648247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</Words>
  <Application>Microsoft Office PowerPoint</Application>
  <PresentationFormat>Широкий екран</PresentationFormat>
  <Paragraphs>13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2024-09-14T19:16:15Z</dcterms:created>
  <dcterms:modified xsi:type="dcterms:W3CDTF">2024-09-14T19:24:51Z</dcterms:modified>
</cp:coreProperties>
</file>