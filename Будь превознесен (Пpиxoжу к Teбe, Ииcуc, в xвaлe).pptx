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AAA88-C618-43B0-B930-C4D236773E41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7CE5B-6A75-4D22-ADEF-FA7079562D9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01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75298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57610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16229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47779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7515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1355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F9696-A3B7-4418-BB2F-FBAC10562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C8CF6EA-E2B8-4DC5-AF08-CBF6BFBCD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155EE61-731E-4E1F-84D1-15BC3A7D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D4CE51-0F09-4D75-AF9A-D354540D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1DF4C82-F9E4-4F3C-BBC6-BD1D9FA3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41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8CB57-F6AE-49FF-8736-753E23F8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537D245-1D67-4B2B-8717-4BE18AB6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1A1181-7B08-4989-A474-A961D202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E2E1747-A56A-46E9-BDD3-AF048BD3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F8EA4D-D0F0-4368-8CF2-36F80480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76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6BE37-FF4D-449A-98DE-E5DEEABF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DC7221-E3FE-4018-97B6-631A74FD0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939E752-CEAE-4982-AE32-8C62D12B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82A4D38-485C-41AC-95FF-A5687053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4102BC-427A-4E18-ABDB-53A98D0B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24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20662-1B34-42AF-BC5D-4217558C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C8BD98-658F-4181-98B9-AE77D00A6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C3FF9E4-3770-411D-8C92-C78A0CCB5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9AA9982-4B8D-49B1-A097-EE0AB4EF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546230F-E88B-4646-87BE-B9A9F7C0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485B92B-D967-417F-8CBF-72AD9876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38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F2949-2E01-416F-AA55-4D528309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E7A356C-A9F1-4D02-92B7-69C02869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2A7BEA4-0A88-45FD-94D4-8D1A6BE2A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2C1E588-B826-4423-94D0-F905E5182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F4A391E-EC48-4574-AECC-C1AFF5215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B1B9A86-6B5B-4559-B1CB-EF7DE749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DE519FA-EE9C-4379-954A-E3253B25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2BC8E97-893A-498E-A19B-DD37F730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621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67E74-12C5-4113-8AC4-B38F31D4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A7298D5-ECCE-4E24-8612-DE3E826F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876990E-7A09-4176-A34B-B8C0074A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DA15C8A-12B2-4A46-803A-D1DED98C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79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BA57D7A-DE87-4428-9AA9-983FF02C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2C7DD27-C63C-441D-84EF-61908D42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5195F63-F55C-4812-B854-CFD2167B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31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4F95F-382F-49E3-B5F7-83DF5B5F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A4C145-D830-40BD-A9FF-D93F7F9A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D11736B-7CA8-4A2F-A6EE-B26C26506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715E165-E250-4E74-859F-74E6F129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783D2FD-FB76-4AFD-9EFE-4C2D0E0B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43443E1-0A00-4DE3-9115-0056BFBB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96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EFF80-F7B6-45B2-B19C-9354BB1E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24948E9-84A6-412E-ABDD-FF3EA2099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E2A4017-E672-4EB8-952A-16E8876FD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9B95D8D-5CAB-46BD-9061-94D48621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86CAFE1-2252-40DC-A250-90CEAC85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ABB9D82-4BD2-4201-8ABC-B47283CB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73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08572-1157-4E14-9303-AE74CB7D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FAB8262-C617-442B-91E2-6963FC506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0E0AAFD-F1F3-48D0-8EDD-23D9F7C5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3B1D6AD-08B4-41BA-954C-D4C79FD5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960590-B545-433F-9A1F-144945E5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54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0FC560C-C46C-499C-914E-1C4769279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C5DE0F6-136D-48BE-8808-C8D672C4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5C942CE-B686-4166-B99C-C057B07C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EE18B94-F50C-4714-98A7-CCA8A1E8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07E20C-9AAE-45C2-A6C1-468D2FD2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22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C5439BE-3340-466C-9ADD-4C991E28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E103E57-D755-4255-B5CB-1613CE9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82A7765-776F-4C1D-BEA5-DABB91FD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A895E-0823-4B12-8414-D7B2336FC08B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6B59AC1-6397-443C-8725-7DDC7EC5A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70E2F4-727E-47A5-B2F1-B0CDDDDAE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D4665-252B-4106-95E4-33BAF9D5C8D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64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91865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к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ждым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днём люблю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ильн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лишь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cex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уги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05506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в Им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вь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Взыв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к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e: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85235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91865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уги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уги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уги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д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ин!</a:t>
            </a:r>
          </a:p>
        </p:txBody>
      </p:sp>
    </p:spTree>
    <p:extLst>
      <p:ext uri="{BB962C8B-B14F-4D97-AF65-F5344CB8AC3E}">
        <p14:creationId xmlns:p14="http://schemas.microsoft.com/office/powerpoint/2010/main" val="111796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91865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ю,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вишь ник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a,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и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лишь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cex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имён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уги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147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361197"/>
            <a:ext cx="11393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в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ax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-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pece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жизнь,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0861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99606" y="2274838"/>
            <a:ext cx="117927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льк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лить,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шт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ить,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был и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67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99606" y="2361197"/>
            <a:ext cx="117927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будь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д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ин!</a:t>
            </a:r>
          </a:p>
        </p:txBody>
      </p:sp>
    </p:spTree>
    <p:extLst>
      <p:ext uri="{BB962C8B-B14F-4D97-AF65-F5344CB8AC3E}">
        <p14:creationId xmlns:p14="http://schemas.microsoft.com/office/powerpoint/2010/main" val="33825127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372</Words>
  <Application>Microsoft Office PowerPoint</Application>
  <PresentationFormat>Широкий екран</PresentationFormat>
  <Paragraphs>31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2026-03-28T17:31:54Z</dcterms:created>
  <dcterms:modified xsi:type="dcterms:W3CDTF">2026-03-28T17:37:09Z</dcterms:modified>
</cp:coreProperties>
</file>