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51" r:id="rId2"/>
    <p:sldId id="341" r:id="rId3"/>
    <p:sldId id="342" r:id="rId4"/>
    <p:sldId id="343" r:id="rId5"/>
    <p:sldId id="344" r:id="rId6"/>
    <p:sldId id="345" r:id="rId7"/>
    <p:sldId id="346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249BAC6A-23E0-4F07-95DA-7E3EF1EDA307}"/>
    <pc:docChg chg="modSld">
      <pc:chgData name="Олександр Зик" userId="c7a628fe0823e5d5" providerId="LiveId" clId="{249BAC6A-23E0-4F07-95DA-7E3EF1EDA307}" dt="2024-06-22T19:20:05.279" v="13" actId="20577"/>
      <pc:docMkLst>
        <pc:docMk/>
      </pc:docMkLst>
      <pc:sldChg chg="modSp mod">
        <pc:chgData name="Олександр Зик" userId="c7a628fe0823e5d5" providerId="LiveId" clId="{249BAC6A-23E0-4F07-95DA-7E3EF1EDA307}" dt="2024-06-22T19:18:08.860" v="5" actId="20577"/>
        <pc:sldMkLst>
          <pc:docMk/>
          <pc:sldMk cId="50006956" sldId="341"/>
        </pc:sldMkLst>
        <pc:spChg chg="mod">
          <ac:chgData name="Олександр Зик" userId="c7a628fe0823e5d5" providerId="LiveId" clId="{249BAC6A-23E0-4F07-95DA-7E3EF1EDA307}" dt="2024-06-22T19:18:08.860" v="5" actId="20577"/>
          <ac:spMkLst>
            <pc:docMk/>
            <pc:sldMk cId="50006956" sldId="341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249BAC6A-23E0-4F07-95DA-7E3EF1EDA307}" dt="2024-06-22T19:18:24.305" v="7" actId="1076"/>
        <pc:sldMkLst>
          <pc:docMk/>
          <pc:sldMk cId="4110081560" sldId="342"/>
        </pc:sldMkLst>
        <pc:spChg chg="mod">
          <ac:chgData name="Олександр Зик" userId="c7a628fe0823e5d5" providerId="LiveId" clId="{249BAC6A-23E0-4F07-95DA-7E3EF1EDA307}" dt="2024-06-22T19:18:24.305" v="7" actId="1076"/>
          <ac:spMkLst>
            <pc:docMk/>
            <pc:sldMk cId="4110081560" sldId="342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249BAC6A-23E0-4F07-95DA-7E3EF1EDA307}" dt="2024-06-22T19:20:05.279" v="13" actId="20577"/>
        <pc:sldMkLst>
          <pc:docMk/>
          <pc:sldMk cId="1453965490" sldId="344"/>
        </pc:sldMkLst>
        <pc:spChg chg="mod">
          <ac:chgData name="Олександр Зик" userId="c7a628fe0823e5d5" providerId="LiveId" clId="{249BAC6A-23E0-4F07-95DA-7E3EF1EDA307}" dt="2024-06-22T19:20:05.279" v="13" actId="20577"/>
          <ac:spMkLst>
            <pc:docMk/>
            <pc:sldMk cId="1453965490" sldId="344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249BAC6A-23E0-4F07-95DA-7E3EF1EDA307}" dt="2024-06-22T19:20:00.889" v="11" actId="20577"/>
        <pc:sldMkLst>
          <pc:docMk/>
          <pc:sldMk cId="887343055" sldId="345"/>
        </pc:sldMkLst>
        <pc:spChg chg="mod">
          <ac:chgData name="Олександр Зик" userId="c7a628fe0823e5d5" providerId="LiveId" clId="{249BAC6A-23E0-4F07-95DA-7E3EF1EDA307}" dt="2024-06-22T19:20:00.889" v="11" actId="20577"/>
          <ac:spMkLst>
            <pc:docMk/>
            <pc:sldMk cId="887343055" sldId="345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249BAC6A-23E0-4F07-95DA-7E3EF1EDA307}" dt="2024-06-22T19:19:57.364" v="9" actId="20577"/>
        <pc:sldMkLst>
          <pc:docMk/>
          <pc:sldMk cId="228654471" sldId="346"/>
        </pc:sldMkLst>
        <pc:spChg chg="mod">
          <ac:chgData name="Олександр Зик" userId="c7a628fe0823e5d5" providerId="LiveId" clId="{249BAC6A-23E0-4F07-95DA-7E3EF1EDA307}" dt="2024-06-22T19:19:57.364" v="9" actId="20577"/>
          <ac:spMkLst>
            <pc:docMk/>
            <pc:sldMk cId="228654471" sldId="346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249BAC6A-23E0-4F07-95DA-7E3EF1EDA307}" dt="2024-06-22T19:17:45.879" v="3" actId="1076"/>
        <pc:sldMkLst>
          <pc:docMk/>
          <pc:sldMk cId="2393106673" sldId="351"/>
        </pc:sldMkLst>
        <pc:spChg chg="mod">
          <ac:chgData name="Олександр Зик" userId="c7a628fe0823e5d5" providerId="LiveId" clId="{249BAC6A-23E0-4F07-95DA-7E3EF1EDA307}" dt="2024-06-22T19:17:45.879" v="3" actId="1076"/>
          <ac:spMkLst>
            <pc:docMk/>
            <pc:sldMk cId="2393106673" sldId="351"/>
            <ac:spMk id="7" creationId="{7EC00F75-C509-B5FE-DFA4-46DED52184C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EDFE5-B509-45B0-9E8E-2F2383145B9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CFCB0-020D-49B6-AD83-6E78D9EA1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701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97B6C-FEDA-6540-BC51-FFDB7E7547FF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49375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97B6C-FEDA-6540-BC51-FFDB7E7547FF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893527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97B6C-FEDA-6540-BC51-FFDB7E7547FF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89518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97B6C-FEDA-6540-BC51-FFDB7E7547FF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828995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97B6C-FEDA-6540-BC51-FFDB7E7547FF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450301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97B6C-FEDA-6540-BC51-FFDB7E7547FF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886727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97B6C-FEDA-6540-BC51-FFDB7E7547FF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994613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B198F5-B580-44F8-9A52-0CED4E994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5FA7AD81-0D3C-496D-AA03-C14A8366F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BAABC51-3CB1-4257-BA88-10B9222C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141FE-51EA-4024-8140-F71DC6CC74C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15B75AC-410D-4D82-A838-3FEBBD51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61C9FEF-7809-4653-8EC9-CC3CF80ED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7D5F7-149F-455F-9593-E267A514E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98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9C745-A965-4D08-BD4A-005A18F8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EC362E3-341B-4AAD-9D88-52ABD1637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AD5245F-5EB2-464F-B977-DD97EB4EE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141FE-51EA-4024-8140-F71DC6CC74C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CA05C5D-23E1-4B11-9FC1-B55E25AF3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A965AEA-2837-4B02-8278-BA6C080E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7D5F7-149F-455F-9593-E267A514E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030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4BC42-B110-4D7D-8DF4-7F93EDD56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29C9CA2-B530-4B4B-B3D8-A572FC6E0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80EAB0C-F337-49AF-82AC-16B725175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141FE-51EA-4024-8140-F71DC6CC74C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4581427-2CB4-4614-90C1-80011FA4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C05F2A2-2C57-496E-921C-1EDE8E4B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7D5F7-149F-455F-9593-E267A514E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090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8B8186-A895-4BE4-8976-DF34E71ED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93D5A23-39F2-450C-8DFD-83E7BF011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8E7D3EF-DE0E-4E98-AEDC-FF5579606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B9E8C4D-295F-445C-91FF-89E4041D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141FE-51EA-4024-8140-F71DC6CC74C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48D2B81-78CE-49A5-A75B-D40E401F5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E6C998B-DD18-4814-A1A5-F5A632697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7D5F7-149F-455F-9593-E267A514E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25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76458-31C1-4454-AD6B-F6AD31EB8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134F979-3B95-407E-AC75-5F653FAEF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69306B7-D17E-42F7-A30E-F998D7C56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E0043BA8-C965-40D9-A173-EC6776F9C4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9232CD3D-B4DE-441B-8C23-15FB33E3F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97E6A07C-B250-4D64-94D6-68AD4F6A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141FE-51EA-4024-8140-F71DC6CC74C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3DAD539E-A5B9-4E43-8D84-B7325856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2CF41FB6-D432-4E70-B49D-1682419DF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7D5F7-149F-455F-9593-E267A514E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147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B4F19C-1ADF-4A0F-A979-E50082CE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78EA81C4-61E8-4673-A9B9-5C6198E60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141FE-51EA-4024-8140-F71DC6CC74C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A548AFD2-C86A-49DA-AE16-37454219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8DC0044-FE58-4D81-AD59-CF3C6B50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7D5F7-149F-455F-9593-E267A514E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02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C1ADAB0-F804-4711-AF96-DFBB12D91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141FE-51EA-4024-8140-F71DC6CC74C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41E49BC4-DD9F-48D9-8A76-162C11EDB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3674FC0-888A-4D26-BBA9-134DAF282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7D5F7-149F-455F-9593-E267A514E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600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98049-D706-4828-9ABE-F962B326D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C860C31-383C-47A6-B00A-168D39048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E5C772A-1AD3-40FF-8E98-8B4673C73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F03C055-4107-4416-BEB3-F3FF19D8A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141FE-51EA-4024-8140-F71DC6CC74C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2E1039F-6EF4-474D-B526-080B826E4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CEC1C4B-62EB-4BA3-9297-8C659F2CF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7D5F7-149F-455F-9593-E267A514E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84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4FC479-33B9-4602-B2FF-79998D704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12C1FDF6-9AC6-4402-AD3C-9282DDF3AB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42B1B89-B2A4-45FC-8D75-E2401F63B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07B9A87-8010-4A01-8C58-806317758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141FE-51EA-4024-8140-F71DC6CC74C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1954C50-F93B-40A6-98BE-7776EA5C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A1F2291-A672-4502-B791-F7711684B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7D5F7-149F-455F-9593-E267A514E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190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3E373-E69A-4B79-9E5C-64A938D2A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EEF4870-08EC-4587-B0D4-9F9F3D7AF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FA3E705-5D67-426E-8BD8-67E25E1D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141FE-51EA-4024-8140-F71DC6CC74C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6DC090C-87DA-423C-9780-3381464C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BDDD869-2BCF-43FC-8D17-E93878E0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7D5F7-149F-455F-9593-E267A514E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784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95E1C62B-2B13-47FB-956E-62D45AAB0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9D5E14F-21F1-4B10-81B4-D52CCEDBE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5E25103-A162-4BE4-98C5-B91808BA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141FE-51EA-4024-8140-F71DC6CC74C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F0E933C-5907-42C3-AC73-ED6C0DFA5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D5E4660-2D42-4C74-A474-E386F2A6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7D5F7-149F-455F-9593-E267A514E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106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5C11217-6E7F-41D0-B10E-F8F1C78F6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A596BB9-01C6-4EA4-9E97-75B7AAB9F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B942835-359E-4664-BE5F-FAB0C1DBE9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141FE-51EA-4024-8140-F71DC6CC74CF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2FDD19A-CE14-4C02-ACA1-7348F1E6D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6A0C911-5443-4C4C-A6E3-B05C0435B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7D5F7-149F-455F-9593-E267A514E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734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birds flying&#10;&#10;Description automatically generated with medium confidence">
            <a:extLst>
              <a:ext uri="{FF2B5EF4-FFF2-40B4-BE49-F238E27FC236}">
                <a16:creationId xmlns:a16="http://schemas.microsoft.com/office/drawing/2014/main" id="{05D71A1B-CB42-C3DB-D98C-6BC02990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752330" y="1720840"/>
            <a:ext cx="86873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даёшь силу мне, если я утомлён,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Если потух огонь,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со мной, Бог</a:t>
            </a:r>
          </a:p>
        </p:txBody>
      </p:sp>
    </p:spTree>
    <p:extLst>
      <p:ext uri="{BB962C8B-B14F-4D97-AF65-F5344CB8AC3E}">
        <p14:creationId xmlns:p14="http://schemas.microsoft.com/office/powerpoint/2010/main" val="2393106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birds flying&#10;&#10;Description automatically generated with medium confidence">
            <a:extLst>
              <a:ext uri="{FF2B5EF4-FFF2-40B4-BE49-F238E27FC236}">
                <a16:creationId xmlns:a16="http://schemas.microsoft.com/office/drawing/2014/main" id="{05D71A1B-CB42-C3DB-D98C-6BC02990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6" y="1720840"/>
            <a:ext cx="90508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даёшь крепость мне, если я изнемог,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Если нет силы встать,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со мной, Бог</a:t>
            </a:r>
          </a:p>
        </p:txBody>
      </p:sp>
    </p:spTree>
    <p:extLst>
      <p:ext uri="{BB962C8B-B14F-4D97-AF65-F5344CB8AC3E}">
        <p14:creationId xmlns:p14="http://schemas.microsoft.com/office/powerpoint/2010/main" val="50006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birds flying&#10;&#10;Description automatically generated with medium confidence">
            <a:extLst>
              <a:ext uri="{FF2B5EF4-FFF2-40B4-BE49-F238E27FC236}">
                <a16:creationId xmlns:a16="http://schemas.microsoft.com/office/drawing/2014/main" id="{05D71A1B-CB42-C3DB-D98C-6BC02990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195377" y="1720840"/>
            <a:ext cx="98012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надеюсь на Тебя, поднимаю я крылья вновь,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Побегу и не устану, я пойду и не утомлюсь</a:t>
            </a:r>
          </a:p>
        </p:txBody>
      </p:sp>
    </p:spTree>
    <p:extLst>
      <p:ext uri="{BB962C8B-B14F-4D97-AF65-F5344CB8AC3E}">
        <p14:creationId xmlns:p14="http://schemas.microsoft.com/office/powerpoint/2010/main" val="4110081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birds flying&#10;&#10;Description automatically generated with medium confidence">
            <a:extLst>
              <a:ext uri="{FF2B5EF4-FFF2-40B4-BE49-F238E27FC236}">
                <a16:creationId xmlns:a16="http://schemas.microsoft.com/office/drawing/2014/main" id="{05D71A1B-CB42-C3DB-D98C-6BC02990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6" y="1720840"/>
            <a:ext cx="90508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Расправив крылья,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парю без </a:t>
            </a:r>
            <a:r>
              <a:rPr lang="ru-RU" sz="54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тени страха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Покоюсь я в Твоих обетованиях</a:t>
            </a:r>
          </a:p>
        </p:txBody>
      </p:sp>
    </p:spTree>
    <p:extLst>
      <p:ext uri="{BB962C8B-B14F-4D97-AF65-F5344CB8AC3E}">
        <p14:creationId xmlns:p14="http://schemas.microsoft.com/office/powerpoint/2010/main" val="2039806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birds flying&#10;&#10;Description automatically generated with medium confidence">
            <a:extLst>
              <a:ext uri="{FF2B5EF4-FFF2-40B4-BE49-F238E27FC236}">
                <a16:creationId xmlns:a16="http://schemas.microsoft.com/office/drawing/2014/main" id="{05D71A1B-CB42-C3DB-D98C-6BC02990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6" y="1720840"/>
            <a:ext cx="90508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мир во мне хранишь, Ты силы обновляешь,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Бог </a:t>
            </a:r>
            <a:r>
              <a:rPr lang="ru-RU" sz="54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Эммануил,</a:t>
            </a:r>
          </a:p>
          <a:p>
            <a:pPr algn="ctr"/>
            <a:r>
              <a:rPr lang="ru-RU" sz="54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всё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руках Твоих</a:t>
            </a:r>
          </a:p>
        </p:txBody>
      </p:sp>
    </p:spTree>
    <p:extLst>
      <p:ext uri="{BB962C8B-B14F-4D97-AF65-F5344CB8AC3E}">
        <p14:creationId xmlns:p14="http://schemas.microsoft.com/office/powerpoint/2010/main" val="1453965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birds flying&#10;&#10;Description automatically generated with medium confidence">
            <a:extLst>
              <a:ext uri="{FF2B5EF4-FFF2-40B4-BE49-F238E27FC236}">
                <a16:creationId xmlns:a16="http://schemas.microsoft.com/office/drawing/2014/main" id="{05D71A1B-CB42-C3DB-D98C-6BC02990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6" y="1720840"/>
            <a:ext cx="90508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Надеющиеся на Господа обновятся в силе,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Поднимут крылья,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как орлы</a:t>
            </a:r>
          </a:p>
        </p:txBody>
      </p:sp>
    </p:spTree>
    <p:extLst>
      <p:ext uri="{BB962C8B-B14F-4D97-AF65-F5344CB8AC3E}">
        <p14:creationId xmlns:p14="http://schemas.microsoft.com/office/powerpoint/2010/main" val="887343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birds flying&#10;&#10;Description automatically generated with medium confidence">
            <a:extLst>
              <a:ext uri="{FF2B5EF4-FFF2-40B4-BE49-F238E27FC236}">
                <a16:creationId xmlns:a16="http://schemas.microsoft.com/office/drawing/2014/main" id="{05D71A1B-CB42-C3DB-D98C-6BC02990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6" y="2136338"/>
            <a:ext cx="905086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Побегут и не устанут, Пойдут и не утомятся,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Надеющиеся на Господа </a:t>
            </a:r>
          </a:p>
        </p:txBody>
      </p:sp>
    </p:spTree>
    <p:extLst>
      <p:ext uri="{BB962C8B-B14F-4D97-AF65-F5344CB8AC3E}">
        <p14:creationId xmlns:p14="http://schemas.microsoft.com/office/powerpoint/2010/main" val="2286544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119</Words>
  <Application>Microsoft Office PowerPoint</Application>
  <PresentationFormat>Широкоэкранный</PresentationFormat>
  <Paragraphs>26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2023-11-04T19:57:56Z</dcterms:created>
  <dcterms:modified xsi:type="dcterms:W3CDTF">2025-05-21T20:11:23Z</dcterms:modified>
</cp:coreProperties>
</file>