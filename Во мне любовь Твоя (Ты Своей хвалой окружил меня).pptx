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312" r:id="rId2"/>
    <p:sldId id="313" r:id="rId3"/>
    <p:sldId id="314" r:id="rId4"/>
    <p:sldId id="315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72" autoAdjust="0"/>
    <p:restoredTop sz="94660"/>
  </p:normalViewPr>
  <p:slideViewPr>
    <p:cSldViewPr snapToGrid="0">
      <p:cViewPr varScale="1">
        <p:scale>
          <a:sx n="46" d="100"/>
          <a:sy n="46" d="100"/>
        </p:scale>
        <p:origin x="58" y="84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верхнього колонтитула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Місце для дати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499C70-D243-4ED3-8B25-F53DF80FCF8D}" type="datetimeFigureOut">
              <a:rPr lang="ru-RU" smtClean="0"/>
              <a:t>07.12.2024</a:t>
            </a:fld>
            <a:endParaRPr lang="ru-RU"/>
          </a:p>
        </p:txBody>
      </p:sp>
      <p:sp>
        <p:nvSpPr>
          <p:cNvPr id="4" name="Місце для зображення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Місце для нотаток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6" name="Місце для нижнього колонтитула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Місце для номера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37F143-5C71-4997-A4DD-2FE448B01E99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10398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1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13930394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2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180629654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3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24286732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B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ABE3E6-2209-5440-8F32-130969F6B161}" type="slidenum">
              <a:rPr lang="en-BG" smtClean="0"/>
              <a:t>4</a:t>
            </a:fld>
            <a:endParaRPr lang="en-BG"/>
          </a:p>
        </p:txBody>
      </p:sp>
    </p:spTree>
    <p:extLst>
      <p:ext uri="{BB962C8B-B14F-4D97-AF65-F5344CB8AC3E}">
        <p14:creationId xmlns:p14="http://schemas.microsoft.com/office/powerpoint/2010/main" val="32522854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BBDBE4-9B99-4B77-B114-919586B63F2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Підзаголовок 2">
            <a:extLst>
              <a:ext uri="{FF2B5EF4-FFF2-40B4-BE49-F238E27FC236}">
                <a16:creationId xmlns:a16="http://schemas.microsoft.com/office/drawing/2014/main" id="{94314BF4-5796-445C-9971-086EB7B262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uk-UA"/>
              <a:t>Клацніть, щоб редагувати стиль зразка підзаголовка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51A99FE5-BE67-491B-8556-BD6768D23B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0D486-E0F7-481C-A4CC-BAA32E56D09F}" type="datetimeFigureOut">
              <a:rPr lang="ru-RU" smtClean="0"/>
              <a:t>07.12.2024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51FF03B2-B3D7-45BF-9EAD-2D8618AAC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DFAA780F-9AE9-483D-9BB3-B7CBF9852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3B093-CDF6-4B8C-9F50-E4B0A9050C42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31933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Назва та вмі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FD42848-FB5C-4E68-8BC9-B7957681B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98AD2A63-029B-4436-89A4-AE76657E74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04AC0130-CDB1-42EE-8044-A6B6F2679F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0D486-E0F7-481C-A4CC-BAA32E56D09F}" type="datetimeFigureOut">
              <a:rPr lang="ru-RU" smtClean="0"/>
              <a:t>07.12.2024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BB8CEF3F-9101-4836-9DAB-2A82F6DD80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A088A791-A20B-4CEF-AFA6-DA61E4D97D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3B093-CDF6-4B8C-9F50-E4B0A9050C42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1087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Назва розділ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F56834-94AD-4256-9146-6A7EFF6DDF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607EEE3A-B2C4-40FB-AD60-BDF67D6C06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31CCA507-D6C0-4408-856B-18088B93F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0D486-E0F7-481C-A4CC-BAA32E56D09F}" type="datetimeFigureOut">
              <a:rPr lang="ru-RU" smtClean="0"/>
              <a:t>07.12.2024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5CA94C90-60DE-495B-999E-1904817D13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1CDC42B5-EECF-453C-B25A-BB5E68BAC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3B093-CDF6-4B8C-9F50-E4B0A9050C42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5179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’єкт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2E6A13-4860-4A9F-9120-0F1C2D0C88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D5B1BE40-1861-4044-A173-3E5DEC57B7B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848AADAD-8583-49AC-B45D-640DB85FB4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7B24CE39-9F93-4139-BD9A-0CF017E58A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0D486-E0F7-481C-A4CC-BAA32E56D09F}" type="datetimeFigureOut">
              <a:rPr lang="ru-RU" smtClean="0"/>
              <a:t>07.12.2024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A8E5AB19-275D-4E59-BF5B-224B2BC36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3DAF61EA-EF4A-4680-88EB-199F811DDA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3B093-CDF6-4B8C-9F50-E4B0A9050C42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008613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Порівнянн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FC4184-56D9-4E99-82A6-E86A816731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8736778E-D846-4F22-BDC1-DB7922E7F2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4" name="Місце для вмісту 3">
            <a:extLst>
              <a:ext uri="{FF2B5EF4-FFF2-40B4-BE49-F238E27FC236}">
                <a16:creationId xmlns:a16="http://schemas.microsoft.com/office/drawing/2014/main" id="{686CB5E4-7777-4694-988A-7B072ED5E9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5" name="Місце для тексту 4">
            <a:extLst>
              <a:ext uri="{FF2B5EF4-FFF2-40B4-BE49-F238E27FC236}">
                <a16:creationId xmlns:a16="http://schemas.microsoft.com/office/drawing/2014/main" id="{5CF0593A-8613-4B47-AE37-2AD32E6A33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6" name="Місце для вмісту 5">
            <a:extLst>
              <a:ext uri="{FF2B5EF4-FFF2-40B4-BE49-F238E27FC236}">
                <a16:creationId xmlns:a16="http://schemas.microsoft.com/office/drawing/2014/main" id="{98E01D8C-5823-4E23-8F7A-DF87B634C1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7" name="Місце для дати 6">
            <a:extLst>
              <a:ext uri="{FF2B5EF4-FFF2-40B4-BE49-F238E27FC236}">
                <a16:creationId xmlns:a16="http://schemas.microsoft.com/office/drawing/2014/main" id="{05F5589D-21B4-436A-8544-9410859F79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0D486-E0F7-481C-A4CC-BAA32E56D09F}" type="datetimeFigureOut">
              <a:rPr lang="ru-RU" smtClean="0"/>
              <a:t>07.12.2024</a:t>
            </a:fld>
            <a:endParaRPr lang="ru-RU"/>
          </a:p>
        </p:txBody>
      </p:sp>
      <p:sp>
        <p:nvSpPr>
          <p:cNvPr id="8" name="Місце для нижнього колонтитула 7">
            <a:extLst>
              <a:ext uri="{FF2B5EF4-FFF2-40B4-BE49-F238E27FC236}">
                <a16:creationId xmlns:a16="http://schemas.microsoft.com/office/drawing/2014/main" id="{24F97DC7-810F-47F9-8F80-05EC8CC1C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Місце для номера слайда 8">
            <a:extLst>
              <a:ext uri="{FF2B5EF4-FFF2-40B4-BE49-F238E27FC236}">
                <a16:creationId xmlns:a16="http://schemas.microsoft.com/office/drawing/2014/main" id="{3090F844-BC7C-40C3-A36C-9A6A6002A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3B093-CDF6-4B8C-9F50-E4B0A9050C42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20898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Лише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6507D6-241C-4BE7-B159-4201FA1E20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дати 2">
            <a:extLst>
              <a:ext uri="{FF2B5EF4-FFF2-40B4-BE49-F238E27FC236}">
                <a16:creationId xmlns:a16="http://schemas.microsoft.com/office/drawing/2014/main" id="{15D5E071-58DD-4608-992F-9170257641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0D486-E0F7-481C-A4CC-BAA32E56D09F}" type="datetimeFigureOut">
              <a:rPr lang="ru-RU" smtClean="0"/>
              <a:t>07.12.2024</a:t>
            </a:fld>
            <a:endParaRPr lang="ru-RU"/>
          </a:p>
        </p:txBody>
      </p:sp>
      <p:sp>
        <p:nvSpPr>
          <p:cNvPr id="4" name="Місце для нижнього колонтитула 3">
            <a:extLst>
              <a:ext uri="{FF2B5EF4-FFF2-40B4-BE49-F238E27FC236}">
                <a16:creationId xmlns:a16="http://schemas.microsoft.com/office/drawing/2014/main" id="{3A27E610-393E-4387-95BC-9256D31D2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Місце для номера слайда 4">
            <a:extLst>
              <a:ext uri="{FF2B5EF4-FFF2-40B4-BE49-F238E27FC236}">
                <a16:creationId xmlns:a16="http://schemas.microsoft.com/office/drawing/2014/main" id="{E4C0866D-171E-487D-8D88-E3871E6D41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3B093-CDF6-4B8C-9F50-E4B0A9050C42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787995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дати 1">
            <a:extLst>
              <a:ext uri="{FF2B5EF4-FFF2-40B4-BE49-F238E27FC236}">
                <a16:creationId xmlns:a16="http://schemas.microsoft.com/office/drawing/2014/main" id="{965F7AD2-DE8E-427B-B943-EE9E44AD2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0D486-E0F7-481C-A4CC-BAA32E56D09F}" type="datetimeFigureOut">
              <a:rPr lang="ru-RU" smtClean="0"/>
              <a:t>07.12.2024</a:t>
            </a:fld>
            <a:endParaRPr lang="ru-RU"/>
          </a:p>
        </p:txBody>
      </p:sp>
      <p:sp>
        <p:nvSpPr>
          <p:cNvPr id="3" name="Місце для нижнього колонтитула 2">
            <a:extLst>
              <a:ext uri="{FF2B5EF4-FFF2-40B4-BE49-F238E27FC236}">
                <a16:creationId xmlns:a16="http://schemas.microsoft.com/office/drawing/2014/main" id="{E947DDEE-81AB-4404-BE07-DE3F141A3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Місце для номера слайда 3">
            <a:extLst>
              <a:ext uri="{FF2B5EF4-FFF2-40B4-BE49-F238E27FC236}">
                <a16:creationId xmlns:a16="http://schemas.microsoft.com/office/drawing/2014/main" id="{8156B1CD-EBDF-44CB-80FD-AE016EDDA1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3B093-CDF6-4B8C-9F50-E4B0A9050C42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4839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Вміст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01A6C5-4B75-494A-8CBC-8B3ADA3D0D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місту 2">
            <a:extLst>
              <a:ext uri="{FF2B5EF4-FFF2-40B4-BE49-F238E27FC236}">
                <a16:creationId xmlns:a16="http://schemas.microsoft.com/office/drawing/2014/main" id="{08C360D5-705F-4A3B-B84A-FE4659C1CE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05391154-75DD-4B0F-84F2-DE026D3A7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210CBA71-63CF-4184-BEE2-3326A15257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0D486-E0F7-481C-A4CC-BAA32E56D09F}" type="datetimeFigureOut">
              <a:rPr lang="ru-RU" smtClean="0"/>
              <a:t>07.12.2024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6F3E73B0-83D6-4C89-AB32-4E23CBBC6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ED6BCBB6-8F31-49C2-86A3-1D03B4CCF7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3B093-CDF6-4B8C-9F50-E4B0A9050C42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369806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і підпи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07F1C31-EA18-4490-B895-065A632803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зображення 2">
            <a:extLst>
              <a:ext uri="{FF2B5EF4-FFF2-40B4-BE49-F238E27FC236}">
                <a16:creationId xmlns:a16="http://schemas.microsoft.com/office/drawing/2014/main" id="{1C9C410F-3A55-4CA4-830B-9311219AAD9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Місце для тексту 3">
            <a:extLst>
              <a:ext uri="{FF2B5EF4-FFF2-40B4-BE49-F238E27FC236}">
                <a16:creationId xmlns:a16="http://schemas.microsoft.com/office/drawing/2014/main" id="{BB17FF7F-A7C6-425D-A07C-9968A345E7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uk-UA"/>
              <a:t>Клацніть, щоб відредагувати стилі зразків тексту</a:t>
            </a:r>
          </a:p>
        </p:txBody>
      </p:sp>
      <p:sp>
        <p:nvSpPr>
          <p:cNvPr id="5" name="Місце для дати 4">
            <a:extLst>
              <a:ext uri="{FF2B5EF4-FFF2-40B4-BE49-F238E27FC236}">
                <a16:creationId xmlns:a16="http://schemas.microsoft.com/office/drawing/2014/main" id="{F03136B9-7861-4298-AA5E-39878B0A0C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0D486-E0F7-481C-A4CC-BAA32E56D09F}" type="datetimeFigureOut">
              <a:rPr lang="ru-RU" smtClean="0"/>
              <a:t>07.12.2024</a:t>
            </a:fld>
            <a:endParaRPr lang="ru-RU"/>
          </a:p>
        </p:txBody>
      </p:sp>
      <p:sp>
        <p:nvSpPr>
          <p:cNvPr id="6" name="Місце для нижнього колонтитула 5">
            <a:extLst>
              <a:ext uri="{FF2B5EF4-FFF2-40B4-BE49-F238E27FC236}">
                <a16:creationId xmlns:a16="http://schemas.microsoft.com/office/drawing/2014/main" id="{02296CC2-03BA-40D7-BBF2-C6FB5F9D00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Місце для номера слайда 6">
            <a:extLst>
              <a:ext uri="{FF2B5EF4-FFF2-40B4-BE49-F238E27FC236}">
                <a16:creationId xmlns:a16="http://schemas.microsoft.com/office/drawing/2014/main" id="{0BCBC30C-D044-4ECF-94F1-94F643820C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3B093-CDF6-4B8C-9F50-E4B0A9050C42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58624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і вертикальни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0BDF6DE-F430-4FA3-B549-D1228EB47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C8FEEDDD-2B62-4962-8A68-E94E6E77C4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1EB1D4DF-3814-4A2F-8E5E-A196B6D94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0D486-E0F7-481C-A4CC-BAA32E56D09F}" type="datetimeFigureOut">
              <a:rPr lang="ru-RU" smtClean="0"/>
              <a:t>07.12.2024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841586CE-622F-4C48-88C4-B0E3CD9EF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CFECA27D-27A4-4164-B374-C668658F75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3B093-CDF6-4B8C-9F50-E4B0A9050C42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396839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ий заголовок і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ий заголовок 1">
            <a:extLst>
              <a:ext uri="{FF2B5EF4-FFF2-40B4-BE49-F238E27FC236}">
                <a16:creationId xmlns:a16="http://schemas.microsoft.com/office/drawing/2014/main" id="{DC780A7C-B46B-416F-BBAC-8DCC43C54C1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вертикального тексту 2">
            <a:extLst>
              <a:ext uri="{FF2B5EF4-FFF2-40B4-BE49-F238E27FC236}">
                <a16:creationId xmlns:a16="http://schemas.microsoft.com/office/drawing/2014/main" id="{E13BBE4F-5817-42E7-AA37-C3BB290827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F9CA405B-8811-4860-8ED0-2041052CDE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10D486-E0F7-481C-A4CC-BAA32E56D09F}" type="datetimeFigureOut">
              <a:rPr lang="ru-RU" smtClean="0"/>
              <a:t>07.12.2024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F3F4D53F-8420-4E37-9A32-F76E85CE7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83D6E9B7-01D5-40FD-9BB9-A2127FC98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E3B093-CDF6-4B8C-9F50-E4B0A9050C42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01145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Місце для заголовка 1">
            <a:extLst>
              <a:ext uri="{FF2B5EF4-FFF2-40B4-BE49-F238E27FC236}">
                <a16:creationId xmlns:a16="http://schemas.microsoft.com/office/drawing/2014/main" id="{76350DA5-D884-45B2-A3FB-40AF50CD0D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uk-UA"/>
              <a:t>Клацніть, щоб редагувати стиль зразка заголовка</a:t>
            </a:r>
            <a:endParaRPr lang="ru-RU"/>
          </a:p>
        </p:txBody>
      </p:sp>
      <p:sp>
        <p:nvSpPr>
          <p:cNvPr id="3" name="Місце для тексту 2">
            <a:extLst>
              <a:ext uri="{FF2B5EF4-FFF2-40B4-BE49-F238E27FC236}">
                <a16:creationId xmlns:a16="http://schemas.microsoft.com/office/drawing/2014/main" id="{A9702B3B-517C-4149-810F-FB2A93551C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uk-UA"/>
              <a:t>Клацніть, щоб відредагувати стилі зразків тексту</a:t>
            </a:r>
          </a:p>
          <a:p>
            <a:pPr lvl="1"/>
            <a:r>
              <a:rPr lang="uk-UA"/>
              <a:t>Другий рівень</a:t>
            </a:r>
          </a:p>
          <a:p>
            <a:pPr lvl="2"/>
            <a:r>
              <a:rPr lang="uk-UA"/>
              <a:t>Третій рівень</a:t>
            </a:r>
          </a:p>
          <a:p>
            <a:pPr lvl="3"/>
            <a:r>
              <a:rPr lang="uk-UA"/>
              <a:t>Четвертий рівень</a:t>
            </a:r>
          </a:p>
          <a:p>
            <a:pPr lvl="4"/>
            <a:r>
              <a:rPr lang="uk-UA"/>
              <a:t>П’ятий рівень</a:t>
            </a:r>
            <a:endParaRPr lang="ru-RU"/>
          </a:p>
        </p:txBody>
      </p:sp>
      <p:sp>
        <p:nvSpPr>
          <p:cNvPr id="4" name="Місце для дати 3">
            <a:extLst>
              <a:ext uri="{FF2B5EF4-FFF2-40B4-BE49-F238E27FC236}">
                <a16:creationId xmlns:a16="http://schemas.microsoft.com/office/drawing/2014/main" id="{0D631D31-571D-47EF-892F-65424DF625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10D486-E0F7-481C-A4CC-BAA32E56D09F}" type="datetimeFigureOut">
              <a:rPr lang="ru-RU" smtClean="0"/>
              <a:t>07.12.2024</a:t>
            </a:fld>
            <a:endParaRPr lang="ru-RU"/>
          </a:p>
        </p:txBody>
      </p:sp>
      <p:sp>
        <p:nvSpPr>
          <p:cNvPr id="5" name="Місце для нижнього колонтитула 4">
            <a:extLst>
              <a:ext uri="{FF2B5EF4-FFF2-40B4-BE49-F238E27FC236}">
                <a16:creationId xmlns:a16="http://schemas.microsoft.com/office/drawing/2014/main" id="{8B650E63-AB1E-4B9D-9B3B-75816CEF9E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Місце для номера слайда 5">
            <a:extLst>
              <a:ext uri="{FF2B5EF4-FFF2-40B4-BE49-F238E27FC236}">
                <a16:creationId xmlns:a16="http://schemas.microsoft.com/office/drawing/2014/main" id="{8F9DB363-E256-4305-BA73-2FF112CFD0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E3B093-CDF6-4B8C-9F50-E4B0A9050C42}" type="slidenum">
              <a:rPr lang="ru-RU" smtClean="0"/>
              <a:t>‹№›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2263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ody of water with mountains in the background&#10;&#10;Description automatically generated with medium confidence">
            <a:extLst>
              <a:ext uri="{FF2B5EF4-FFF2-40B4-BE49-F238E27FC236}">
                <a16:creationId xmlns:a16="http://schemas.microsoft.com/office/drawing/2014/main" id="{FFCF8811-5DCA-5BFC-2D8B-F6905E2613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1000"/>
                    </a14:imgEffect>
                    <a14:imgEffect>
                      <a14:brightnessContrast bright="-11000" contrast="-4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703072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798427" y="1905506"/>
            <a:ext cx="10595145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Ты Своей хвалой окружил меня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Ты привёл меня сюда.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Где </a:t>
            </a:r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Твоя любовь и Твои слова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Изменяют навсегда.</a:t>
            </a:r>
          </a:p>
        </p:txBody>
      </p:sp>
    </p:spTree>
    <p:extLst>
      <p:ext uri="{BB962C8B-B14F-4D97-AF65-F5344CB8AC3E}">
        <p14:creationId xmlns:p14="http://schemas.microsoft.com/office/powerpoint/2010/main" val="26892655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ody of water with mountains in the background&#10;&#10;Description automatically generated with medium confidence">
            <a:extLst>
              <a:ext uri="{FF2B5EF4-FFF2-40B4-BE49-F238E27FC236}">
                <a16:creationId xmlns:a16="http://schemas.microsoft.com/office/drawing/2014/main" id="{FFCF8811-5DCA-5BFC-2D8B-F6905E2613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1000"/>
                    </a14:imgEffect>
                    <a14:imgEffect>
                      <a14:brightnessContrast bright="-11000" contrast="-4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703072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798427" y="2274838"/>
            <a:ext cx="10595145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Во мне любовь Твоя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Во мне любовь Твоя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Оттого пою всегда.</a:t>
            </a:r>
            <a:endParaRPr lang="ru-RU" sz="48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28261756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ody of water with mountains in the background&#10;&#10;Description automatically generated with medium confidence">
            <a:extLst>
              <a:ext uri="{FF2B5EF4-FFF2-40B4-BE49-F238E27FC236}">
                <a16:creationId xmlns:a16="http://schemas.microsoft.com/office/drawing/2014/main" id="{FFCF8811-5DCA-5BFC-2D8B-F6905E2613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1000"/>
                    </a14:imgEffect>
                    <a14:imgEffect>
                      <a14:brightnessContrast bright="-11000" contrast="-4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703072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798427" y="2730529"/>
            <a:ext cx="10595145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Пусть по всей земле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славят лишь Тебя</a:t>
            </a:r>
          </a:p>
        </p:txBody>
      </p:sp>
    </p:spTree>
    <p:extLst>
      <p:ext uri="{BB962C8B-B14F-4D97-AF65-F5344CB8AC3E}">
        <p14:creationId xmlns:p14="http://schemas.microsoft.com/office/powerpoint/2010/main" val="40210540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ody of water with mountains in the background&#10;&#10;Description automatically generated with medium confidence">
            <a:extLst>
              <a:ext uri="{FF2B5EF4-FFF2-40B4-BE49-F238E27FC236}">
                <a16:creationId xmlns:a16="http://schemas.microsoft.com/office/drawing/2014/main" id="{FFCF8811-5DCA-5BFC-2D8B-F6905E2613C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-61000"/>
                    </a14:imgEffect>
                    <a14:imgEffect>
                      <a14:brightnessContrast bright="-11000" contrast="-42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1"/>
            <a:ext cx="12192000" cy="703072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1431629-8DEA-0DDD-6161-8DCB099E78B0}"/>
              </a:ext>
            </a:extLst>
          </p:cNvPr>
          <p:cNvSpPr txBox="1"/>
          <p:nvPr/>
        </p:nvSpPr>
        <p:spPr>
          <a:xfrm>
            <a:off x="798427" y="1991865"/>
            <a:ext cx="10595145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У воды живой насадил меня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Я живу лишь для Царя.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effectLst/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Только Твой покой оживил меня</a:t>
            </a:r>
          </a:p>
          <a:p>
            <a:pPr algn="ctr"/>
            <a:r>
              <a:rPr lang="ru-RU" sz="4800" b="1" dirty="0">
                <a:solidFill>
                  <a:schemeClr val="bg1">
                    <a:lumMod val="95000"/>
                  </a:schemeClr>
                </a:solidFill>
                <a:latin typeface="Helvetica" pitchFamily="2" charset="0"/>
                <a:ea typeface="Lantinghei SC Demibold" panose="02000000000000000000" pitchFamily="2" charset="-122"/>
                <a:cs typeface="Farisi" pitchFamily="2" charset="-78"/>
              </a:rPr>
              <a:t>В доме Божьем жизнь моя.</a:t>
            </a:r>
            <a:endParaRPr lang="ru-RU" sz="4800" b="1" dirty="0">
              <a:solidFill>
                <a:schemeClr val="bg1">
                  <a:lumMod val="95000"/>
                </a:schemeClr>
              </a:solidFill>
              <a:effectLst/>
              <a:latin typeface="Helvetica" pitchFamily="2" charset="0"/>
              <a:ea typeface="Lantinghei SC Demibold" panose="02000000000000000000" pitchFamily="2" charset="-122"/>
              <a:cs typeface="Farisi" pitchFamily="2" charset="-78"/>
            </a:endParaRPr>
          </a:p>
        </p:txBody>
      </p:sp>
    </p:spTree>
    <p:extLst>
      <p:ext uri="{BB962C8B-B14F-4D97-AF65-F5344CB8AC3E}">
        <p14:creationId xmlns:p14="http://schemas.microsoft.com/office/powerpoint/2010/main" val="388818074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Офіс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Офіс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Офіс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64</Words>
  <Application>Microsoft Office PowerPoint</Application>
  <PresentationFormat>Широкий екран</PresentationFormat>
  <Paragraphs>17</Paragraphs>
  <Slides>4</Slides>
  <Notes>4</Notes>
  <HiddenSlides>0</HiddenSlides>
  <MMClips>0</MMClips>
  <ScaleCrop>false</ScaleCrop>
  <HeadingPairs>
    <vt:vector size="6" baseType="variant">
      <vt:variant>
        <vt:lpstr>Використані шрифти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слайдів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Helvetica</vt:lpstr>
      <vt:lpstr>Тема Office</vt:lpstr>
      <vt:lpstr>Презентація PowerPoint</vt:lpstr>
      <vt:lpstr>Презентація PowerPoint</vt:lpstr>
      <vt:lpstr>Презентація PowerPoint</vt:lpstr>
      <vt:lpstr>Презентація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Презентація PowerPoint</dc:title>
  <dc:creator>Олександр Зик</dc:creator>
  <cp:lastModifiedBy>Олександр Зик</cp:lastModifiedBy>
  <cp:revision>2</cp:revision>
  <dcterms:created xsi:type="dcterms:W3CDTF">2023-12-02T20:08:27Z</dcterms:created>
  <dcterms:modified xsi:type="dcterms:W3CDTF">2024-12-07T19:43:24Z</dcterms:modified>
</cp:coreProperties>
</file>