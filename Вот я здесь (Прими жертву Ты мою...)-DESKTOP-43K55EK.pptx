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44" r:id="rId2"/>
    <p:sldId id="345" r:id="rId3"/>
    <p:sldId id="346" r:id="rId4"/>
    <p:sldId id="348" r:id="rId5"/>
    <p:sldId id="34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5" autoAdjust="0"/>
    <p:restoredTop sz="94660"/>
  </p:normalViewPr>
  <p:slideViewPr>
    <p:cSldViewPr snapToGrid="0">
      <p:cViewPr varScale="1">
        <p:scale>
          <a:sx n="46" d="100"/>
          <a:sy n="46" d="100"/>
        </p:scale>
        <p:origin x="29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41454-CB69-4AB6-973B-961DA2BE5688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E64C9-A07A-49F5-A029-FB4AED2E901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0904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665582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117098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407225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538844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677654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36D824-2CBA-474E-B1D0-E7ED71155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48DF2147-06FC-424F-966D-4716C295F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17DC1AD-07EE-448E-89AE-1212E822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56B8-3E75-4D1A-9C05-0197B654AD63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556CC4B-19B6-47AD-987A-E729DB42D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D7948BE-5474-4A02-8D37-1AA71A82C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2624-A6A0-4E2F-9EEA-6907BBCB012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8009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AF4F1D-F5DF-450D-9D04-7485A9C60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292DC76-29AA-4DBA-A78A-66174A87F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9A362E1-A6F1-421B-8F7F-6333A8ADC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56B8-3E75-4D1A-9C05-0197B654AD63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582B286-A7F0-4D8D-863D-B4A917B78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25AF2FB-0D9E-41E8-A581-6AADAAC2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2624-A6A0-4E2F-9EEA-6907BBCB012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256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A1FB1C-5641-435F-ADF9-D58838A9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6AD2813-BBA6-4236-A6E6-10E4F7EAC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10D806C-F152-4671-9504-33010D74B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56B8-3E75-4D1A-9C05-0197B654AD63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D952A31-5521-46CC-A992-75B395119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EF9D27C-F5BD-481B-B739-DA768A47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2624-A6A0-4E2F-9EEA-6907BBCB012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2089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BFAB2A-6371-4C94-A93A-4B3993E70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0B61B99-B086-4906-9100-A857C87EE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C59772F-D0EB-4E08-880A-3B304B52B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669A01E-976B-46CA-A9CF-A843109FF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56B8-3E75-4D1A-9C05-0197B654AD63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F7A2553-D049-4741-8BAB-B4ACBF73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2FC527B-3ED3-4008-BA45-C99DF6B94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2624-A6A0-4E2F-9EEA-6907BBCB012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382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6647B7-1A7B-4330-9058-BEBCCC8DF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08D52A7-C101-43DF-8585-A28EA6439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EB354FA-87D3-48BF-9D72-F87170E7C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9C122878-D5D9-4608-8171-387F6F2C0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8F818563-8D7C-4E22-A669-AC7D335956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F1031B8A-1606-414F-B079-7AFF42D57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56B8-3E75-4D1A-9C05-0197B654AD63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74E642EE-EB0D-4292-871A-C312E5C91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2DE706E5-7738-4CA3-BA96-A5371AEC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2624-A6A0-4E2F-9EEA-6907BBCB012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113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E3B93-83CA-4AC0-8FBA-4D9174A1F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84514F43-D96D-46A5-9AF6-15E9357FA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56B8-3E75-4D1A-9C05-0197B654AD63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3F5630FC-2F32-489F-A3DD-742B9ACAF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20FC8EC2-5552-48AF-ADCD-EAD6DC753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2624-A6A0-4E2F-9EEA-6907BBCB012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828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8B3EA2C-F10F-4F45-80BD-29F532F39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56B8-3E75-4D1A-9C05-0197B654AD63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616CB635-5A5D-473F-AC85-D0A45BC13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863232F1-4DDF-49E7-9B17-C2EAC8A1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2624-A6A0-4E2F-9EEA-6907BBCB012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950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26519-6D77-44E1-BD54-A75304E21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AEB702C-1907-4B0B-8DDD-EAE671A3E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29A73211-A989-4A67-BF35-EC262A86E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CFD74F3-2288-46B5-BC0F-AB89A4B5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56B8-3E75-4D1A-9C05-0197B654AD63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599ABFC-7F3C-48B2-A8BE-BB9C8F26F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AF65331-5759-40DB-A7CD-690B36F6E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2624-A6A0-4E2F-9EEA-6907BBCB012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68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9DA193-B56A-4E30-A635-DC0E64823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6A089C01-18BC-4C3E-9669-49E0736666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28813BF-98C9-4711-940E-9CC6A0503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A0D6195-13E3-4F7C-B287-47A50EEDA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56B8-3E75-4D1A-9C05-0197B654AD63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0E23AE8-32DB-4464-8F56-BAC97D34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B79758B-5538-42C8-A835-1719FA556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2624-A6A0-4E2F-9EEA-6907BBCB012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1252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8A964-2806-432F-A176-C66D6604F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681E3EA-1C11-4718-9752-00839ADDB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23BC148-6BF8-4AD2-8668-296F47086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56B8-3E75-4D1A-9C05-0197B654AD63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65F45F6-406A-4856-AE8B-C3F54291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AC192F8-CA59-4A9C-A190-B5710C748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2624-A6A0-4E2F-9EEA-6907BBCB012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22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431D20F2-DC2B-4D50-978E-986EEEB285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3EA811AC-4E4A-41A2-BE76-BD8E0A3D4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11115DA-BD1E-48D7-97A7-3C5F7A980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256B8-3E75-4D1A-9C05-0197B654AD63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4D7F817-65E0-4A78-8A79-944DF79DF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2C897F9-7D34-472A-9018-3C5CC5D19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2624-A6A0-4E2F-9EEA-6907BBCB012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297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97BDF83E-57DD-47BD-B9AF-2720565CD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9F864A2-C0CE-475D-978F-48E6BB3AF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7EF901F-6F16-440B-BA67-F95522F45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256B8-3E75-4D1A-9C05-0197B654AD63}" type="datetimeFigureOut">
              <a:rPr lang="ru-RU" smtClean="0"/>
              <a:t>31.08.2024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3B625D4-9E25-42C5-B053-860646F1C8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2A040D3-00B6-47B6-B71F-61DED3754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E12624-A6A0-4E2F-9EEA-6907BBCB012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29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untain, outdoor, nature, sky&#10;&#10;Description automatically generated">
            <a:extLst>
              <a:ext uri="{FF2B5EF4-FFF2-40B4-BE49-F238E27FC236}">
                <a16:creationId xmlns:a16="http://schemas.microsoft.com/office/drawing/2014/main" id="{5BDD9AD9-D2DF-C1AE-A0EC-040C1F843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467492" cy="6858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936173" y="2274838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Прими жертву Ты мою, на колени становлюсь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мой, Ты все для меня</a:t>
            </a:r>
          </a:p>
        </p:txBody>
      </p:sp>
    </p:spTree>
    <p:extLst>
      <p:ext uri="{BB962C8B-B14F-4D97-AF65-F5344CB8AC3E}">
        <p14:creationId xmlns:p14="http://schemas.microsoft.com/office/powerpoint/2010/main" val="394120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untain, outdoor, nature, sky&#10;&#10;Description automatically generated">
            <a:extLst>
              <a:ext uri="{FF2B5EF4-FFF2-40B4-BE49-F238E27FC236}">
                <a16:creationId xmlns:a16="http://schemas.microsoft.com/office/drawing/2014/main" id="{5BDD9AD9-D2DF-C1AE-A0EC-040C1F843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467492" cy="6858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936173" y="2274838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Жизнь ничто, раз нет Тебя, направляй меня всегда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– любовь, что держит нас</a:t>
            </a:r>
          </a:p>
        </p:txBody>
      </p:sp>
    </p:spTree>
    <p:extLst>
      <p:ext uri="{BB962C8B-B14F-4D97-AF65-F5344CB8AC3E}">
        <p14:creationId xmlns:p14="http://schemas.microsoft.com/office/powerpoint/2010/main" val="802434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untain, outdoor, nature, sky&#10;&#10;Description automatically generated">
            <a:extLst>
              <a:ext uri="{FF2B5EF4-FFF2-40B4-BE49-F238E27FC236}">
                <a16:creationId xmlns:a16="http://schemas.microsoft.com/office/drawing/2014/main" id="{5BDD9AD9-D2DF-C1AE-A0EC-040C1F843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467492" cy="6858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936173" y="3013501"/>
            <a:ext cx="105951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Живу, чтоб славить Тебя</a:t>
            </a:r>
          </a:p>
        </p:txBody>
      </p:sp>
    </p:spTree>
    <p:extLst>
      <p:ext uri="{BB962C8B-B14F-4D97-AF65-F5344CB8AC3E}">
        <p14:creationId xmlns:p14="http://schemas.microsoft.com/office/powerpoint/2010/main" val="52655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untain, outdoor, nature, sky&#10;&#10;Description automatically generated">
            <a:extLst>
              <a:ext uri="{FF2B5EF4-FFF2-40B4-BE49-F238E27FC236}">
                <a16:creationId xmlns:a16="http://schemas.microsoft.com/office/drawing/2014/main" id="{5BDD9AD9-D2DF-C1AE-A0EC-040C1F843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467492" cy="6858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905506"/>
            <a:ext cx="10595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Вот, я здесь, чтоб славить Тебя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Всем, что я есть, славить Тебя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Поклоняюсь в духе и истине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Возносим руки, славя Тебя</a:t>
            </a:r>
          </a:p>
        </p:txBody>
      </p:sp>
    </p:spTree>
    <p:extLst>
      <p:ext uri="{BB962C8B-B14F-4D97-AF65-F5344CB8AC3E}">
        <p14:creationId xmlns:p14="http://schemas.microsoft.com/office/powerpoint/2010/main" val="3175768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ountain, outdoor, nature, sky&#10;&#10;Description automatically generated">
            <a:extLst>
              <a:ext uri="{FF2B5EF4-FFF2-40B4-BE49-F238E27FC236}">
                <a16:creationId xmlns:a16="http://schemas.microsoft.com/office/drawing/2014/main" id="{5BDD9AD9-D2DF-C1AE-A0EC-040C1F843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467492" cy="6858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644170"/>
            <a:ext cx="105951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Буду славить Тебя вечно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Буду славить Тебя!</a:t>
            </a:r>
          </a:p>
        </p:txBody>
      </p:sp>
    </p:spTree>
    <p:extLst>
      <p:ext uri="{BB962C8B-B14F-4D97-AF65-F5344CB8AC3E}">
        <p14:creationId xmlns:p14="http://schemas.microsoft.com/office/powerpoint/2010/main" val="2745305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76</Words>
  <Application>Microsoft Office PowerPoint</Application>
  <PresentationFormat>Широкий екран</PresentationFormat>
  <Paragraphs>16</Paragraphs>
  <Slides>5</Slides>
  <Notes>5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2024-08-31T19:24:41Z</dcterms:created>
  <dcterms:modified xsi:type="dcterms:W3CDTF">2024-08-31T19:36:58Z</dcterms:modified>
</cp:coreProperties>
</file>