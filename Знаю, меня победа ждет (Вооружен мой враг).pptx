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5" r:id="rId2"/>
    <p:sldId id="321" r:id="rId3"/>
    <p:sldId id="322" r:id="rId4"/>
    <p:sldId id="323" r:id="rId5"/>
    <p:sldId id="32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1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593D8-21A2-46AE-9370-A9D50F8A3D9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A0AEB-E3B8-417A-8EC4-04B399E87E4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89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55464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5395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4647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7586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7924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D5D2E-F9E2-4542-A97A-9BCBEFFDE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C9BCBFC-73BB-4CC1-9371-6C93D5694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69A4772-8091-4181-97DD-9E0F329F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790DE42-E0F2-4B0E-8790-03DB4524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D24F45B-80D1-4091-88D5-F0EE8D05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33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58C0A-FCA8-4993-A61A-D253CC50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DE3C814-2BF9-4BC1-9248-41EA46BDF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D89D7F-28F6-4F09-A0B5-51210514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61E2F00-6081-418C-A6D3-88325F72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4280E72-CE24-4A4E-9A15-67EFE30F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EB77-7919-44B0-B65B-0BDA1C7A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17971A7-5559-4528-90BF-449BB82B7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DA37C74-9C69-4EC7-A3C1-80A39E8C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96EE140-7251-459D-9E75-7B9AC2D2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CCBCDF0-38B8-4ED9-8D93-88B7C53F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05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D037B-65D9-40B6-9AF1-D1B2393B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FA4EAB7-FDDD-403A-8648-65A60821D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2061E57-BF65-4000-A0EA-E116F98E8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ECC4DC0-529F-4153-9025-C46F38FF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16580A1-70ED-4ABE-BF7C-1B7286D6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265E57D-D6E9-4501-9CA1-6852DC27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52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D1A50-E5C2-47D2-B05D-8BDAB006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4728E20-7F33-4643-8F5F-4BF72984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F05FC61-A605-4B45-A5C3-1F4E3C250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4466FE4-78D0-4EBB-A03F-942A418F1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E76336F-88AD-48E2-A65C-18BF2A864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FD291FF-FA78-4EA6-A544-3F6EEA22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F19E7E8-270F-4686-8779-E78CF04A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7DAF874-A83F-47A1-AD9D-5E59B210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54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9C8E4-C077-4126-9FBE-3292271B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A1E0131-D60B-48E1-88F6-89420741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D11ABF3-BBB8-4BCE-88CE-14A38974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5AEFF1A-9756-4D2D-9B66-B86B707A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50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C84D628-D47D-44B2-B79C-6643453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B2A3BA7-6569-4569-9421-7F658957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D1AB219-D1F3-4460-B7D6-8B3FAD7B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88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AC46F-E556-446E-9FC4-3B88A07C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191CB9-1749-48A2-BEE4-6FFA51A4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FADF3D1-FBDE-4E26-8935-793B140F6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03FBE4E-1A9B-44E8-83CE-97E84EDD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5B28FA-3A1F-4F34-B63D-EF18E8A3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0551BB1-46C6-411F-B052-DA992B1C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40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409F94-D2D3-4225-8710-11C04B0B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1F954EF-D3D6-4FF6-9180-80B5A40C2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3C2F2A3-47E0-4E25-BAE1-FD0915B0E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F0C5CCE-8F9F-4D18-A9A7-E51082FB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C30B254-ABD1-4C8D-82F2-99EDDBF8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7298599-D3CC-429A-8F78-E6F14FD6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61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7F69C-6911-4753-8510-201BD27A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294A6EF-F3C6-44C9-9F11-C107A73CE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4DD0A0D-CD4B-4549-A881-1B60DC01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09C273-17CB-4526-A6F9-D22841C3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03C230E-C329-4FDF-B72D-EFA40B14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61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F5B412C-BB1D-43A6-9E1C-2895885DE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41E3656-BA56-4F50-9915-221D347A4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253102-A485-4A9A-A826-205E6431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64B9923-ADD1-4807-9AE7-F147AD1B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AFA2BD8-F990-4B32-8EA6-F436BFAE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11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8A184C9-707B-485A-AEFC-AB07A8D3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D7DF57-5EF7-4466-8410-1F363C358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E07895-A569-4E5F-865F-91A2F6AEC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A5DFC-64FC-432C-9BE3-61CFBC76C79A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F6AE3F-224D-4F49-9DEA-4F237AD14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C5721E-3D17-4594-83FF-2D69D5339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70DB-BF42-4283-8B19-D1AB385CC75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26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Вооружён мой враг, но всё ж бессилен,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мне тьмой грозит, но свет сильней</a:t>
            </a:r>
          </a:p>
        </p:txBody>
      </p:sp>
    </p:spTree>
    <p:extLst>
      <p:ext uri="{BB962C8B-B14F-4D97-AF65-F5344CB8AC3E}">
        <p14:creationId xmlns:p14="http://schemas.microsoft.com/office/powerpoint/2010/main" val="399395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Ибо мой Господь победою увенчан,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Бог непобедим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Да, мой Бог непобедим</a:t>
            </a:r>
          </a:p>
        </p:txBody>
      </p:sp>
    </p:spTree>
    <p:extLst>
      <p:ext uri="{BB962C8B-B14F-4D97-AF65-F5344CB8AC3E}">
        <p14:creationId xmlns:p14="http://schemas.microsoft.com/office/powerpoint/2010/main" val="317367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меня победа ждёт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меня победа ждёт,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Господь эту битву ведёт!</a:t>
            </a:r>
          </a:p>
        </p:txBody>
      </p:sp>
    </p:spTree>
    <p:extLst>
      <p:ext uri="{BB962C8B-B14F-4D97-AF65-F5344CB8AC3E}">
        <p14:creationId xmlns:p14="http://schemas.microsoft.com/office/powerpoint/2010/main" val="233325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76929" y="1536174"/>
            <a:ext cx="104381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имени Иисуса власть и сила,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в любой борьбе непобедим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Ним пред любым предстану великаном,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победа за Ним!</a:t>
            </a:r>
          </a:p>
        </p:txBody>
      </p:sp>
    </p:spTree>
    <p:extLst>
      <p:ext uri="{BB962C8B-B14F-4D97-AF65-F5344CB8AC3E}">
        <p14:creationId xmlns:p14="http://schemas.microsoft.com/office/powerpoint/2010/main" val="247929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49744" y="2274838"/>
            <a:ext cx="11968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зло, что обрушил наш враг на нас,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обращаешь в добро,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обращаешь в добро</a:t>
            </a:r>
          </a:p>
        </p:txBody>
      </p:sp>
    </p:spTree>
    <p:extLst>
      <p:ext uri="{BB962C8B-B14F-4D97-AF65-F5344CB8AC3E}">
        <p14:creationId xmlns:p14="http://schemas.microsoft.com/office/powerpoint/2010/main" val="4176378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</Words>
  <Application>Microsoft Office PowerPoint</Application>
  <PresentationFormat>Широкий екран</PresentationFormat>
  <Paragraphs>20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2023-10-28T18:22:27Z</dcterms:created>
  <dcterms:modified xsi:type="dcterms:W3CDTF">2025-07-11T20:21:11Z</dcterms:modified>
</cp:coreProperties>
</file>