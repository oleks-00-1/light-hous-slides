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6" r:id="rId2"/>
    <p:sldId id="328" r:id="rId3"/>
    <p:sldId id="329" r:id="rId4"/>
    <p:sldId id="330" r:id="rId5"/>
    <p:sldId id="33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2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5C97D0D1-D53D-4F88-AB3D-E3FFF853D317}"/>
    <pc:docChg chg="custSel modSld">
      <pc:chgData name="Олександр Зик" userId="c7a628fe0823e5d5" providerId="LiveId" clId="{5C97D0D1-D53D-4F88-AB3D-E3FFF853D317}" dt="2024-02-03T19:28:40.363" v="15" actId="20577"/>
      <pc:docMkLst>
        <pc:docMk/>
      </pc:docMkLst>
      <pc:sldChg chg="modSp mod">
        <pc:chgData name="Олександр Зик" userId="c7a628fe0823e5d5" providerId="LiveId" clId="{5C97D0D1-D53D-4F88-AB3D-E3FFF853D317}" dt="2024-02-03T19:28:04.245" v="1" actId="20577"/>
        <pc:sldMkLst>
          <pc:docMk/>
          <pc:sldMk cId="550461025" sldId="326"/>
        </pc:sldMkLst>
        <pc:spChg chg="mod">
          <ac:chgData name="Олександр Зик" userId="c7a628fe0823e5d5" providerId="LiveId" clId="{5C97D0D1-D53D-4F88-AB3D-E3FFF853D317}" dt="2024-02-03T19:28:04.245" v="1" actId="20577"/>
          <ac:spMkLst>
            <pc:docMk/>
            <pc:sldMk cId="550461025" sldId="326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5C97D0D1-D53D-4F88-AB3D-E3FFF853D317}" dt="2024-02-03T19:28:18.715" v="6" actId="20577"/>
        <pc:sldMkLst>
          <pc:docMk/>
          <pc:sldMk cId="2233706590" sldId="328"/>
        </pc:sldMkLst>
        <pc:spChg chg="mod">
          <ac:chgData name="Олександр Зик" userId="c7a628fe0823e5d5" providerId="LiveId" clId="{5C97D0D1-D53D-4F88-AB3D-E3FFF853D317}" dt="2024-02-03T19:28:18.715" v="6" actId="20577"/>
          <ac:spMkLst>
            <pc:docMk/>
            <pc:sldMk cId="2233706590" sldId="328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5C97D0D1-D53D-4F88-AB3D-E3FFF853D317}" dt="2024-02-03T19:28:40.363" v="15" actId="20577"/>
        <pc:sldMkLst>
          <pc:docMk/>
          <pc:sldMk cId="911873647" sldId="330"/>
        </pc:sldMkLst>
        <pc:spChg chg="mod">
          <ac:chgData name="Олександр Зик" userId="c7a628fe0823e5d5" providerId="LiveId" clId="{5C97D0D1-D53D-4F88-AB3D-E3FFF853D317}" dt="2024-02-03T19:28:40.363" v="15" actId="20577"/>
          <ac:spMkLst>
            <pc:docMk/>
            <pc:sldMk cId="911873647" sldId="330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968D6-F4ED-4D78-BCA6-0734DC589152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3E185-2354-4BBC-8ECF-FF3DD9BE2DD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01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06698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0427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732626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49173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07339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A857A-E453-4754-92E2-34ABB0493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3C4311B-1638-40F3-A2AB-D0CD701C0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8ADC8B-D9C1-4734-9768-6923A221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ADFD10F-653B-4241-99F4-0C899482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A46FFB2-BF5F-4719-B8B6-528A8823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0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4B4C6-722B-48D2-B7EA-6ABC9691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5929E85-9626-4332-81AA-2406A5340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72E759D-3B60-4386-B055-625CC9D5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8AD72E6-F44B-410C-A590-4E12962F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10D5C96-4F1C-4A0B-9814-7DBFD3BE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77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84E32-DEB9-43AE-AA22-86D5D82C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9379BF5-EE6D-4B6B-8B40-100018895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AB6DEE8-34C3-4109-AF53-B7EB5181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01CAAC-FC2C-4B3F-A45A-EC9DD96B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B563D9C-65ED-467D-A5BB-635CAC9A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00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111FC-EAC8-4566-BFE8-FE097902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88D5C85-20EE-462A-AA77-32661B087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44C4A29-BA7B-4281-9E6F-D6D4A8E37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732EAC9-1E35-4A9F-8A74-70792C7F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D5CB1B9-7DA7-45AD-B8A0-50AC756E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A2F8F82-CCCE-4484-98C6-D8C88D0F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77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A23BC-09E7-45E6-85EF-57DB4322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C100F6D-3748-45EE-AD6A-BDDD1010A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1851700-ED40-4281-AFA8-C61FE5ADC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1C67A1D-E1F0-49F0-9170-6A144BEA4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FFEA2F4-E0DE-4D67-870E-834EB9BEB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9C58A38-73E4-4762-A7DA-19E3D5A2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0F66F93-4661-426E-A8AB-E0188AAE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7B99D83-4773-4ADD-911A-F9AA0E33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42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E2AF9-9721-489D-ADC4-CE151EF8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63157F8-B28B-408D-88B9-2FAD65C2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EEE44B6-AC09-4B9D-A1DE-5C934064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AE0ACF6-1F40-435A-93C9-8C9A1186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35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F8C6764-1245-473C-95FF-EC8D33A7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228524B-B4F7-4AA0-BAA7-895D3055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1875CE2-DC3E-4FBD-ABC8-76384698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49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BEB44-10D3-4007-91B7-FF0DC5AFE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CC863F0-314A-484B-9F1C-4BA105544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8693D10-5348-4F9F-983E-A9564DE1E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B28C411-8343-42C1-826F-50FA9BD0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9A1CAA8-BF24-4C62-ADAF-8346F3C6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E785D6B-4CED-4BC2-A53D-E103EE64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75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E1A87-47BC-47EE-8F73-E8A70372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9C5883F-6FD0-4514-9AC4-C1AB78C2A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54EDF52-E867-495D-82FC-9BCA67C1D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1E5A2CB-E00B-425B-BD63-650F3893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70C49AE-1FBA-45D5-BF07-263FDABE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280A707-24A7-49DD-9612-CBA31E9B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72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032F0-92C3-46CB-93E7-2C13C2CF2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54FBE58-C989-4958-8C57-AA6EA5EC7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2600BA3-DAAA-4AC4-89ED-1408CC29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00D679-4EC0-43B5-9006-839D34DD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5452CAA-32EE-4046-B90E-7186ABFC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84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029B213-C398-4D9B-ACC1-2FBCF6BC9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DFB6441-DB22-41BE-8FF0-5E0B086A4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4BDF9B3-BEE2-43EB-A7AA-F59F1F1E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C318B1-F4A6-43AC-8694-2C818B7F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26DF1D9-3BF6-4FDB-947A-E5B55EC5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80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E291746-BEB7-42DE-80F5-74E6167F3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4A1317A-A665-4874-8457-4CBE5744D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98930E3-0415-4CFE-B9D7-D4A0C500B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ECA06-FD82-42F5-89B6-FE7DCD8FF464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A2E61B5-E2FB-40C5-9F24-7186F93A4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7510554-F1C7-4277-909B-000C437F9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B4971-6C78-4D28-940E-9269D233C7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54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05506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начале дня и на века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Твоя неизменна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тьме ночной, средь бурь и волн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Ты, Господь, неизменный</a:t>
            </a:r>
          </a:p>
        </p:txBody>
      </p:sp>
    </p:spTree>
    <p:extLst>
      <p:ext uri="{BB962C8B-B14F-4D97-AF65-F5344CB8AC3E}">
        <p14:creationId xmlns:p14="http://schemas.microsoft.com/office/powerpoint/2010/main" val="55046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644170"/>
            <a:ext cx="10595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Провозглашаю я вновь и вновь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 – надежда!</a:t>
            </a:r>
          </a:p>
        </p:txBody>
      </p:sp>
    </p:spTree>
    <p:extLst>
      <p:ext uri="{BB962C8B-B14F-4D97-AF65-F5344CB8AC3E}">
        <p14:creationId xmlns:p14="http://schemas.microsoft.com/office/powerpoint/2010/main" val="223370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49585" y="1905506"/>
            <a:ext cx="108928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Верность, Господь, Твоя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Сильна и велика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Подниму свой взгляд, ведь знаю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верен, Бог, всегда</a:t>
            </a:r>
          </a:p>
        </p:txBody>
      </p:sp>
    </p:spTree>
    <p:extLst>
      <p:ext uri="{BB962C8B-B14F-4D97-AF65-F5344CB8AC3E}">
        <p14:creationId xmlns:p14="http://schemas.microsoft.com/office/powerpoint/2010/main" val="94796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49585" y="1720840"/>
            <a:ext cx="108928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время битв я не боюсь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Словам Своим Ты верен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Тебе, Иисус, уверен 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жизнь моя навеки</a:t>
            </a:r>
          </a:p>
        </p:txBody>
      </p:sp>
    </p:spTree>
    <p:extLst>
      <p:ext uri="{BB962C8B-B14F-4D97-AF65-F5344CB8AC3E}">
        <p14:creationId xmlns:p14="http://schemas.microsoft.com/office/powerpoint/2010/main" val="911873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dune, sky, sand dune&#10;&#10;Description automatically generated">
            <a:extLst>
              <a:ext uri="{FF2B5EF4-FFF2-40B4-BE49-F238E27FC236}">
                <a16:creationId xmlns:a16="http://schemas.microsoft.com/office/drawing/2014/main" id="{47FFC50B-FCFC-42C1-0EF5-0B8C8EF6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9000"/>
                    </a14:imgEffect>
                    <a14:imgEffect>
                      <a14:brightnessContrast bright="-34000" contrast="-3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76548" y="1905506"/>
            <a:ext cx="11038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время скорби и в миг победы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любой сезон Господь наш верен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Его объятия бегу всегда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все века Господь наш верен</a:t>
            </a:r>
          </a:p>
        </p:txBody>
      </p:sp>
    </p:spTree>
    <p:extLst>
      <p:ext uri="{BB962C8B-B14F-4D97-AF65-F5344CB8AC3E}">
        <p14:creationId xmlns:p14="http://schemas.microsoft.com/office/powerpoint/2010/main" val="26614793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</Words>
  <Application>Microsoft Office PowerPoint</Application>
  <PresentationFormat>Широкий екран</PresentationFormat>
  <Paragraphs>23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2023-10-28T18:57:44Z</dcterms:created>
  <dcterms:modified xsi:type="dcterms:W3CDTF">2026-05-02T20:50:40Z</dcterms:modified>
</cp:coreProperties>
</file>