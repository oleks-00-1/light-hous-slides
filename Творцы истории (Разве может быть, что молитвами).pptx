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4" r:id="rId2"/>
    <p:sldId id="336" r:id="rId3"/>
    <p:sldId id="337" r:id="rId4"/>
    <p:sldId id="339" r:id="rId5"/>
    <p:sldId id="340" r:id="rId6"/>
    <p:sldId id="34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C69F0-BFD7-4F8C-B9A7-85922A48FE21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55BB2-BAD6-442B-9B0B-18446DCDA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61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6166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088143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7807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25022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435949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72186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3A5D-BCD9-4B35-AE94-5E496802D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F575369-2C86-4354-A93A-9C02AF749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2268425-E377-4474-A72A-AC4A1802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0CBDB9C-9C12-4476-93C9-6DB2D46C2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FEC7449-1B3E-4B23-AF47-626D2CA9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878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7D3AE-C26B-4AFC-B469-92ED1457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848EF9E-B9E5-41F1-94E7-C884C712A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3BF4C4D-9A52-47F3-8FDF-201DA882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0C5DDEE-A939-4608-9475-3262D801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3E7C00E-E40A-4BCB-BF4D-B432CA49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1C050-B043-4163-87A8-E6F9723AF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20CF97D-6D1F-4C4F-B433-A7D3095B2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9963F97-9630-438A-A910-275FE699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9B173A6-2326-4691-9787-34DE04D5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44CB3D0-F60A-48F4-8CD6-4E2619D2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771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91707-E2EC-4365-8DEB-67958FAD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9A13F4-F59F-4B92-B296-B023FB417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0DC4DE5-C826-48A4-A316-063999352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982CAB9-C675-4073-95BD-674515BF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54767F8-2ED4-4026-A694-F19A45E9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A769A48-0C28-41E4-866C-9B336FBE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5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58CE0-6DE5-456F-9143-A9566B05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A7ED28D-5007-42FB-B067-CB26929D2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429166B-F2F4-4457-8DF1-8757D34A8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99B82D5-AB7B-4CBB-9784-1893AFE80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BF2ECE9-5AEA-4EA8-B8B8-FC7D91C37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85CE758B-801B-4C3A-8DBF-7C58A2E8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1660CC8-B3FD-4063-B754-CDAE9DC0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1CE4D8F-02D6-48A3-8BF6-AD841F9F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47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1884-A272-4960-989B-77596830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BA9CCDB-1699-4849-9BFE-495AA538C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3BA8660-249E-43EE-8E49-610D16BE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F5282F8-3D4F-43E2-BA7D-1188C5A2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391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42A1796D-F81B-4CDE-817F-03284532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93D96F9-C45B-4C25-BB5E-670E2CB8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423D787-B4B3-48C1-B46A-400B7B20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402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958385-06E5-43B8-9B26-EDD595A76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F5772F6-25EE-4A35-BB0F-3D1F2FB2F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2493BDE-71BF-4AEB-9619-7D68C6A8E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2C50349-D439-41FD-83C7-9DB47EDB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7D3536B-890F-442C-83FA-DAFF3C99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8F68FBB-E4C1-44CC-B281-E84FCEB7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64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632B4-8122-4507-9A0F-314094516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2CE96BB-2087-41A4-84FE-778A7558C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D21A3C0-66E3-438C-A9EA-A7213FA11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FD3F660-A01B-46AC-BD86-38FAD983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6CDC4CE-2184-41B1-A275-99530124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7A25166-65EB-4C0E-B156-EFBC5F1B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29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FE05FA-98C8-4ED3-B6F4-B3233FF6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7145726-EC48-4366-BA41-1F18C6122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10AB0E3-4AF6-4847-8466-A6243909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3E1552B-7801-413F-8D9C-40FB9B13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6C30684-74D1-4BF3-8496-EFA7B031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18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25E2C78-4D7B-41F7-AC6D-42DF1F316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187A0C0-D96A-41F4-87EB-4FF66CC3E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EA23B7F-2EA6-4317-B9A2-D54CA4C8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C6BE953-2DFA-4629-80F0-0CD90C2AA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AF2F69E-15C1-4F5D-BFE0-57F94E6FC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3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1AD1D0F1-4D51-4708-867B-CC3B92A96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8A18DE1-A1DB-415A-92AC-C0ADD0DF0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D504120-A20A-4A01-9A70-063C6CEDB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AEAF5-0275-46DF-A71B-5F74CAD832A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C0874A6-6394-40DB-8935-C50439050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7A76188-1A5F-431A-A2DF-F83044FCB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C96E-E9E5-465A-80C4-56EDE5487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22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66931" y="1913479"/>
            <a:ext cx="1185813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азве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может быть, что молитвами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можно мир менять, земли сотрясать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Да, это так! Я в это верю!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Живу для Тебя!</a:t>
            </a:r>
          </a:p>
        </p:txBody>
      </p:sp>
    </p:spTree>
    <p:extLst>
      <p:ext uri="{BB962C8B-B14F-4D97-AF65-F5344CB8AC3E}">
        <p14:creationId xmlns:p14="http://schemas.microsoft.com/office/powerpoint/2010/main" val="139489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0" y="1913479"/>
            <a:ext cx="121920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азве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может быть, что молитвами можно исцелять, мёртвых воскрешать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Да, это так! Я в это верю!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Живу для Тебя!</a:t>
            </a:r>
          </a:p>
        </p:txBody>
      </p:sp>
    </p:spTree>
    <p:extLst>
      <p:ext uri="{BB962C8B-B14F-4D97-AF65-F5344CB8AC3E}">
        <p14:creationId xmlns:p14="http://schemas.microsoft.com/office/powerpoint/2010/main" val="317614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0" y="1913479"/>
            <a:ext cx="121920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так хочу историю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этой земле творить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так хочу всем людям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истину говорить</a:t>
            </a:r>
          </a:p>
        </p:txBody>
      </p:sp>
    </p:spTree>
    <p:extLst>
      <p:ext uri="{BB962C8B-B14F-4D97-AF65-F5344CB8AC3E}">
        <p14:creationId xmlns:p14="http://schemas.microsoft.com/office/powerpoint/2010/main" val="36387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2" y="2652143"/>
            <a:ext cx="121920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каждый день буду опять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об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Heebo Black" panose="020B0604020202020204" pitchFamily="2" charset="-79"/>
              </a:rPr>
              <a:t>ъ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ятия Твои бежать</a:t>
            </a:r>
            <a:endParaRPr lang="uk-UA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2494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2" y="1905506"/>
            <a:ext cx="121920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а, так может быть, если будем мы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Твоём огне стоять с истиной в руках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Чудеса придут, Ангелы споют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Будем я и ты историю творить</a:t>
            </a:r>
          </a:p>
        </p:txBody>
      </p:sp>
    </p:spTree>
    <p:extLst>
      <p:ext uri="{BB962C8B-B14F-4D97-AF65-F5344CB8AC3E}">
        <p14:creationId xmlns:p14="http://schemas.microsoft.com/office/powerpoint/2010/main" val="82340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2" y="2274838"/>
            <a:ext cx="121920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Да, это так!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в это верим!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Живём для Тебя</a:t>
            </a:r>
          </a:p>
        </p:txBody>
      </p:sp>
    </p:spTree>
    <p:extLst>
      <p:ext uri="{BB962C8B-B14F-4D97-AF65-F5344CB8AC3E}">
        <p14:creationId xmlns:p14="http://schemas.microsoft.com/office/powerpoint/2010/main" val="20557494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126</Words>
  <Application>Microsoft Office PowerPoint</Application>
  <PresentationFormat>Широкоэкранный</PresentationFormat>
  <Paragraphs>26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5</cp:revision>
  <dcterms:created xsi:type="dcterms:W3CDTF">2024-11-16T19:16:44Z</dcterms:created>
  <dcterms:modified xsi:type="dcterms:W3CDTF">2025-05-08T19:34:15Z</dcterms:modified>
</cp:coreProperties>
</file>