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2" r:id="rId2"/>
    <p:sldId id="340" r:id="rId3"/>
    <p:sldId id="333" r:id="rId4"/>
    <p:sldId id="334" r:id="rId5"/>
    <p:sldId id="335" r:id="rId6"/>
    <p:sldId id="336" r:id="rId7"/>
    <p:sldId id="337" r:id="rId8"/>
    <p:sldId id="338" r:id="rId9"/>
    <p:sldId id="339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15765-5DA0-EA14-6A8B-C2402DDF9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398AB6-7567-6E9E-226B-798CE0D35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A3E19C-51F0-0AA3-50DB-6DED29A3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E83498-14CC-BD87-1729-D353F2355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8B86A6-2976-268F-6691-10009C1BF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6384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1758F-92DD-6B62-796D-050F6B05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E06C68-E485-A365-7191-BA1A4D93E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F3272-5F13-AD82-9D4F-C4A4A3699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2AFA7B-DA4B-C219-EA3F-41A8765CB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ADFA8B5-5608-F677-45CA-8E6DE390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4382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AE083-986A-40E7-7384-9052DDCED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29DFD1-F3A8-61D6-3118-959FF5BDC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C4F4E9-7B92-97FE-B928-60AF63AC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D0D298-C20B-BF2B-1EB1-027FD6F6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FE723F-FDA4-E365-A2B0-0B097DE9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215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0222F-A6CF-F6DB-3C70-79CD5B58F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1EA823-DFF1-D0B7-3E1A-118F2361B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663054-1629-8D7B-7DB3-13A6AAF368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0A470B-856F-D887-9F27-724831AD5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B739CC-D1E6-72B3-F437-8ED77C33B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CE40FD-2DF3-7B4D-61A9-DFC7DE89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6912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B81A9D-D4AC-3F29-173D-85DB27688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674BDF-B2CC-6211-E624-87B8B1BAA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34E93C9-CC21-4C57-5DE5-1A043441AB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FA7F864-F4C6-50AC-C358-DA1571C4B4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2110FC-EBF3-235D-7684-0AD04F17F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7ABA2E-B324-A12C-CF63-7E5079705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738686-212E-526C-8D8E-C67FDE12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034DC7D-71AE-FB7F-F29B-773EFC10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4061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6CF7D-28FF-1E96-C504-767B5C9F8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E85549-4AE7-0B75-F64A-94422212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3C7BB5-C791-F405-C3B4-8D1236158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22AF93C-C767-6B40-7A80-4A59805A6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12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ADA1E8B-910F-77E9-5D7D-DD37B8E2A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354D62F-E67C-CA06-9E7B-E0A1E934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5DD441-7BCE-E5BC-A320-B0B9314F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646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E818D1-FDBD-BDAD-38B6-90B944E96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0B7053-B2B4-CF98-3425-A2D5F892B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96C33C3-EE06-ADBC-E167-3ED71B236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3EC3D20-D957-9214-FAD0-2FF59EF3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CBDA594-91D0-7673-A88D-E936E3BE3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954ECA-0F0C-79D1-613E-047366E7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861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066156-1BC9-99AA-F204-6AF9688C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96D9096-FF91-3FF6-EB1D-65543A8772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A6B57FF-046D-7D81-FF04-3CDBF0BFD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5786AA-F0AC-8E9B-D686-54DE1BAEF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8AA0C8D-2E8E-18EA-CF02-971FE5370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1AAB83-7A1B-5066-2AA4-EF0DA41A0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8604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F84B8C-01E9-BA1D-79DE-9899CF9D1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15A6902-017A-19AF-E9FB-69C496D66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3545ABF-4DC1-E0D4-88A7-FDAE3F311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5AE6AC-2EC2-8C90-1628-B7650C6C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00A5BB-2A35-5E22-993E-553062846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72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2BCBDD4-04B0-1BCA-AED8-C48B07EA32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DB2770-2C49-56C7-2EC5-9399500DC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5F3CD5-E82F-59C5-46FF-C290104E6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1B3B59-FF6C-DEF8-7159-A7D0D7AA2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8B1AC6-3DEB-46CD-5BE4-60033A8F7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694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3877E-748E-8A11-8F91-DCA58CC1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DFE50E-E931-651E-B6D8-D542E50C76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4A130F-7EA3-012A-03C6-0083A784D1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6DC7D-BD19-49DF-9C94-1BB36BE48BE6}" type="datetimeFigureOut">
              <a:rPr lang="ru-RU" smtClean="0"/>
              <a:t>27.07.2026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FBF4B9-7F3D-75C9-938F-B351E9425C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AE1E76-265F-02CE-5A03-CFB498FBD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C1AF2-0CB9-4575-850E-B0E0A39BE98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383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0EA6401-D9FC-582C-230E-CD72D2603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01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A25C1-3E9B-31FE-8232-E60A63299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08E639E3-BC36-51F6-CBA8-06D8FA3AD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FA12B5-4D25-8F6A-3D84-0D34C87CFDBD}"/>
              </a:ext>
            </a:extLst>
          </p:cNvPr>
          <p:cNvSpPr txBox="1"/>
          <p:nvPr/>
        </p:nvSpPr>
        <p:spPr>
          <a:xfrm>
            <a:off x="660385" y="2099209"/>
            <a:ext cx="10871230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я отдаю Тебе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Тяжесть всю, награды все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1828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52103-FF07-CB63-99E8-A450158B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3D756B92-5AE9-2FC7-7BD5-89E2D4EA4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63F25E-5DEA-9024-776F-99F3A4C81586}"/>
              </a:ext>
            </a:extLst>
          </p:cNvPr>
          <p:cNvSpPr txBox="1"/>
          <p:nvPr/>
        </p:nvSpPr>
        <p:spPr>
          <a:xfrm>
            <a:off x="660385" y="2099209"/>
            <a:ext cx="10871230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Здесь я отдаю Тебе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Ложь врага, сомнения все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</p:txBody>
      </p:sp>
    </p:spTree>
    <p:extLst>
      <p:ext uri="{BB962C8B-B14F-4D97-AF65-F5344CB8AC3E}">
        <p14:creationId xmlns:p14="http://schemas.microsoft.com/office/powerpoint/2010/main" val="417532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6AAE-FDBA-5BE0-6043-C47F0106A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6A8A0E7-D1C1-9340-76EB-F84806813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A4508F-3A29-19EE-9CE3-EA6025044E35}"/>
              </a:ext>
            </a:extLst>
          </p:cNvPr>
          <p:cNvSpPr txBox="1"/>
          <p:nvPr/>
        </p:nvSpPr>
        <p:spPr>
          <a:xfrm>
            <a:off x="660385" y="2514708"/>
            <a:ext cx="1087123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Тебе уступлю, Иисус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то, что Ты хочешь, Бог</a:t>
            </a:r>
          </a:p>
        </p:txBody>
      </p:sp>
    </p:spTree>
    <p:extLst>
      <p:ext uri="{BB962C8B-B14F-4D97-AF65-F5344CB8AC3E}">
        <p14:creationId xmlns:p14="http://schemas.microsoft.com/office/powerpoint/2010/main" val="1122566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E6CEF-1254-CEAE-1555-BE9B5C5C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62EF893A-A38B-666D-BC8A-5D4E5F597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DBF40B-987A-3D29-7051-03806DE133F6}"/>
              </a:ext>
            </a:extLst>
          </p:cNvPr>
          <p:cNvSpPr txBox="1"/>
          <p:nvPr/>
        </p:nvSpPr>
        <p:spPr>
          <a:xfrm>
            <a:off x="660385" y="2514708"/>
            <a:ext cx="10871230" cy="175432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будет воля Твоя во всем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Делай то, что Ты хочешь, Бог</a:t>
            </a:r>
          </a:p>
        </p:txBody>
      </p:sp>
    </p:spTree>
    <p:extLst>
      <p:ext uri="{BB962C8B-B14F-4D97-AF65-F5344CB8AC3E}">
        <p14:creationId xmlns:p14="http://schemas.microsoft.com/office/powerpoint/2010/main" val="434536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88685-D729-65A6-F9B1-A6449507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3BCF9977-013E-089E-F582-FB1B26C84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650309A-5368-686D-C5A1-2857377F5FEE}"/>
              </a:ext>
            </a:extLst>
          </p:cNvPr>
          <p:cNvSpPr txBox="1"/>
          <p:nvPr/>
        </p:nvSpPr>
        <p:spPr>
          <a:xfrm>
            <a:off x="741408" y="1720840"/>
            <a:ext cx="10871230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Разрушь стены все моих традиций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сокруши мои амбиции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знаешь лучше</a:t>
            </a:r>
          </a:p>
        </p:txBody>
      </p:sp>
    </p:spTree>
    <p:extLst>
      <p:ext uri="{BB962C8B-B14F-4D97-AF65-F5344CB8AC3E}">
        <p14:creationId xmlns:p14="http://schemas.microsoft.com/office/powerpoint/2010/main" val="2834116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132A5-147E-DED3-7CD8-56A66AB47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E5A64E5B-0C9D-C790-E8D1-83EC0CAB7C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F331B34-76BA-30B5-062D-9AA093F2DF93}"/>
              </a:ext>
            </a:extLst>
          </p:cNvPr>
          <p:cNvSpPr txBox="1"/>
          <p:nvPr/>
        </p:nvSpPr>
        <p:spPr>
          <a:xfrm>
            <a:off x="660385" y="2099209"/>
            <a:ext cx="10871230" cy="25853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я отдаю Тебе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Ты, Бог, нужен мне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склоняюсь</a:t>
            </a:r>
          </a:p>
        </p:txBody>
      </p:sp>
    </p:spTree>
    <p:extLst>
      <p:ext uri="{BB962C8B-B14F-4D97-AF65-F5344CB8AC3E}">
        <p14:creationId xmlns:p14="http://schemas.microsoft.com/office/powerpoint/2010/main" val="614132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5320D-C02B-E625-F575-83240B97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695C2477-C247-763C-D94E-02A772308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5DFF9C-2ED1-7CB6-C522-C1C5C8BE99B4}"/>
              </a:ext>
            </a:extLst>
          </p:cNvPr>
          <p:cNvSpPr txBox="1"/>
          <p:nvPr/>
        </p:nvSpPr>
        <p:spPr>
          <a:xfrm>
            <a:off x="60116" y="1720840"/>
            <a:ext cx="12071767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Кладу на алтарь я сердце свое 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Возьми его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Прибиваю ко кресту я свои мечты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Беру взамен мечту Твою</a:t>
            </a:r>
          </a:p>
        </p:txBody>
      </p:sp>
    </p:spTree>
    <p:extLst>
      <p:ext uri="{BB962C8B-B14F-4D97-AF65-F5344CB8AC3E}">
        <p14:creationId xmlns:p14="http://schemas.microsoft.com/office/powerpoint/2010/main" val="156715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B2F91-0E2B-8A9D-6E59-E70059471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sunrise, outdoor, fog, sky&#10;&#10;Description automatically generated">
            <a:extLst>
              <a:ext uri="{FF2B5EF4-FFF2-40B4-BE49-F238E27FC236}">
                <a16:creationId xmlns:a16="http://schemas.microsoft.com/office/drawing/2014/main" id="{CB2EF08B-4EFE-E220-82C5-371A589C0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30000"/>
                    </a14:imgEffect>
                    <a14:imgEffect>
                      <a14:brightnessContrast bright="-3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74258"/>
            <a:ext cx="12192006" cy="69322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B2FF56-2408-A43D-6301-0D8D152F21F5}"/>
              </a:ext>
            </a:extLst>
          </p:cNvPr>
          <p:cNvSpPr txBox="1"/>
          <p:nvPr/>
        </p:nvSpPr>
        <p:spPr>
          <a:xfrm>
            <a:off x="372633" y="1720840"/>
            <a:ext cx="11446734" cy="34163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Вот сердце мое кладу на алтарь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Уже не я живу, Ты во мне сияй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Прибиваю ко кресту свою мечту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Взамен беру Твою</a:t>
            </a:r>
          </a:p>
        </p:txBody>
      </p:sp>
    </p:spTree>
    <p:extLst>
      <p:ext uri="{BB962C8B-B14F-4D97-AF65-F5344CB8AC3E}">
        <p14:creationId xmlns:p14="http://schemas.microsoft.com/office/powerpoint/2010/main" val="41460912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118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Helvetica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Andrey</dc:creator>
  <cp:lastModifiedBy>Andrey</cp:lastModifiedBy>
  <cp:revision>1</cp:revision>
  <dcterms:created xsi:type="dcterms:W3CDTF">2026-07-27T05:28:19Z</dcterms:created>
  <dcterms:modified xsi:type="dcterms:W3CDTF">2026-07-27T05:59:35Z</dcterms:modified>
</cp:coreProperties>
</file>