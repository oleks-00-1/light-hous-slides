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311" r:id="rId2"/>
    <p:sldId id="313" r:id="rId3"/>
    <p:sldId id="312" r:id="rId4"/>
    <p:sldId id="314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ACF5B9-815A-4092-A204-42552D580CDB}" type="datetimeFigureOut">
              <a:rPr lang="ru-RU" smtClean="0"/>
              <a:t>23.11.2024</a:t>
            </a:fld>
            <a:endParaRPr lang="ru-RU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1D5F83-7570-4D4D-9FCC-205AA38BA0AC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0839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1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41344950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2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2250166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3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41469080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4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282551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C095CE-962B-4540-966A-B66EC68C9A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9CB0998C-75DC-439C-9D76-9541544DF9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D1E092BB-250E-4528-86B7-003BC77E5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AD622-B9AB-4620-8CAB-290D1C50D270}" type="datetimeFigureOut">
              <a:rPr lang="ru-RU" smtClean="0"/>
              <a:t>23.11.2024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B833E63-F818-424A-B4C2-488DB731B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6FAB8E7-9B2F-4139-8B65-72B018A36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5E961-73A3-4AA6-8031-95F2F767D5A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1723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FCC77A-7E4A-4E7C-AE28-852709681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D960923-16EC-4F09-AF6B-9F4630EB5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7B6FFE7-384E-4616-9A73-174C554F4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AD622-B9AB-4620-8CAB-290D1C50D270}" type="datetimeFigureOut">
              <a:rPr lang="ru-RU" smtClean="0"/>
              <a:t>23.11.2024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4235DA3-A211-40CF-83DD-5F53DF620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CB1E1E8D-DC2D-4E5F-8C1A-CAFC5C967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5E961-73A3-4AA6-8031-95F2F767D5A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5120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6048A0-0A5F-4887-A5A1-5BAC5CF5E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8B1A1722-B254-4C0C-9771-89BED9B3E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55A2190-A48D-4940-93EE-F52A8D7A3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AD622-B9AB-4620-8CAB-290D1C50D270}" type="datetimeFigureOut">
              <a:rPr lang="ru-RU" smtClean="0"/>
              <a:t>23.11.2024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5D48839-C2DE-44BA-B02D-4C92C98EB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23D6AD5-7D86-4743-9D48-64603EA67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5E961-73A3-4AA6-8031-95F2F767D5A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2708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E0DA0B-A6AD-4433-9D51-932CA91FB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955F4D4-86D7-4831-B734-114588A248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8874DFBC-DCD5-4A34-8509-541543FDAB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924D24FE-53A4-4C5A-854C-B738CB3EB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AD622-B9AB-4620-8CAB-290D1C50D270}" type="datetimeFigureOut">
              <a:rPr lang="ru-RU" smtClean="0"/>
              <a:t>23.11.2024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B50397A2-BEB0-4DBB-8FA5-DABB65FDA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C456129E-BEAF-404A-9BA9-16B86640D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5E961-73A3-4AA6-8031-95F2F767D5A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6193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FF430A-5FE2-4505-8322-42A8B3D17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851B25AF-9914-4E68-A7CD-ECA1314BA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5B444ADA-1239-4747-9993-E6A186DA1B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913A53EC-7B2B-48D9-9404-1AC92D3D80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F4AA720E-73AF-4212-9678-3D88718969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308E7465-3D3E-403E-8BBC-D0752AD40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AD622-B9AB-4620-8CAB-290D1C50D270}" type="datetimeFigureOut">
              <a:rPr lang="ru-RU" smtClean="0"/>
              <a:t>23.11.2024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E4AC15E7-D4F7-403C-886E-B2BA485A1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07351F91-37AE-4DF9-861A-1D37011F5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5E961-73A3-4AA6-8031-95F2F767D5A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834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F078E4-94F5-4C2B-B980-C65A0809B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6C6C6040-610E-46FD-8984-A1D51AC62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AD622-B9AB-4620-8CAB-290D1C50D270}" type="datetimeFigureOut">
              <a:rPr lang="ru-RU" smtClean="0"/>
              <a:t>23.11.2024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A59BBE81-F057-4736-91BD-B537EEA48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3AA842D2-306D-4B70-8C21-D7EE335C6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5E961-73A3-4AA6-8031-95F2F767D5A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6382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79204B19-119E-4D60-B768-648B191E4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AD622-B9AB-4620-8CAB-290D1C50D270}" type="datetimeFigureOut">
              <a:rPr lang="ru-RU" smtClean="0"/>
              <a:t>23.11.2024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EBFB777C-303D-43CA-8975-6663372D2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33454EB0-DC4F-4C55-A1D0-EA9B5B722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5E961-73A3-4AA6-8031-95F2F767D5A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8554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B8D766-262E-45F0-8C8B-36691ECE7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B1715E6-815C-4D87-A0B9-2783FC320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8B7C5C1C-DF27-4749-B9B1-53DB7EABBA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3DBB4AFE-0E03-432D-934C-DB23185CE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AD622-B9AB-4620-8CAB-290D1C50D270}" type="datetimeFigureOut">
              <a:rPr lang="ru-RU" smtClean="0"/>
              <a:t>23.11.2024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B1F10340-2088-400D-9DCD-0C026074C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2313EFD5-3B61-46D4-A9ED-EC1FF45AD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5E961-73A3-4AA6-8031-95F2F767D5A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304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6FA7BC-EA7E-4B13-AFE3-2FBA08C23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4195B610-727F-4D41-9FCE-F2A28C5998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444243F5-67A6-4052-B32D-57B05ABB8C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DA4CAAEE-914B-4F25-9D4C-C68466242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AD622-B9AB-4620-8CAB-290D1C50D270}" type="datetimeFigureOut">
              <a:rPr lang="ru-RU" smtClean="0"/>
              <a:t>23.11.2024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8441F8FA-DE28-4529-BD9C-B7059897A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D971D018-E55A-45A0-987B-CB1CCFCFB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5E961-73A3-4AA6-8031-95F2F767D5A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6308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996B97-4ACF-46E7-99D8-BA98F149D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FF48A7EF-2080-4FC2-8EBE-32A2AC87CF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C3EEF42-13C2-4857-97B5-F2BC7A577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AD622-B9AB-4620-8CAB-290D1C50D270}" type="datetimeFigureOut">
              <a:rPr lang="ru-RU" smtClean="0"/>
              <a:t>23.11.2024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194787C8-F52C-4EBF-9FC9-7479E789D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8CA85D2-7F88-471A-8083-B91FA82C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5E961-73A3-4AA6-8031-95F2F767D5A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1153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5F2BFC3B-57A4-4E86-B40F-FDA6804004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CE6328F9-BFDB-4975-89B3-63554581DE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F1F1408-DFF3-4630-B5E5-40F00C2C2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AD622-B9AB-4620-8CAB-290D1C50D270}" type="datetimeFigureOut">
              <a:rPr lang="ru-RU" smtClean="0"/>
              <a:t>23.11.2024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646A16CD-53F5-492A-972E-E8A1AC624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1F4BD23-5C80-4AF6-BB33-3AEADEFFC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5E961-73A3-4AA6-8031-95F2F767D5A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7064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3E56D0B6-F876-4C33-86D2-60707EA0C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07C49ECD-79A2-4EA3-9F2F-B850A654A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C29E7D4-0285-4436-82D5-E69CB4305C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BAD622-B9AB-4620-8CAB-290D1C50D270}" type="datetimeFigureOut">
              <a:rPr lang="ru-RU" smtClean="0"/>
              <a:t>23.11.2024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1D24889-4CA5-4FAF-9CEA-119C48EF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BAF74F8-B890-4294-ACC3-0A98E1FF67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35E961-73A3-4AA6-8031-95F2F767D5A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4901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ssy area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30CFB2C4-4875-7503-23FF-ACDF4F3A17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31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2644170"/>
            <a:ext cx="1059514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А-а-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ллилуйя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 А-а-аллилуйя,</a:t>
            </a:r>
            <a:endParaRPr lang="ru-RU" sz="4800" b="1" dirty="0">
              <a:solidFill>
                <a:schemeClr val="bg1">
                  <a:lumMod val="95000"/>
                </a:schemeClr>
              </a:solidFill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 Бог Все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могущий</a:t>
            </a:r>
          </a:p>
        </p:txBody>
      </p:sp>
    </p:spTree>
    <p:extLst>
      <p:ext uri="{BB962C8B-B14F-4D97-AF65-F5344CB8AC3E}">
        <p14:creationId xmlns:p14="http://schemas.microsoft.com/office/powerpoint/2010/main" val="1970228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ssy area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30CFB2C4-4875-7503-23FF-ACDF4F3A17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31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1568736"/>
            <a:ext cx="1059514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А-а-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ллилуйя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, А-а-аллилуйя</a:t>
            </a:r>
            <a:endParaRPr lang="ru-RU" sz="4800" b="1" dirty="0">
              <a:solidFill>
                <a:schemeClr val="bg1">
                  <a:lumMod val="95000"/>
                </a:schemeClr>
              </a:solidFill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(Христос воскресший)</a:t>
            </a:r>
          </a:p>
          <a:p>
            <a:pPr algn="ctr"/>
            <a:endParaRPr lang="ru-RU" sz="4800" b="1" dirty="0">
              <a:solidFill>
                <a:schemeClr val="bg1">
                  <a:lumMod val="95000"/>
                </a:schemeClr>
              </a:solidFill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++++++</a:t>
            </a:r>
          </a:p>
          <a:p>
            <a:pPr algn="ctr"/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Уточнити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у людей</a:t>
            </a:r>
          </a:p>
        </p:txBody>
      </p:sp>
    </p:spTree>
    <p:extLst>
      <p:ext uri="{BB962C8B-B14F-4D97-AF65-F5344CB8AC3E}">
        <p14:creationId xmlns:p14="http://schemas.microsoft.com/office/powerpoint/2010/main" val="2426212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ssy area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30CFB2C4-4875-7503-23FF-ACDF4F3A17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31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1938068"/>
            <a:ext cx="1059514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Святой! Святой!</a:t>
            </a:r>
            <a:endParaRPr lang="ru-RU" sz="4800" b="1" dirty="0">
              <a:solidFill>
                <a:schemeClr val="bg1">
                  <a:lumMod val="95000"/>
                </a:schemeClr>
              </a:solidFill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Тебе слава вовек, слава и хвала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слава и хвала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Тебе Иисус</a:t>
            </a:r>
          </a:p>
        </p:txBody>
      </p:sp>
    </p:spTree>
    <p:extLst>
      <p:ext uri="{BB962C8B-B14F-4D97-AF65-F5344CB8AC3E}">
        <p14:creationId xmlns:p14="http://schemas.microsoft.com/office/powerpoint/2010/main" val="2442682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ssy area with a body of water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30CFB2C4-4875-7503-23FF-ACDF4F3A17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31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2274838"/>
            <a:ext cx="1059514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Хвала!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Хвала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!</a:t>
            </a:r>
            <a:endParaRPr lang="ru-RU" sz="4800" b="1" dirty="0">
              <a:solidFill>
                <a:schemeClr val="bg1">
                  <a:lumMod val="95000"/>
                </a:schemeClr>
              </a:solidFill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Тебе слава вовек, слава и хвала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слава и хвала</a:t>
            </a:r>
          </a:p>
        </p:txBody>
      </p:sp>
    </p:spTree>
    <p:extLst>
      <p:ext uri="{BB962C8B-B14F-4D97-AF65-F5344CB8AC3E}">
        <p14:creationId xmlns:p14="http://schemas.microsoft.com/office/powerpoint/2010/main" val="270903570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52</Words>
  <Application>Microsoft Office PowerPoint</Application>
  <PresentationFormat>Широкий екран</PresentationFormat>
  <Paragraphs>18</Paragraphs>
  <Slides>4</Slides>
  <Notes>4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2</cp:revision>
  <dcterms:created xsi:type="dcterms:W3CDTF">2024-04-13T18:44:44Z</dcterms:created>
  <dcterms:modified xsi:type="dcterms:W3CDTF">2024-11-23T20:24:59Z</dcterms:modified>
</cp:coreProperties>
</file>