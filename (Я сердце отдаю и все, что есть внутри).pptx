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33" r:id="rId2"/>
    <p:sldId id="329" r:id="rId3"/>
    <p:sldId id="330" r:id="rId4"/>
    <p:sldId id="331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794528-5DC4-4A0F-B0D0-9676E811184E}" type="datetimeFigureOut">
              <a:rPr lang="ru-RU" smtClean="0"/>
              <a:t>25.11.2023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1DA159-20B8-4578-BF61-EE0B9066364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277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699216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91535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386743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832795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ADB202-9FA6-4E85-A28C-D00EC99A5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2DEFDAA1-A56A-4CD3-B92B-2714958F16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9E349EF-DEB6-4322-A408-1E3D1D124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F0AA-0788-4444-B5CC-291E2853CFA9}" type="datetimeFigureOut">
              <a:rPr lang="ru-RU" smtClean="0"/>
              <a:t>25.11.2023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51F9161-3019-4820-B865-9C4ABAB17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B180FAA-03B4-4ECC-8D1D-E1F4B2A4D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6E35C-F154-4C78-AB82-6EBEE2FA29F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7946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4BA2D6-F92E-4E5C-9B2B-F811CC0EC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3C9F5D0-C5FC-4786-AC36-5946E01BA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5E0D1E6-BB63-4F35-87A8-3DA8D210A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F0AA-0788-4444-B5CC-291E2853CFA9}" type="datetimeFigureOut">
              <a:rPr lang="ru-RU" smtClean="0"/>
              <a:t>25.11.2023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3ED9ACC-76FE-47F9-9F40-01FBC619E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7A9E8A2-76BE-416E-9F07-77107887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6E35C-F154-4C78-AB82-6EBEE2FA29F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8566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336A39-A36B-4A01-8A89-148610A1F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4D0C1710-53AA-4E0F-8DA6-18C048701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751BC9C-DC3E-4A60-8B54-F7CF61167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F0AA-0788-4444-B5CC-291E2853CFA9}" type="datetimeFigureOut">
              <a:rPr lang="ru-RU" smtClean="0"/>
              <a:t>25.11.2023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B83867E-CB26-4975-9ABF-DD8C2F5D1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1E30EB9-8D8F-4558-A8C2-C194CE1E1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6E35C-F154-4C78-AB82-6EBEE2FA29F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7386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4EEDEA-1AD1-43C0-AF1C-357D5E87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E709128-C494-43E3-8517-FB415EFF5F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C50881B-B08B-4E3A-BBB5-8A240EA97C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6E02364A-4591-4C1D-94C1-2B76F36AF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F0AA-0788-4444-B5CC-291E2853CFA9}" type="datetimeFigureOut">
              <a:rPr lang="ru-RU" smtClean="0"/>
              <a:t>25.11.2023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04DCE212-9354-4D7B-B35E-655CED7BE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54A6D870-EC26-451A-AE32-364EAF3A9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6E35C-F154-4C78-AB82-6EBEE2FA29F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3224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172FEF-65EE-46B5-916F-AB17CAA6C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2C906D7A-9DC2-4C24-9F0B-D4A0FF470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5C177A0-0AF6-4584-9BEC-4823AD8E2B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31863868-7534-4BC9-9C44-96533D010D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33948E62-15C6-4651-9C16-2AB5FD14C2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76655F19-BD03-43A2-84E9-D32DC5CD7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F0AA-0788-4444-B5CC-291E2853CFA9}" type="datetimeFigureOut">
              <a:rPr lang="ru-RU" smtClean="0"/>
              <a:t>25.11.2023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195B7FC3-FC4F-4925-84B6-7706F61FE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8C2D372D-9747-4D1C-9C77-E40641E07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6E35C-F154-4C78-AB82-6EBEE2FA29F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9845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6B330C-6B1F-499B-AD7B-C917A752B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187BAE75-2D3D-4034-97B0-844E86D12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F0AA-0788-4444-B5CC-291E2853CFA9}" type="datetimeFigureOut">
              <a:rPr lang="ru-RU" smtClean="0"/>
              <a:t>25.11.2023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27D75E12-74EB-4333-946A-2DCCA668E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5CD90CE4-9365-4233-A088-7ABA854BE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6E35C-F154-4C78-AB82-6EBEE2FA29F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4232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335B7D3B-8043-430A-875E-301891441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F0AA-0788-4444-B5CC-291E2853CFA9}" type="datetimeFigureOut">
              <a:rPr lang="ru-RU" smtClean="0"/>
              <a:t>25.11.2023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F8EAE3C4-94D1-4C31-AF8A-C87D0D725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15EFBAC4-5F61-4EC4-B2BD-E9B40C9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6E35C-F154-4C78-AB82-6EBEE2FA29F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4803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E9DD61-4EA5-4BEB-8A9A-4C25FA31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FE7DDF6-597D-4C05-8C53-699439475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BE19213F-F327-40A0-87A6-4449B3A70B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B142C3F9-3572-4AA5-AD7D-0441F3A20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F0AA-0788-4444-B5CC-291E2853CFA9}" type="datetimeFigureOut">
              <a:rPr lang="ru-RU" smtClean="0"/>
              <a:t>25.11.2023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765A6DD8-85EA-4CBC-A72A-257E7A783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890BCC74-2621-439F-A557-5E6E66387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6E35C-F154-4C78-AB82-6EBEE2FA29F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5712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B93FEE-91C4-4749-A7F2-F3CF8439C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BCF44703-A1E2-40F2-9894-5504B5C648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BDEBE5EE-0791-415D-8628-6B0E412347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2BD0DC37-9172-497A-87F5-5E3F2EE92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F0AA-0788-4444-B5CC-291E2853CFA9}" type="datetimeFigureOut">
              <a:rPr lang="ru-RU" smtClean="0"/>
              <a:t>25.11.2023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E91D0FCA-FBEE-4268-AE87-7A563F081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64314FBE-F70F-4023-8375-A743AC701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6E35C-F154-4C78-AB82-6EBEE2FA29F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6753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29C32C-36A9-4E6D-B096-7FF35CECE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3703BBA-13F9-442B-A988-28F7AA6A51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BB07BED-7E05-400F-A503-B2F6C544D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F0AA-0788-4444-B5CC-291E2853CFA9}" type="datetimeFigureOut">
              <a:rPr lang="ru-RU" smtClean="0"/>
              <a:t>25.11.2023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7C52639-0943-427F-BF57-81BDBE5A1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40FC699-95A9-4B8E-AFA7-B9F1D5194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6E35C-F154-4C78-AB82-6EBEE2FA29F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6118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102E219A-2128-4771-8BA2-59C5E337C3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71E426C9-7E9D-42F5-8ADA-83FB19876C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D0BE875-8383-4AE9-98CA-CCA501BCE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F0AA-0788-4444-B5CC-291E2853CFA9}" type="datetimeFigureOut">
              <a:rPr lang="ru-RU" smtClean="0"/>
              <a:t>25.11.2023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5E01E55-29D3-46D3-83C5-BF8DF7EAC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1163D5F-9440-41FD-9B63-04C94C986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6E35C-F154-4C78-AB82-6EBEE2FA29F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7975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554E1A74-3424-400A-A4E2-C6DB0DE02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270C4568-16FA-4C31-84AD-8FEC25997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732364A-A9DA-4146-A50C-71E1F442AC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F7F0AA-0788-4444-B5CC-291E2853CFA9}" type="datetimeFigureOut">
              <a:rPr lang="ru-RU" smtClean="0"/>
              <a:t>25.11.2023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B5D36D9-6BFB-4A62-A966-EF5051A036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4D4D913-05F5-4196-9429-9DFF58BDF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E6E35C-F154-4C78-AB82-6EBEE2FA29F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1254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, sky, sunset, traveling&#10;&#10;Description automatically generated">
            <a:extLst>
              <a:ext uri="{FF2B5EF4-FFF2-40B4-BE49-F238E27FC236}">
                <a16:creationId xmlns:a16="http://schemas.microsoft.com/office/drawing/2014/main" id="{3C08BCF3-05ED-4104-71F5-51EB2B77E5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2000"/>
                    </a14:imgEffect>
                    <a14:imgEffect>
                      <a14:brightnessContrast bright="-24000" contrast="-3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758113" y="1905505"/>
            <a:ext cx="867577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сердце отдаю и все, что есть внутри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подчинить хочу Тебе, мой Господин</a:t>
            </a:r>
          </a:p>
        </p:txBody>
      </p:sp>
    </p:spTree>
    <p:extLst>
      <p:ext uri="{BB962C8B-B14F-4D97-AF65-F5344CB8AC3E}">
        <p14:creationId xmlns:p14="http://schemas.microsoft.com/office/powerpoint/2010/main" val="1490351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, sky, sunset, traveling&#10;&#10;Description automatically generated">
            <a:extLst>
              <a:ext uri="{FF2B5EF4-FFF2-40B4-BE49-F238E27FC236}">
                <a16:creationId xmlns:a16="http://schemas.microsoft.com/office/drawing/2014/main" id="{3C08BCF3-05ED-4104-71F5-51EB2B77E5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2000"/>
                    </a14:imgEffect>
                    <a14:imgEffect>
                      <a14:brightnessContrast bright="-24000" contrast="-3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758113" y="1905505"/>
            <a:ext cx="867577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отдаю Тебе надежды и мечты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Смиряюсь пред Тобой, чтоб жизнь приобрести</a:t>
            </a:r>
          </a:p>
        </p:txBody>
      </p:sp>
    </p:spTree>
    <p:extLst>
      <p:ext uri="{BB962C8B-B14F-4D97-AF65-F5344CB8AC3E}">
        <p14:creationId xmlns:p14="http://schemas.microsoft.com/office/powerpoint/2010/main" val="1864201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, sky, sunset, traveling&#10;&#10;Description automatically generated">
            <a:extLst>
              <a:ext uri="{FF2B5EF4-FFF2-40B4-BE49-F238E27FC236}">
                <a16:creationId xmlns:a16="http://schemas.microsoft.com/office/drawing/2014/main" id="{3C08BCF3-05ED-4104-71F5-51EB2B77E5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2000"/>
                    </a14:imgEffect>
                    <a14:imgEffect>
                      <a14:brightnessContrast bright="-24000" contrast="-3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758113" y="1166841"/>
            <a:ext cx="867577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я склоняюсь пред Тобой, пред Тобой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Всегда хочу я петь Тебе мой Бог живой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всё, что в мире есть, считаю суетой</a:t>
            </a:r>
          </a:p>
        </p:txBody>
      </p:sp>
    </p:spTree>
    <p:extLst>
      <p:ext uri="{BB962C8B-B14F-4D97-AF65-F5344CB8AC3E}">
        <p14:creationId xmlns:p14="http://schemas.microsoft.com/office/powerpoint/2010/main" val="1033401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, sky, sunset, traveling&#10;&#10;Description automatically generated">
            <a:extLst>
              <a:ext uri="{FF2B5EF4-FFF2-40B4-BE49-F238E27FC236}">
                <a16:creationId xmlns:a16="http://schemas.microsoft.com/office/drawing/2014/main" id="{3C08BCF3-05ED-4104-71F5-51EB2B77E5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2000"/>
                    </a14:imgEffect>
                    <a14:imgEffect>
                      <a14:brightnessContrast bright="-24000" contrast="-3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758113" y="1905505"/>
            <a:ext cx="867577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Чтоб ближе быть к Тебе, познать Твою любовь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радость испытать, даже боль деля с Тобой</a:t>
            </a:r>
          </a:p>
        </p:txBody>
      </p:sp>
    </p:spTree>
    <p:extLst>
      <p:ext uri="{BB962C8B-B14F-4D97-AF65-F5344CB8AC3E}">
        <p14:creationId xmlns:p14="http://schemas.microsoft.com/office/powerpoint/2010/main" val="31942605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</Words>
  <Application>Microsoft Office PowerPoint</Application>
  <PresentationFormat>Широкий екран</PresentationFormat>
  <Paragraphs>13</Paragraphs>
  <Slides>4</Slides>
  <Notes>4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1</cp:revision>
  <dcterms:created xsi:type="dcterms:W3CDTF">2023-11-25T19:57:29Z</dcterms:created>
  <dcterms:modified xsi:type="dcterms:W3CDTF">2023-11-25T19:57:58Z</dcterms:modified>
</cp:coreProperties>
</file>