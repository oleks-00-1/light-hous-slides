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3" r:id="rId3"/>
    <p:sldId id="372" r:id="rId4"/>
    <p:sldId id="37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46" d="100"/>
          <a:sy n="46" d="100"/>
        </p:scale>
        <p:origin x="29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8C251-B916-4274-8CF6-DC1B1BA42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F0E1495-5B37-4841-B4EE-E7B483390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D90DF0-7FD1-40C7-9357-648B9DAF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440F40-93C8-474D-96A0-D0436D36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E5348D-EB81-41A9-803F-65CA0F35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45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C2CA2-8C77-4FF0-A9C3-7EA0B679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FCA48CD-2AA5-41A3-841C-9E742758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96493DC-5673-472B-899E-B2F365CF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3F19F1D-C27B-4A8C-AA4A-15AF3F49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5BE8004-B076-4173-8322-EB499D8A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15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7CE4A-B5CA-4A21-A718-A172243B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1311A92-A394-4575-A6AA-E52859A69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4FF0CB2-7CF2-48F4-96EA-F9816882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131B626-395F-479C-845E-FD544243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D29AB72-3BEA-48CA-AE1E-F705E559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1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196D4-67D6-4098-AD94-80F22930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E78FE1-B14F-4C46-B09E-BBE11D733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805F33-A34A-4F99-9B22-80BC712CA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E58D15A-6461-467A-AC84-28392734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9D6EB46-4BED-4869-BFA1-F3354310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9A83FC8-F392-4535-BAC0-2A6686D0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75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9F1DF-51BE-4383-A9E1-804AB583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377245F-C8AD-49BD-96C9-BDEC9AAA1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E06DB3A-DE97-426A-94F1-FEEAD4728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CD1D12F-F7BA-4CE4-B00F-085EC6950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E4B3269-FADF-4374-A8BF-52249315F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81B5852-9766-431F-A0E0-C02CFCC0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085E582-E88C-4059-A43A-974ACFB3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DDC4F98-1B01-445E-92EF-A170B4AE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64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B5C40-E784-4BC7-9BF9-3764A4C8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92A9FAD-B605-4ED1-8D3A-1ADC021A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BB8ADBE-B2C3-45A2-B7C4-3A769609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0F59EF3-0966-46CF-806A-8E6CDBF4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1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C7A314D-9924-42DE-AFBC-4904AA71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7E8E6DD-0F4B-4798-97F5-0CAD2170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1B1B934-272B-4571-B714-1460E40A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68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83C0A-A06B-4588-B60B-898C05D4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2F8FE5-293D-455F-8EA0-0838831E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DAE71B1-058D-44A4-AE62-4A5355383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A2099D4-0AE9-4B47-B4F8-18159718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3F8E881-F022-476F-891A-BE0C2A95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E704DCC-8626-44E9-94EF-55A4E1A5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9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B2C61-E1FF-48D1-BB22-CAE779CA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56CF278-C658-42BF-81FB-22637DE9E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09D4B56-3941-4D7B-B5C4-E768FCFF1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B418FEE-77E3-4A41-B05F-79CDFA6E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1DD279-8420-456A-BD73-C87531B3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94195E3-FBEC-46B6-8314-13DC8C28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15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FE691-CDCB-4C04-A6D2-6326F76D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A5DA118-1D29-433A-ACC1-9E24B475C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8CF442A-A6B0-4E42-87C6-15D9D6A9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E4DD88-396D-446E-B20A-398B41AE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465BBA5-42DB-4B1D-99C2-0AC9CA79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8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EB30DD9-42E0-4CAD-B3C1-AE29288E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D4B0A83-F8D3-4E5A-81F5-05BE3C6F5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A395F2C-B480-457C-800E-CF0B1FD5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C4C218-26D0-4599-9917-5F7F29FB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111A64A-D3C2-4309-A57F-2D3E8FB8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96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CE398CF-596A-412C-BC41-1F97D09D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1C85797-B222-42DA-ABB4-BAC757E3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78BA4E7-063E-42D3-A02C-2F271303C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65606-17EE-4D16-8E16-27C1E353FB3E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271AA6-72EA-43FC-99F0-C784DA2AC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507E51-A15D-4FC5-8999-DA832BE8A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43879-9EDE-4BE3-8243-144AF687A5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87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Пусть, пусть звучит хвала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поют сердца, славь 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радостно звучат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аши голоса, славь Его</a:t>
            </a:r>
          </a:p>
        </p:txBody>
      </p:sp>
    </p:spTree>
    <p:extLst>
      <p:ext uri="{BB962C8B-B14F-4D97-AF65-F5344CB8AC3E}">
        <p14:creationId xmlns:p14="http://schemas.microsoft.com/office/powerpoint/2010/main" val="323416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пришли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встретиться с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вместе спеть о том,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Ты прекрасен</a:t>
            </a:r>
          </a:p>
        </p:txBody>
      </p:sp>
    </p:spTree>
    <p:extLst>
      <p:ext uri="{BB962C8B-B14F-4D97-AF65-F5344CB8AC3E}">
        <p14:creationId xmlns:p14="http://schemas.microsoft.com/office/powerpoint/2010/main" val="229927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Ты, Ты слышишь каждый крик,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эхом здесь звучит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этом месте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917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536174"/>
            <a:ext cx="112776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пришли Тебя благодарить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 глубины души прославлять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об имени Твоём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с восторгом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воспоём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Песню радости в сердцах</a:t>
            </a:r>
          </a:p>
        </p:txBody>
      </p:sp>
    </p:spTree>
    <p:extLst>
      <p:ext uri="{BB962C8B-B14F-4D97-AF65-F5344CB8AC3E}">
        <p14:creationId xmlns:p14="http://schemas.microsoft.com/office/powerpoint/2010/main" val="427337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644170"/>
            <a:ext cx="112776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творение в небе и на земле,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Славь Его!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94173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</Words>
  <Application>Microsoft Office PowerPoint</Application>
  <PresentationFormat>Широкий екран</PresentationFormat>
  <Paragraphs>18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2024-11-16T19:29:38Z</dcterms:created>
  <dcterms:modified xsi:type="dcterms:W3CDTF">2024-11-23T20:20:14Z</dcterms:modified>
</cp:coreProperties>
</file>