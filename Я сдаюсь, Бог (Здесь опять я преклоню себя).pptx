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7" r:id="rId2"/>
    <p:sldId id="301" r:id="rId3"/>
    <p:sldId id="298" r:id="rId4"/>
    <p:sldId id="302" r:id="rId5"/>
    <p:sldId id="299" r:id="rId6"/>
    <p:sldId id="300" r:id="rId7"/>
    <p:sldId id="303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4" d="100"/>
          <a:sy n="44" d="100"/>
        </p:scale>
        <p:origin x="13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1B43A5-118B-40AA-B8C5-56EBECA4BB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0A6C28F-2B4A-4D5C-8C85-C79048F9F6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1E8FA82-5421-4D55-BC63-D084B6420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B8DDA-C38C-48C3-AB28-B879364487F3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EF0B8A7-7EFC-4616-9706-ED1348C23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335EE3-CA78-4977-8711-27BAE544D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809C2-D5F3-45D0-9F69-1C336633484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4912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259313-AD40-4E3C-977E-85287CB8D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83D36E-0E71-4C64-B346-49E2326E80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8C835D9-06D0-4591-94B7-866A3B1E3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B8DDA-C38C-48C3-AB28-B879364487F3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01DE9BF-EAC4-470B-8069-0886914A1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82117C-40A2-44B9-B8E2-B67CBAAA5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809C2-D5F3-45D0-9F69-1C336633484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3448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066017-A949-45AC-B5D0-2360B2CA4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EE65D4F-5640-4EFF-A4BE-07ABA4BAC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79DB5B-6A5D-4E35-8B77-3477D59E9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B8DDA-C38C-48C3-AB28-B879364487F3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F122C47-3E5D-4B9C-8C2A-400E15E15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5F0342A-70F3-4026-87CE-7377CE5A8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809C2-D5F3-45D0-9F69-1C336633484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6537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9AF1B2-939D-4251-A86D-F538A1D7F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83701F-E09A-4209-A0C2-190ADE6A55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395A6EE-6C7B-44A4-A5B1-522B140959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DE45B20-BE15-41DB-80F1-D6E81F633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B8DDA-C38C-48C3-AB28-B879364487F3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9A81137-FF83-44FD-85BB-1E0046DA3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D167762-5D8E-4CD2-9B1D-24B42B777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809C2-D5F3-45D0-9F69-1C336633484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957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CAF0B3-FF2B-4F76-B490-342F6DEDF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7266D7E-2F50-4B77-82BF-4F43E26C0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CD3581B-8EA0-4AF6-A8F6-6396D80F3A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1F169FA-C20C-4B5A-85AE-716DCA544D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FAC8DC8-1D4C-48D6-9973-D95098045E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5AC446B-A271-4221-8D6B-F1EC1FCFE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B8DDA-C38C-48C3-AB28-B879364487F3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782654F-9CA1-4542-812E-2D9035976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FA883AB-9B2E-4734-AE24-098679ACD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809C2-D5F3-45D0-9F69-1C336633484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9833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12795D-70D4-41B1-ACD7-06D54FBEB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5D3D41E-16BE-4EC3-8B9C-3CE985F00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B8DDA-C38C-48C3-AB28-B879364487F3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DA336B7-D8C9-4272-832E-FC19D051B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A662C99-9C17-454B-B7AC-CBD1B3ED0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809C2-D5F3-45D0-9F69-1C336633484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8567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3BD1634-2CDD-45FE-A1F7-6CF02A35B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B8DDA-C38C-48C3-AB28-B879364487F3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4115268-5AC7-4DBE-BB7B-78391D3B6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49920FD-A5FD-4D4E-B6CE-00C4EB8D8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809C2-D5F3-45D0-9F69-1C336633484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4413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DDA944-DF49-4990-949C-61899FD20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38F2AF-754D-4C75-B7B6-79404BB00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BBC7131-FC2D-41EC-94B0-9EDE0DB4D7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127EDE9-9F0B-40BB-8505-D47B6D1D8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B8DDA-C38C-48C3-AB28-B879364487F3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0DAB225-B5DD-4F06-86E4-A291D0970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1326BAD-6BF4-496C-9E47-D1C4AA583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809C2-D5F3-45D0-9F69-1C336633484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920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0C4F5A-F36E-4DC9-8B70-6C66FFA28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839108D-C732-4376-9995-17B4B67F1B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F08D17B-8F41-413C-AEB6-F64961A17D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F137ADC-4F7A-4465-A44B-7847867C3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B8DDA-C38C-48C3-AB28-B879364487F3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7003486-6DC2-4EF0-A586-8CA190214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B9FFBAD-AA18-45D0-965E-C7E76D27C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809C2-D5F3-45D0-9F69-1C336633484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6718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828F30-7EF9-4A52-91C2-3BC715BE0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FB2A522-9617-4854-849D-6E97ABDFC1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E3CFFB3-9C02-4FCE-A834-E170B4C57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B8DDA-C38C-48C3-AB28-B879364487F3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922AAD6-A308-422D-B183-D3737655A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99EF9D-9282-4B1F-8BBC-46F2C79E2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809C2-D5F3-45D0-9F69-1C336633484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6808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007797E-E69F-4B38-8E39-BA096AFE04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BB68638-8379-4C46-AE4F-53371A170C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A4EE8D-0970-4F5E-947D-A71EE1E6B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B8DDA-C38C-48C3-AB28-B879364487F3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6BEBEB1-6D0A-4A07-A280-A89CE6B59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734DE6A-4630-4FE5-9073-C846585D6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809C2-D5F3-45D0-9F69-1C336633484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3669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262345-2400-4599-B326-43B9C7F1B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3F2D0FD-3679-4B6D-AAB5-82EB3721B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7ECD29-F1D0-4FE9-9211-DCAB7E02F4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3B8DDA-C38C-48C3-AB28-B879364487F3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302E2F7-73E4-4563-AE72-EB17D3242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7937094-79C7-4914-A264-8E092743A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A809C2-D5F3-45D0-9F69-1C336633484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5176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647674" y="2551837"/>
            <a:ext cx="1089665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Здесь опять я преклоню себя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Тебе всё отдам</a:t>
            </a:r>
          </a:p>
        </p:txBody>
      </p:sp>
    </p:spTree>
    <p:extLst>
      <p:ext uri="{BB962C8B-B14F-4D97-AF65-F5344CB8AC3E}">
        <p14:creationId xmlns:p14="http://schemas.microsoft.com/office/powerpoint/2010/main" val="567374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647674" y="2136338"/>
            <a:ext cx="1089665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 Себе сейчас, Бог,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приближай меня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Отчаянно жажду Тебя</a:t>
            </a:r>
          </a:p>
        </p:txBody>
      </p:sp>
    </p:spTree>
    <p:extLst>
      <p:ext uri="{BB962C8B-B14F-4D97-AF65-F5344CB8AC3E}">
        <p14:creationId xmlns:p14="http://schemas.microsoft.com/office/powerpoint/2010/main" val="559684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80583" y="2560302"/>
            <a:ext cx="1203083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Голод мой Своей благодатью, Бог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Сейчас утоли, мой дух напои</a:t>
            </a:r>
          </a:p>
        </p:txBody>
      </p:sp>
    </p:spTree>
    <p:extLst>
      <p:ext uri="{BB962C8B-B14F-4D97-AF65-F5344CB8AC3E}">
        <p14:creationId xmlns:p14="http://schemas.microsoft.com/office/powerpoint/2010/main" val="1402945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647674" y="2136338"/>
            <a:ext cx="1089665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Тянусь душой, верю,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крик слышишь мой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Прошу, говори, со мной говори</a:t>
            </a:r>
          </a:p>
        </p:txBody>
      </p:sp>
    </p:spTree>
    <p:extLst>
      <p:ext uri="{BB962C8B-B14F-4D97-AF65-F5344CB8AC3E}">
        <p14:creationId xmlns:p14="http://schemas.microsoft.com/office/powerpoint/2010/main" val="1006769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647674" y="2136338"/>
            <a:ext cx="1089665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сдаюсь, Бог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Чтобы познать Тебя,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ещё больше познать Тебя</a:t>
            </a:r>
          </a:p>
        </p:txBody>
      </p:sp>
    </p:spTree>
    <p:extLst>
      <p:ext uri="{BB962C8B-B14F-4D97-AF65-F5344CB8AC3E}">
        <p14:creationId xmlns:p14="http://schemas.microsoft.com/office/powerpoint/2010/main" val="1910931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245417" y="2182505"/>
            <a:ext cx="11701165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Сильным ветром Ты,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Иисус, во мне дыши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жизни моей волей Своей правь Ты</a:t>
            </a:r>
          </a:p>
        </p:txBody>
      </p:sp>
    </p:spTree>
    <p:extLst>
      <p:ext uri="{BB962C8B-B14F-4D97-AF65-F5344CB8AC3E}">
        <p14:creationId xmlns:p14="http://schemas.microsoft.com/office/powerpoint/2010/main" val="1050983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245417" y="2054703"/>
            <a:ext cx="11701165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Словно мощный шторм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потряси меня, Бог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жизни моей волей Своей правь Ты</a:t>
            </a:r>
          </a:p>
        </p:txBody>
      </p:sp>
    </p:spTree>
    <p:extLst>
      <p:ext uri="{BB962C8B-B14F-4D97-AF65-F5344CB8AC3E}">
        <p14:creationId xmlns:p14="http://schemas.microsoft.com/office/powerpoint/2010/main" val="410392471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89</Words>
  <Application>Microsoft Office PowerPoint</Application>
  <PresentationFormat>Широкий екран</PresentationFormat>
  <Paragraphs>19</Paragraphs>
  <Slides>7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Олександр Зик</dc:creator>
  <cp:lastModifiedBy>Олександр Зик</cp:lastModifiedBy>
  <cp:revision>4</cp:revision>
  <dcterms:created xsi:type="dcterms:W3CDTF">2025-05-29T15:05:49Z</dcterms:created>
  <dcterms:modified xsi:type="dcterms:W3CDTF">2026-02-28T21:07:29Z</dcterms:modified>
</cp:coreProperties>
</file>