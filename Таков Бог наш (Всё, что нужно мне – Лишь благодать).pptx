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79" r:id="rId3"/>
    <p:sldId id="280" r:id="rId4"/>
    <p:sldId id="282" r:id="rId5"/>
    <p:sldId id="283" r:id="rId6"/>
    <p:sldId id="284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8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Олександр Зик" userId="c7a628fe0823e5d5" providerId="LiveId" clId="{B6616F9C-7362-417E-A659-15B963B96971}"/>
    <pc:docChg chg="delSld">
      <pc:chgData name="Олександр Зик" userId="c7a628fe0823e5d5" providerId="LiveId" clId="{B6616F9C-7362-417E-A659-15B963B96971}" dt="2023-11-29T14:40:00.612" v="0" actId="47"/>
      <pc:docMkLst>
        <pc:docMk/>
      </pc:docMkLst>
      <pc:sldChg chg="del">
        <pc:chgData name="Олександр Зик" userId="c7a628fe0823e5d5" providerId="LiveId" clId="{B6616F9C-7362-417E-A659-15B963B96971}" dt="2023-11-29T14:40:00.612" v="0" actId="47"/>
        <pc:sldMkLst>
          <pc:docMk/>
          <pc:sldMk cId="2075601243" sldId="28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A0666E9-AACA-4AAB-934A-D5E5A851C9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37B79EDC-2F58-41D2-970A-16666A074E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79ED6F0-F25F-412C-ABFD-4E7007F23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1281-959E-43BF-AE40-F84F9F6D2AC5}" type="datetimeFigureOut">
              <a:rPr lang="ru-RU" smtClean="0"/>
              <a:t>29.11.2023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25AA89C-488E-4ADE-8CA3-BD3775E4A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B3FF830-D8B8-471B-B558-E2D87BF35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015F7-E6B8-4E20-B4E7-1BB33AFE60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385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8CA512-D7E9-4D30-9889-8A2479671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EB7DB8E8-CA22-4510-A29F-837E80B914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BF8458F-EB20-43AA-B6AA-1B433FFCF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1281-959E-43BF-AE40-F84F9F6D2AC5}" type="datetimeFigureOut">
              <a:rPr lang="ru-RU" smtClean="0"/>
              <a:t>29.11.2023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322005D-9AB6-44C6-A773-50ECD8AAA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9806C78D-D8B6-47FF-AB0B-DDEF2FE6F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015F7-E6B8-4E20-B4E7-1BB33AFE60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131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675FE5-526C-4C90-A80F-9411A77C1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2A5ACF8-276B-4A3E-BE4C-104D65EFB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AA3E6AE1-4C5D-42B5-8D02-B613ED582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1281-959E-43BF-AE40-F84F9F6D2AC5}" type="datetimeFigureOut">
              <a:rPr lang="ru-RU" smtClean="0"/>
              <a:t>29.11.2023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C45F83AA-59E6-4752-A78B-8C15D48EE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BA3AFC45-E12F-4E56-BF23-89D1CB48F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015F7-E6B8-4E20-B4E7-1BB33AFE60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743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037C4A-80AC-4EF1-B88A-AE27A71E6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807B9CC4-F92F-42C8-8A8B-C60F0820B7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4B4A96EA-9A59-4D10-B8CD-DE109893D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075755A-80D1-493D-9575-636C09F2C9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1281-959E-43BF-AE40-F84F9F6D2AC5}" type="datetimeFigureOut">
              <a:rPr lang="ru-RU" smtClean="0"/>
              <a:t>29.11.2023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9F6D8689-6508-4567-A90C-F87601B36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719D0FAC-5F61-407C-801C-2441A59BD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015F7-E6B8-4E20-B4E7-1BB33AFE60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64225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8D5ADA-4DA3-4198-99D7-0252A4C261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226518B1-7F44-4C05-AF9D-107AC2829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9DA8E1A5-AB86-429F-9355-51202A169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3EFD1ED3-49C7-4B61-8FD0-9465F3F5BE4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83EA3FD7-7F66-4D2C-B4D8-C55F26F7F6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1B7A0C4D-6C82-4782-8616-AE5EB5DF4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1281-959E-43BF-AE40-F84F9F6D2AC5}" type="datetimeFigureOut">
              <a:rPr lang="ru-RU" smtClean="0"/>
              <a:t>29.11.2023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48ABE51A-D4FE-434F-87EB-1BEBBE110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BDC43567-0715-4DCB-B8E9-442A6D1E2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015F7-E6B8-4E20-B4E7-1BB33AFE60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5250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528726-D8AA-4849-AE68-E742826FB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0E696D98-3D9B-44AD-A79E-B298649F2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1281-959E-43BF-AE40-F84F9F6D2AC5}" type="datetimeFigureOut">
              <a:rPr lang="ru-RU" smtClean="0"/>
              <a:t>29.11.2023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7D5E9AC7-D6D2-4EC4-A1A0-2C7CEEF0E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745B6E8B-4D59-43A6-B33E-66A0DF697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015F7-E6B8-4E20-B4E7-1BB33AFE60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31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0E6E5EFA-5348-4C7C-9DC8-CCF6F3F9D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1281-959E-43BF-AE40-F84F9F6D2AC5}" type="datetimeFigureOut">
              <a:rPr lang="ru-RU" smtClean="0"/>
              <a:t>29.11.2023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6DA71EA5-8E82-432D-AC22-14D4F7CA7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869206A3-F257-443C-B59F-185703377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015F7-E6B8-4E20-B4E7-1BB33AFE60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3164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D93D2A-8045-45C9-9102-BDF087516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A53600F7-D6B3-4E7A-A12A-FEB0FFADC0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12FCAEE5-87A2-4702-A942-681611A2C2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188E1DBF-B603-483E-AC8B-93E3F7EE2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1281-959E-43BF-AE40-F84F9F6D2AC5}" type="datetimeFigureOut">
              <a:rPr lang="ru-RU" smtClean="0"/>
              <a:t>29.11.2023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5EC46D94-2CCA-4EFC-93FD-99CD431D5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BFF00D33-0633-4E29-946B-0F1E2E9F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015F7-E6B8-4E20-B4E7-1BB33AFE60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199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F75409-E113-460E-A6B7-022195D70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5595BC84-B9B7-4AB9-81D4-33D38F7ABD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A7A5A841-E2C2-4238-8994-03CEBE84F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54E97217-CA0B-4186-B984-BA61ED494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1281-959E-43BF-AE40-F84F9F6D2AC5}" type="datetimeFigureOut">
              <a:rPr lang="ru-RU" smtClean="0"/>
              <a:t>29.11.2023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7877D597-324B-4591-ABC3-382DF6575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7A1CEFB-B19C-4201-A150-1860BB8B9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015F7-E6B8-4E20-B4E7-1BB33AFE60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5872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050675-BBD0-4414-9A3A-36D53500AB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88871327-2E8B-4744-8DF1-A48AE4D723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86F9A91-9695-4207-AC59-418B41D41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1281-959E-43BF-AE40-F84F9F6D2AC5}" type="datetimeFigureOut">
              <a:rPr lang="ru-RU" smtClean="0"/>
              <a:t>29.11.2023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E87B300A-CC6D-44FA-89C5-3F6D307C6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42AA09CD-F5FA-473A-88EB-D4888956C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015F7-E6B8-4E20-B4E7-1BB33AFE60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677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FF613744-317F-44BC-999E-C7636F2963C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49BD4FAB-90E7-4228-9087-9556677926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B63F1C72-1244-4237-890E-D441596D8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01281-959E-43BF-AE40-F84F9F6D2AC5}" type="datetimeFigureOut">
              <a:rPr lang="ru-RU" smtClean="0"/>
              <a:t>29.11.2023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AB402050-778F-4F13-8919-1E388DEF3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0DD10C28-EA4D-417D-BBAE-6507F4CD5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F015F7-E6B8-4E20-B4E7-1BB33AFE60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4523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AE9CE483-07E2-4A15-BBFE-22AEB86B94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02D404A2-7681-43F0-9AC7-014EEFDE3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727F1FEB-4775-4C08-90AA-0E6F8C227B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F01281-959E-43BF-AE40-F84F9F6D2AC5}" type="datetimeFigureOut">
              <a:rPr lang="ru-RU" smtClean="0"/>
              <a:t>29.11.2023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7871EEF3-CECD-4498-862A-7461873401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63181893-543C-4614-A43D-7F3B223638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F015F7-E6B8-4E20-B4E7-1BB33AFE6007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88117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cky cliff next to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0FC2FCE4-FC11-91C6-A7F2-0453534C1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25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62198" y="1536173"/>
            <a:ext cx="96676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Всё, что нужно мне – Лишь благодать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Верю я в Твои Слова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жду Тебя приди опять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Твой Дух обновит меня</a:t>
            </a:r>
          </a:p>
        </p:txBody>
      </p:sp>
    </p:spTree>
    <p:extLst>
      <p:ext uri="{BB962C8B-B14F-4D97-AF65-F5344CB8AC3E}">
        <p14:creationId xmlns:p14="http://schemas.microsoft.com/office/powerpoint/2010/main" val="3618139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cky cliff next to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0FC2FCE4-FC11-91C6-A7F2-0453534C1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25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62198" y="2274837"/>
            <a:ext cx="96676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 ног Твоих я склонюсь пред Тобой я склонюсь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здесь Тебе поклонюсь</a:t>
            </a:r>
          </a:p>
        </p:txBody>
      </p:sp>
    </p:spTree>
    <p:extLst>
      <p:ext uri="{BB962C8B-B14F-4D97-AF65-F5344CB8AC3E}">
        <p14:creationId xmlns:p14="http://schemas.microsoft.com/office/powerpoint/2010/main" val="3881364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cky cliff next to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0FC2FCE4-FC11-91C6-A7F2-0453534C1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25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62198" y="1536173"/>
            <a:ext cx="9667601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в сердце моём, осияй мой путь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Силой Слова Своего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Меня искупил, и восстановил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Мне свободу подарил</a:t>
            </a:r>
          </a:p>
        </p:txBody>
      </p:sp>
    </p:spTree>
    <p:extLst>
      <p:ext uri="{BB962C8B-B14F-4D97-AF65-F5344CB8AC3E}">
        <p14:creationId xmlns:p14="http://schemas.microsoft.com/office/powerpoint/2010/main" val="584349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cky cliff next to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0FC2FCE4-FC11-91C6-A7F2-0453534C1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25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262198" y="2274837"/>
            <a:ext cx="966760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 ног Твоих я склонюсь. 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Пред Тобой я склонюсь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здесь Тебе поклонюсь</a:t>
            </a:r>
          </a:p>
        </p:txBody>
      </p:sp>
    </p:spTree>
    <p:extLst>
      <p:ext uri="{BB962C8B-B14F-4D97-AF65-F5344CB8AC3E}">
        <p14:creationId xmlns:p14="http://schemas.microsoft.com/office/powerpoint/2010/main" val="803372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cky cliff next to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0FC2FCE4-FC11-91C6-A7F2-0453534C1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25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1064235" y="1536173"/>
            <a:ext cx="1006352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Отдал добровольно всё за всех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 жизнь подчинил, взойдя на крест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Столько любви, излил на всех нас – Таков Бог наш!</a:t>
            </a:r>
          </a:p>
        </p:txBody>
      </p:sp>
    </p:spTree>
    <p:extLst>
      <p:ext uri="{BB962C8B-B14F-4D97-AF65-F5344CB8AC3E}">
        <p14:creationId xmlns:p14="http://schemas.microsoft.com/office/powerpoint/2010/main" val="3469870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rocky cliff next to a body of water&#10;&#10;Description automatically generated with medium confidence">
            <a:extLst>
              <a:ext uri="{FF2B5EF4-FFF2-40B4-BE49-F238E27FC236}">
                <a16:creationId xmlns:a16="http://schemas.microsoft.com/office/drawing/2014/main" id="{0FC2FCE4-FC11-91C6-A7F2-0453534C1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61000"/>
                    </a14:imgEffect>
                    <a14:imgEffect>
                      <a14:brightnessContrast bright="-25000" contrast="-41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2D25EDA-65FF-02F8-B6E2-29CE580C5690}"/>
              </a:ext>
            </a:extLst>
          </p:cNvPr>
          <p:cNvSpPr txBox="1"/>
          <p:nvPr/>
        </p:nvSpPr>
        <p:spPr>
          <a:xfrm>
            <a:off x="887771" y="1905505"/>
            <a:ext cx="1041645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К жизни от смерти вознесён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Вовеки прославлен наш Господь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Царь и Слуга, мир целый спас – Таков Бог наш! </a:t>
            </a:r>
          </a:p>
        </p:txBody>
      </p:sp>
    </p:spTree>
    <p:extLst>
      <p:ext uri="{BB962C8B-B14F-4D97-AF65-F5344CB8AC3E}">
        <p14:creationId xmlns:p14="http://schemas.microsoft.com/office/powerpoint/2010/main" val="23997155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114</Words>
  <Application>Microsoft Office PowerPoint</Application>
  <PresentationFormat>Широкий екран</PresentationFormat>
  <Paragraphs>19</Paragraphs>
  <Slides>6</Slides>
  <Notes>0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1</cp:revision>
  <dcterms:created xsi:type="dcterms:W3CDTF">2023-11-29T14:30:57Z</dcterms:created>
  <dcterms:modified xsi:type="dcterms:W3CDTF">2023-11-29T14:40:19Z</dcterms:modified>
</cp:coreProperties>
</file>