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47" r:id="rId2"/>
    <p:sldId id="342" r:id="rId3"/>
    <p:sldId id="343" r:id="rId4"/>
    <p:sldId id="344" r:id="rId5"/>
    <p:sldId id="345" r:id="rId6"/>
    <p:sldId id="348" r:id="rId7"/>
    <p:sldId id="349" r:id="rId8"/>
    <p:sldId id="35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1997763F-2095-47D0-AE08-F3320EAF0A62}"/>
    <pc:docChg chg="undo custSel modSld">
      <pc:chgData name="Олександр Зик" userId="c7a628fe0823e5d5" providerId="LiveId" clId="{1997763F-2095-47D0-AE08-F3320EAF0A62}" dt="2024-09-28T18:19:42.494" v="34" actId="20577"/>
      <pc:docMkLst>
        <pc:docMk/>
      </pc:docMkLst>
      <pc:sldChg chg="modSp mod">
        <pc:chgData name="Олександр Зик" userId="c7a628fe0823e5d5" providerId="LiveId" clId="{1997763F-2095-47D0-AE08-F3320EAF0A62}" dt="2024-06-08T19:57:56.863" v="5" actId="20577"/>
        <pc:sldMkLst>
          <pc:docMk/>
          <pc:sldMk cId="3814345874" sldId="342"/>
        </pc:sldMkLst>
        <pc:spChg chg="mod">
          <ac:chgData name="Олександр Зик" userId="c7a628fe0823e5d5" providerId="LiveId" clId="{1997763F-2095-47D0-AE08-F3320EAF0A62}" dt="2024-06-08T19:57:56.863" v="5" actId="20577"/>
          <ac:spMkLst>
            <pc:docMk/>
            <pc:sldMk cId="3814345874" sldId="342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1997763F-2095-47D0-AE08-F3320EAF0A62}" dt="2024-09-28T18:18:35.076" v="22" actId="20577"/>
        <pc:sldMkLst>
          <pc:docMk/>
          <pc:sldMk cId="960236924" sldId="343"/>
        </pc:sldMkLst>
        <pc:spChg chg="mod">
          <ac:chgData name="Олександр Зик" userId="c7a628fe0823e5d5" providerId="LiveId" clId="{1997763F-2095-47D0-AE08-F3320EAF0A62}" dt="2024-09-28T18:18:35.076" v="22" actId="20577"/>
          <ac:spMkLst>
            <pc:docMk/>
            <pc:sldMk cId="960236924" sldId="343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1997763F-2095-47D0-AE08-F3320EAF0A62}" dt="2024-06-08T19:58:52.344" v="12" actId="20577"/>
        <pc:sldMkLst>
          <pc:docMk/>
          <pc:sldMk cId="3783776028" sldId="344"/>
        </pc:sldMkLst>
        <pc:spChg chg="mod">
          <ac:chgData name="Олександр Зик" userId="c7a628fe0823e5d5" providerId="LiveId" clId="{1997763F-2095-47D0-AE08-F3320EAF0A62}" dt="2024-06-08T19:58:52.344" v="12" actId="20577"/>
          <ac:spMkLst>
            <pc:docMk/>
            <pc:sldMk cId="3783776028" sldId="344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1997763F-2095-47D0-AE08-F3320EAF0A62}" dt="2024-06-08T19:59:21.368" v="14" actId="1076"/>
        <pc:sldMkLst>
          <pc:docMk/>
          <pc:sldMk cId="3040798569" sldId="345"/>
        </pc:sldMkLst>
        <pc:spChg chg="mod">
          <ac:chgData name="Олександр Зик" userId="c7a628fe0823e5d5" providerId="LiveId" clId="{1997763F-2095-47D0-AE08-F3320EAF0A62}" dt="2024-06-08T19:59:21.368" v="14" actId="1076"/>
          <ac:spMkLst>
            <pc:docMk/>
            <pc:sldMk cId="3040798569" sldId="345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1997763F-2095-47D0-AE08-F3320EAF0A62}" dt="2024-06-08T19:57:42.416" v="3" actId="1076"/>
        <pc:sldMkLst>
          <pc:docMk/>
          <pc:sldMk cId="2234887183" sldId="347"/>
        </pc:sldMkLst>
        <pc:spChg chg="mod">
          <ac:chgData name="Олександр Зик" userId="c7a628fe0823e5d5" providerId="LiveId" clId="{1997763F-2095-47D0-AE08-F3320EAF0A62}" dt="2024-06-08T19:57:42.416" v="3" actId="1076"/>
          <ac:spMkLst>
            <pc:docMk/>
            <pc:sldMk cId="2234887183" sldId="347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1997763F-2095-47D0-AE08-F3320EAF0A62}" dt="2024-09-28T18:19:28.990" v="28" actId="20577"/>
        <pc:sldMkLst>
          <pc:docMk/>
          <pc:sldMk cId="1854648956" sldId="348"/>
        </pc:sldMkLst>
        <pc:spChg chg="mod">
          <ac:chgData name="Олександр Зик" userId="c7a628fe0823e5d5" providerId="LiveId" clId="{1997763F-2095-47D0-AE08-F3320EAF0A62}" dt="2024-09-28T18:19:28.990" v="28" actId="20577"/>
          <ac:spMkLst>
            <pc:docMk/>
            <pc:sldMk cId="1854648956" sldId="348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1997763F-2095-47D0-AE08-F3320EAF0A62}" dt="2024-09-28T18:19:42.494" v="34" actId="20577"/>
        <pc:sldMkLst>
          <pc:docMk/>
          <pc:sldMk cId="1152190268" sldId="349"/>
        </pc:sldMkLst>
        <pc:spChg chg="mod">
          <ac:chgData name="Олександр Зик" userId="c7a628fe0823e5d5" providerId="LiveId" clId="{1997763F-2095-47D0-AE08-F3320EAF0A62}" dt="2024-09-28T18:19:42.494" v="34" actId="20577"/>
          <ac:spMkLst>
            <pc:docMk/>
            <pc:sldMk cId="1152190268" sldId="349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1997763F-2095-47D0-AE08-F3320EAF0A62}" dt="2024-06-08T20:00:14.608" v="21" actId="1076"/>
        <pc:sldMkLst>
          <pc:docMk/>
          <pc:sldMk cId="4223986345" sldId="350"/>
        </pc:sldMkLst>
        <pc:spChg chg="mod">
          <ac:chgData name="Олександр Зик" userId="c7a628fe0823e5d5" providerId="LiveId" clId="{1997763F-2095-47D0-AE08-F3320EAF0A62}" dt="2024-06-08T20:00:14.608" v="21" actId="1076"/>
          <ac:spMkLst>
            <pc:docMk/>
            <pc:sldMk cId="4223986345" sldId="350"/>
            <ac:spMk id="7" creationId="{7EC00F75-C509-B5FE-DFA4-46DED52184C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36C25-1610-44C1-912A-202E3F6D81BA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82C6A-5A85-4C8D-A83A-AED6E471A3B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885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98039-5ED3-F447-A4EC-5309A4E8395C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4272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98210-4CD3-49B7-8F62-1013CC1F4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BC65CC0-7E31-480B-AC84-98FEE7190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4CA734D-17CC-478F-B9F9-5D3D12C3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CE40-AC0F-4DE7-A663-8C1AF7831348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DE21B63-DE71-4BD9-B132-02D16F70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9554B7A-D65E-42BA-AAA3-D0AF1D194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9FFA7-940D-44BF-AF55-A571C2DE7F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011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65CBF-EB4B-4AE2-9CFA-D008BEAC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BC741BA-2527-4BB6-A5D4-AE9E7D14A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CB399CC-54BC-495C-A04D-0B3C14F39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CE40-AC0F-4DE7-A663-8C1AF7831348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ADB7AB1-9BE1-46CC-B2A4-8B5461FDD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817BAB2-F26E-4D46-80CD-CA26AA6E7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9FFA7-940D-44BF-AF55-A571C2DE7F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131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868DD-CCB1-4A9C-A07B-82AEC89E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9324F1A-30AE-416E-BBC7-5969A757C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BA79532-2267-4C5C-9BDB-0B869BDE5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CE40-AC0F-4DE7-A663-8C1AF7831348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133BA74-CDA4-4CF9-97A4-97C8161B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A185CC0-AF8A-4603-A0B8-87F148D7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9FFA7-940D-44BF-AF55-A571C2DE7F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89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55762-E539-4529-BAC6-F0133248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30C2097-23A2-4005-9483-BB67F42A8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E388E76-67D5-453C-A614-3AA4851B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A3995B8-73D1-4C59-94A5-FA6046DC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CE40-AC0F-4DE7-A663-8C1AF7831348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4F62937-E36F-49C6-91D3-6B870384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B122757-FE07-499F-BF62-D46B64CB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9FFA7-940D-44BF-AF55-A571C2DE7F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78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A1B2A-6EB3-4AF4-9AD7-7211B221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E0E01EF-7EEE-4BD4-B984-5D48B985D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A937FD1-1489-4186-9B91-7EA40A8D7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1CBFFCE-E10E-48FD-991A-1DA210F1D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505F4F3F-DDE6-4F59-9314-A831E7EA3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2ACD9342-758D-4C58-BC50-E8DD30A9D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CE40-AC0F-4DE7-A663-8C1AF7831348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2701AC7E-AECC-429C-BB30-210342CD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5BCE743-7723-4503-9F0F-7D8F725F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9FFA7-940D-44BF-AF55-A571C2DE7F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0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D4A5A-F5EB-4085-AA73-83519770A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4FE396C-DEBA-4E69-8CEE-538B27C89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CE40-AC0F-4DE7-A663-8C1AF7831348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297F8D2-B766-4687-9D44-FA619B25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2E53FCC-4963-466B-AD15-012CB252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9FFA7-940D-44BF-AF55-A571C2DE7F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831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948F6521-EBAD-4809-99C6-56CB9CAC2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CE40-AC0F-4DE7-A663-8C1AF7831348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F98D146-796D-4139-BE5E-CC67DD915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BC09B43-4545-45E0-BD57-760AEFBE8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9FFA7-940D-44BF-AF55-A571C2DE7F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254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EBC23-1E55-450F-90AB-E62773E9D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63ECD74-91EE-4A37-9389-05D285AD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CB2A650-25F3-4329-B54A-A3D92841F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7830D1D-F82C-4930-BCF7-978057E8E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CE40-AC0F-4DE7-A663-8C1AF7831348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B2C7F2D-8441-4D5D-AD50-3E0AE7D1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0EAB1CE-7A7A-4E2F-852E-04C8FB3A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9FFA7-940D-44BF-AF55-A571C2DE7F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505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5C210-7833-4914-AD0E-B020F21CD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75C40C2-0830-4A7D-BE80-9A6F746AE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F9C02F4-9FE5-4B7C-95FE-C59381205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365526E-25D9-4ED1-9671-551FCC85E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CE40-AC0F-4DE7-A663-8C1AF7831348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3B66C53-5F40-4A06-A431-8CBAF0A0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3C700CE-37E5-411B-88CA-3209395F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9FFA7-940D-44BF-AF55-A571C2DE7F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11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0BAC1D-4D92-40E1-86A6-B4EACC98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636E049-95AD-44DE-8EA9-4359B50FE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BADFB23-E758-4FC5-8336-848B7FC6E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CE40-AC0F-4DE7-A663-8C1AF7831348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F08092A-A65D-478C-AF26-4EDA3CA8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13BA442-C6A2-4A27-8503-2A0DE4341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9FFA7-940D-44BF-AF55-A571C2DE7F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40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E1792FB4-A86D-41ED-AAAF-7790587E0E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C7D1F18-54F4-4BE8-A97F-E408A3B6E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BB1DF48-FD17-4568-BB21-0E3BEFFC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CE40-AC0F-4DE7-A663-8C1AF7831348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EB9BBAB-F521-4631-909B-55BA9E8F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BC2BEB2-5F3C-4C0F-A5D4-3C0E5D00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9FFA7-940D-44BF-AF55-A571C2DE7F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57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25BC5D2-BD06-4C44-9358-BE6109FEA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ED9EBA1-42EF-4F06-8921-5F10A4FAC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446C58A-7E62-452D-BF84-B9D7F9CC5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1CE40-AC0F-4DE7-A663-8C1AF7831348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AC4E644-4C2C-40CE-AB37-8E92FCC23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D96222D-A8AE-4DD0-A6E9-DB5268E7E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9FFA7-940D-44BF-AF55-A571C2DE7F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96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 up of a wave&#10;&#10;Description automatically generated">
            <a:extLst>
              <a:ext uri="{FF2B5EF4-FFF2-40B4-BE49-F238E27FC236}">
                <a16:creationId xmlns:a16="http://schemas.microsoft.com/office/drawing/2014/main" id="{8B3054F4-016E-007B-4BB5-D98C7F010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0000"/>
                    </a14:imgEffect>
                    <a14:imgEffect>
                      <a14:brightnessContrast bright="-15000" contrast="-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217400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039859" y="2274837"/>
            <a:ext cx="101376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Ожидаю мгновенья,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Бога прикосновения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Шум вокруг утих, ко мне говори</a:t>
            </a:r>
          </a:p>
        </p:txBody>
      </p:sp>
    </p:spTree>
    <p:extLst>
      <p:ext uri="{BB962C8B-B14F-4D97-AF65-F5344CB8AC3E}">
        <p14:creationId xmlns:p14="http://schemas.microsoft.com/office/powerpoint/2010/main" val="223488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 up of a wave&#10;&#10;Description automatically generated">
            <a:extLst>
              <a:ext uri="{FF2B5EF4-FFF2-40B4-BE49-F238E27FC236}">
                <a16:creationId xmlns:a16="http://schemas.microsoft.com/office/drawing/2014/main" id="{B31DC1A5-9EDB-6052-9B3A-4CD0DC6C2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  <a14:imgEffect>
                      <a14:brightnessContrast bright="-15000" contrast="-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217400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2274838"/>
            <a:ext cx="90508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 Тобой замираю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всем сердцем внимаю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Словам я Твоим</a:t>
            </a:r>
          </a:p>
        </p:txBody>
      </p:sp>
    </p:spTree>
    <p:extLst>
      <p:ext uri="{BB962C8B-B14F-4D97-AF65-F5344CB8AC3E}">
        <p14:creationId xmlns:p14="http://schemas.microsoft.com/office/powerpoint/2010/main" val="381434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 up of a wave&#10;&#10;Description automatically generated">
            <a:extLst>
              <a:ext uri="{FF2B5EF4-FFF2-40B4-BE49-F238E27FC236}">
                <a16:creationId xmlns:a16="http://schemas.microsoft.com/office/drawing/2014/main" id="{C8190412-1437-F48A-D500-C52F239C7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  <a14:imgEffect>
                      <a14:brightnessContrast bright="-15000" contrast="-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217400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1905506"/>
            <a:ext cx="90508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Больше знать хочу,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мой Бог 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Есть больше знаю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я все отдам</a:t>
            </a:r>
          </a:p>
        </p:txBody>
      </p:sp>
    </p:spTree>
    <p:extLst>
      <p:ext uri="{BB962C8B-B14F-4D97-AF65-F5344CB8AC3E}">
        <p14:creationId xmlns:p14="http://schemas.microsoft.com/office/powerpoint/2010/main" val="960236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 up of a wave&#10;&#10;Description automatically generated">
            <a:extLst>
              <a:ext uri="{FF2B5EF4-FFF2-40B4-BE49-F238E27FC236}">
                <a16:creationId xmlns:a16="http://schemas.microsoft.com/office/drawing/2014/main" id="{D38367FA-8C62-6E89-95EA-BB46FAA1D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  <a14:imgEffect>
                      <a14:brightnessContrast bright="-15000" contrast="-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217400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243800" y="2274837"/>
            <a:ext cx="117297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Так хочу пребывать в Твоей любви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Быть таким, как хочешь 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Так желаю я Тебя познать</a:t>
            </a:r>
          </a:p>
        </p:txBody>
      </p:sp>
    </p:spTree>
    <p:extLst>
      <p:ext uri="{BB962C8B-B14F-4D97-AF65-F5344CB8AC3E}">
        <p14:creationId xmlns:p14="http://schemas.microsoft.com/office/powerpoint/2010/main" val="378377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 up of a wave&#10;&#10;Description automatically generated">
            <a:extLst>
              <a:ext uri="{FF2B5EF4-FFF2-40B4-BE49-F238E27FC236}">
                <a16:creationId xmlns:a16="http://schemas.microsoft.com/office/drawing/2014/main" id="{FD649D36-C5E8-584E-9FD4-CE5A0811A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  <a14:imgEffect>
                      <a14:brightnessContrast bright="-15000" contrast="-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217400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83633" y="2274837"/>
            <a:ext cx="102501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Мой Бог, я открою сердце вновь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развеет страх любовь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небес прикосновения жажду</a:t>
            </a:r>
          </a:p>
        </p:txBody>
      </p:sp>
    </p:spTree>
    <p:extLst>
      <p:ext uri="{BB962C8B-B14F-4D97-AF65-F5344CB8AC3E}">
        <p14:creationId xmlns:p14="http://schemas.microsoft.com/office/powerpoint/2010/main" val="304079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 up of a wave&#10;&#10;Description automatically generated">
            <a:extLst>
              <a:ext uri="{FF2B5EF4-FFF2-40B4-BE49-F238E27FC236}">
                <a16:creationId xmlns:a16="http://schemas.microsoft.com/office/drawing/2014/main" id="{88BACCA1-03BF-5EE8-DA0C-15A39D3D4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  <a14:imgEffect>
                      <a14:brightnessContrast bright="-15000" contrast="-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217400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83265" y="1905505"/>
            <a:ext cx="90508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тепло ранним утром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ночная прохлада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Дышу я Тобой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– жизнь моя, Бог</a:t>
            </a:r>
          </a:p>
        </p:txBody>
      </p:sp>
    </p:spTree>
    <p:extLst>
      <p:ext uri="{BB962C8B-B14F-4D97-AF65-F5344CB8AC3E}">
        <p14:creationId xmlns:p14="http://schemas.microsoft.com/office/powerpoint/2010/main" val="185464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 up of a wave&#10;&#10;Description automatically generated">
            <a:extLst>
              <a:ext uri="{FF2B5EF4-FFF2-40B4-BE49-F238E27FC236}">
                <a16:creationId xmlns:a16="http://schemas.microsoft.com/office/drawing/2014/main" id="{88BACCA1-03BF-5EE8-DA0C-15A39D3D4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  <a14:imgEffect>
                      <a14:brightnessContrast bright="-15000" contrast="-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217400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2274837"/>
            <a:ext cx="90508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ни тени сомнения,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любовь неизменна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Она слаще всего</a:t>
            </a:r>
          </a:p>
        </p:txBody>
      </p:sp>
    </p:spTree>
    <p:extLst>
      <p:ext uri="{BB962C8B-B14F-4D97-AF65-F5344CB8AC3E}">
        <p14:creationId xmlns:p14="http://schemas.microsoft.com/office/powerpoint/2010/main" val="115219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 up of a wave&#10;&#10;Description automatically generated">
            <a:extLst>
              <a:ext uri="{FF2B5EF4-FFF2-40B4-BE49-F238E27FC236}">
                <a16:creationId xmlns:a16="http://schemas.microsoft.com/office/drawing/2014/main" id="{88BACCA1-03BF-5EE8-DA0C-15A39D3D4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  <a14:imgEffect>
                      <a14:brightnessContrast bright="-15000" contrast="-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217400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455495" y="1905505"/>
            <a:ext cx="93064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Открою я свое сердце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Открою сердце я для 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можешь только Ты,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Изменить меня навсегда</a:t>
            </a:r>
          </a:p>
        </p:txBody>
      </p:sp>
    </p:spTree>
    <p:extLst>
      <p:ext uri="{BB962C8B-B14F-4D97-AF65-F5344CB8AC3E}">
        <p14:creationId xmlns:p14="http://schemas.microsoft.com/office/powerpoint/2010/main" val="42239863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115</Words>
  <Application>Microsoft Office PowerPoint</Application>
  <PresentationFormat>Широкий екран</PresentationFormat>
  <Paragraphs>28</Paragraphs>
  <Slides>8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2023-12-09T19:23:12Z</dcterms:created>
  <dcterms:modified xsi:type="dcterms:W3CDTF">2024-11-18T19:48:19Z</dcterms:modified>
</cp:coreProperties>
</file>