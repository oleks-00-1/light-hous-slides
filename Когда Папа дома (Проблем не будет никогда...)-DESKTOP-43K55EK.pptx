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2" r:id="rId3"/>
    <p:sldId id="373" r:id="rId4"/>
    <p:sldId id="374" r:id="rId5"/>
    <p:sldId id="375" r:id="rId6"/>
    <p:sldId id="37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29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783AC-7E00-40FD-B25D-A752E0C4C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E19ED9F-E9DF-44DA-95A6-09401E4C5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FF92486-9476-4A8F-9718-198A2771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9A5BA64-6AB3-46C0-88CB-02C22D53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224EDF1-9F17-412D-9E9E-89A2B165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13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3FD71-28D1-45EC-9E89-9BA5A7B1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B33D277-6F4E-4C11-B4BF-9FA677AE8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5115C2-AFE2-4BDD-9CB4-5D0C60C5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F894FB3-3557-4D30-987D-7410B185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22B1C3-D24E-4E9B-9567-7655F3C0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62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A1BA8-6755-47A1-8D67-CBDBB8B3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4E58841-CF37-4CC0-82AD-C96EBB441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645066-8014-4DB3-8EB5-1DDFA19E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F32AF1E-8659-4804-8F99-311B0C47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CB50F0C-F273-4E0A-8A62-76ACCC6B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75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67847-A931-4206-BB18-33D3782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A5C05D7-A2F9-4429-A792-8EFD05629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603E761-EF2F-481F-8EE1-CE5E241E6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7C07DC3-CC3B-48CC-BF10-E8A66040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3125E55-13BB-470E-8F15-C410E5E5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2DC41B0-30A4-4A35-B311-60B2B05A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85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C7159-06E5-4809-8347-4F46F6D9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C089EF-13D8-44B4-8BD0-BA553C652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2EED002-3A96-436A-B645-E4A3F6846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29C331D-718D-4D79-936F-8F838A85F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EA53626-2CA7-4466-8051-1A4B0B3A6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6B9147D-C799-4CD4-A6A2-E63CE610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9E7705C-1B4F-42EE-B01D-CDDB71BE8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548FC63-87F6-479F-83A3-1BFD7FCD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26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E7B6D-2F8B-46CF-8BE4-E67EE486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161E9C2-FCF5-4AFD-9A98-E70F55FF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65F4FDA-DC85-45E2-9076-86873C37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DDEF1E4-CD61-4F74-91CC-6E7F3EE7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02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AEEDADE-816F-4614-998E-54CE90DD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665E0CD-5A79-487E-8A41-45098DA0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7DBB0FA-65DB-4056-86A0-B5CEF4D9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7505D-E033-4015-8562-C612E40E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893DBCB-79FE-480B-9BC2-5AAB204A0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317C45C-7A8F-499C-9F55-54E44DD2C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FB9ABAE-58A2-4412-8B5C-7A1C5F07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FEDDB2-3E90-4B17-8C6E-8CAE38DB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15073B1-99F7-4170-9ED8-E6C5F9E3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42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0D3B2-617A-4C4B-AC68-FF336239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4BEA67D-4D2D-4FB6-BEF8-194F87E06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F8E4485-22B3-461A-8B29-075923365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67A2F04-3633-4F3D-86B8-0D5951ED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6CC6678-EF8B-4A0A-ABFF-925D8640E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40327F3-0455-4554-9BD5-0D9C6556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17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73275-291B-4A65-8B99-C1B7759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6B44142-5329-4844-BDE2-7B8A83EBA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D387FDE-3C58-4AB2-9CA7-C4A0D68C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BB49B7-EA2C-4C54-8D87-8910B6E6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77A755-287E-48BB-A7AE-B030E88C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67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C7D69D6-8354-4BCC-9F61-2F7085221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17E663F-F7E0-4EEF-AE78-4D7E73A56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B6FF6E-4CDF-48C7-AA5D-0F350E39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93C83B6-7A85-4077-BA17-0E4E1456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D6FD61D-3A40-4B4F-9F77-25D0D224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30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8836537-8005-4073-B004-71E004D9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856A967-9F3F-45D5-A7F4-FCDACC685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7FB9671-1B89-432B-934B-8A186FB91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160F-EA4B-4DCB-87F2-DC3963DA5D45}" type="datetimeFigureOut">
              <a:rPr lang="ru-RU" smtClean="0"/>
              <a:t>22.06.2024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8E59FD1-8D0E-4456-8C30-1CEBFA0CD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8BFB82F-B23A-49EC-ACE7-AC6A4DAAB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DEF5B-8D9D-406E-AEB1-CBF0F0E842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58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Проблем не будет никогда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прочь умчится суета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дома</a:t>
            </a:r>
          </a:p>
        </p:txBody>
      </p:sp>
    </p:spTree>
    <p:extLst>
      <p:ext uri="{BB962C8B-B14F-4D97-AF65-F5344CB8AC3E}">
        <p14:creationId xmlns:p14="http://schemas.microsoft.com/office/powerpoint/2010/main" val="323416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 сердце боли больше нет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все вопросы есть ответ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дома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51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будем знать, что любит нас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никогда нас не придаст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дома</a:t>
            </a:r>
          </a:p>
        </p:txBody>
      </p:sp>
    </p:spTree>
    <p:extLst>
      <p:ext uri="{BB962C8B-B14F-4D97-AF65-F5344CB8AC3E}">
        <p14:creationId xmlns:p14="http://schemas.microsoft.com/office/powerpoint/2010/main" val="233960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 сердца к сердцу разговор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Тьма не прорвется из-за штор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дома</a:t>
            </a:r>
          </a:p>
        </p:txBody>
      </p:sp>
    </p:spTree>
    <p:extLst>
      <p:ext uri="{BB962C8B-B14F-4D97-AF65-F5344CB8AC3E}">
        <p14:creationId xmlns:p14="http://schemas.microsoft.com/office/powerpoint/2010/main" val="4130687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ложимся и встаем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в нас, а мы как дети в Нём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дома</a:t>
            </a:r>
          </a:p>
        </p:txBody>
      </p:sp>
    </p:spTree>
    <p:extLst>
      <p:ext uri="{BB962C8B-B14F-4D97-AF65-F5344CB8AC3E}">
        <p14:creationId xmlns:p14="http://schemas.microsoft.com/office/powerpoint/2010/main" val="249034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будут песни в доме том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радость в сердце лишь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Нём</a:t>
            </a:r>
            <a:endParaRPr lang="ru-RU" sz="4800" b="1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Папа дома</a:t>
            </a:r>
          </a:p>
        </p:txBody>
      </p:sp>
    </p:spTree>
    <p:extLst>
      <p:ext uri="{BB962C8B-B14F-4D97-AF65-F5344CB8AC3E}">
        <p14:creationId xmlns:p14="http://schemas.microsoft.com/office/powerpoint/2010/main" val="396597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Широкий екран</PresentationFormat>
  <Paragraphs>18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2024-06-22T19:26:45Z</dcterms:created>
  <dcterms:modified xsi:type="dcterms:W3CDTF">2024-06-22T19:27:09Z</dcterms:modified>
</cp:coreProperties>
</file>