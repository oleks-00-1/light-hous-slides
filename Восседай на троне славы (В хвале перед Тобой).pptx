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6" r:id="rId2"/>
    <p:sldId id="347" r:id="rId3"/>
    <p:sldId id="348" r:id="rId4"/>
    <p:sldId id="349" r:id="rId5"/>
    <p:sldId id="350" r:id="rId6"/>
    <p:sldId id="351" r:id="rId7"/>
    <p:sldId id="35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3" autoAdjust="0"/>
    <p:restoredTop sz="94660"/>
  </p:normalViewPr>
  <p:slideViewPr>
    <p:cSldViewPr snapToGrid="0">
      <p:cViewPr varScale="1">
        <p:scale>
          <a:sx n="44" d="100"/>
          <a:sy n="44" d="100"/>
        </p:scale>
        <p:origin x="8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1AC62-EB04-43D4-BF72-40E37EA71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342DDAB-3818-4ACC-B0E9-1C06163FD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48F7E44-FB29-4E5D-A95B-91D54EEF6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ACC4D2C-F5D9-4EC7-A36B-ACE44A826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E32062D-D2B8-4B3F-A7C4-C43F406C1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258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6F9AE7-5CB9-421E-BBFB-C48E0E0D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1323568-547A-431B-808D-A960436C2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86F2AC0-3279-4643-B37B-A70E8F2F4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EEAAD3B-83F7-4F05-AAFF-3F0FAF18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5174E9A-7DE2-47DD-8BBA-88AE3468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7163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CAA47-9384-40C9-A869-4F582EEBF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9843BEF-3EB8-4D2B-9505-183BAF586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785CDF4-CF3A-454E-9CE3-F0429B508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F5920C1-4AD9-49B4-B2F1-437D5CBF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1A4081C-669C-4AF1-A2E4-7BAD8962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54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08C939-4E2E-47FC-A1EB-9D64168B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E6990B3-9C0C-4987-8CD2-575603CCEE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F0BA7DF-F2D7-4C3C-9B34-E7099BFB4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6973926-8A3E-4715-BECD-DE1E3B31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FAEA91A-88CA-479E-8DEA-D8A05A14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2696D63-5ED3-47F3-8752-5F09BDDC1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15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D11A7F-E657-4796-91DA-8926BA570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5E60B71-C002-4BE1-8C84-BD67533FE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DABCA78-9EDD-4BEB-8F70-380AA5C89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02059212-1174-42BD-92B5-9EA2A4DD7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F99813D-64BB-4432-B529-95DEA307F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CC330F2-E7B3-4D83-9CAF-76BCA445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0353BFC-19BC-4DA9-AF84-02EC6587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07FA209-79D1-437C-86F4-4AFD3C916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933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DA6ED-170B-4B2E-98FB-4A08A5E26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67101A62-7895-4C76-B2A5-549B40D5C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92A262A-3708-4932-87E4-45E711B6D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386BC18-2B8C-4E61-A14F-CB567255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09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394D1E30-DE0C-4139-B413-FF517A65B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889DEDED-1F29-4582-996D-3E0EDDE5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E559263-A8B6-4EFC-AA0B-8DCE262FE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915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D419E9-56E3-45A5-91E4-9FDF604A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8A0E45-31DF-4CD3-93CE-3DC318FC5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BCC229E-FF6B-412C-94E5-7EBA4A0CB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1408145-2E9B-4629-84C7-B6E98559A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070D388-18BF-4C58-A225-E2B96E74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8761BA8-60D6-4FDB-AEC6-F021BC03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657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B78F6-704C-4287-8411-B5289954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B6626FA-A66F-4F52-9810-2FFFF45040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7C5CD17-8A6C-4F2A-833B-CC290F598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E9336D5-A8AE-493A-9A2B-68CFECB0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E69A7AE-E2DC-40E7-A726-F453D10D7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2207E7D-89E6-401D-B69B-233FA12B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0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D1DA05-D70F-42FD-8DD7-3AE7E3C2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D7DF817-B8BB-4B6F-825F-EF45E4AAD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6FE904A-3DB6-4D25-AB45-F892284A4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FF341C2-351F-4EB0-A705-E849D99A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DEF9802-C6BA-4692-9041-7F26DD29D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807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0820BC15-5487-4AF0-8E69-5ACF92F724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D0A9BA2-FFBA-4577-9FED-89A044F38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EA8A1E2-8237-4BF9-8EE4-06582918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50350EB-39C1-489C-9E30-980FBB062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67D39D5-4EBB-4A66-BD84-A1A026B9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03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2CA837C-D352-4E8A-AADE-452C76D99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6BDADF5-D939-46A1-B10A-1BCA27F5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5DA0525-FFDE-4EDA-98E1-8EE21473E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070F1-DFD5-4FA8-9D6B-9C0B9507FDDC}" type="datetimeFigureOut">
              <a:rPr lang="ru-RU" smtClean="0"/>
              <a:t>31.01.2026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3736B2F-3DC9-40FD-A16E-DFE71A68D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AC7DDF3-569F-4358-B098-703FC5A56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68FFE-3415-4454-A117-C583E59F9FD1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97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670040"/>
            <a:ext cx="103326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хвале перед Тобой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Склоняются сердца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небеса с землей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Превознесут Творца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9622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720840"/>
            <a:ext cx="103326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Наш милостивый Бог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верный и благой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Тот, Кто пролил кровь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Явил Свою любовь 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19191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2085538"/>
            <a:ext cx="103326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Восседай на троне славы и вовеки будь прославлен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достоин,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Бог!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465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2085538"/>
            <a:ext cx="103326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Преклонят свои колени сотни тысяч поколени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Тобою, </a:t>
            </a:r>
            <a:r>
              <a:rPr lang="ru-RU" sz="54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Бог!</a:t>
            </a:r>
          </a:p>
        </p:txBody>
      </p:sp>
    </p:spTree>
    <p:extLst>
      <p:ext uri="{BB962C8B-B14F-4D97-AF65-F5344CB8AC3E}">
        <p14:creationId xmlns:p14="http://schemas.microsoft.com/office/powerpoint/2010/main" val="913814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1670040"/>
            <a:ext cx="103326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Тебе вся жизнь, Господь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Ведь Ты один – Любовь!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Нам вечность даровал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Иисус, Тебе хвала</a:t>
            </a:r>
          </a:p>
        </p:txBody>
      </p:sp>
    </p:spTree>
    <p:extLst>
      <p:ext uri="{BB962C8B-B14F-4D97-AF65-F5344CB8AC3E}">
        <p14:creationId xmlns:p14="http://schemas.microsoft.com/office/powerpoint/2010/main" val="3174014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2408704"/>
            <a:ext cx="103326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Будь прославлен,</a:t>
            </a:r>
          </a:p>
          <a:p>
            <a:pPr algn="ctr"/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Бог!</a:t>
            </a:r>
          </a:p>
        </p:txBody>
      </p:sp>
    </p:spTree>
    <p:extLst>
      <p:ext uri="{BB962C8B-B14F-4D97-AF65-F5344CB8AC3E}">
        <p14:creationId xmlns:p14="http://schemas.microsoft.com/office/powerpoint/2010/main" val="339052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ouds in the sky&#10;&#10;Description automatically generated">
            <a:extLst>
              <a:ext uri="{FF2B5EF4-FFF2-40B4-BE49-F238E27FC236}">
                <a16:creationId xmlns:a16="http://schemas.microsoft.com/office/drawing/2014/main" id="{BF5462BB-4690-FBE2-1B3C-784F5D224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8000"/>
                    </a14:imgEffect>
                    <a14:imgEffect>
                      <a14:brightnessContrast bright="-6000" contrast="-2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" y="-101600"/>
            <a:ext cx="12192000" cy="6959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29659" y="2870368"/>
            <a:ext cx="103326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достоин, </a:t>
            </a:r>
            <a:r>
              <a:rPr lang="ru-RU" sz="60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Святый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Бог!</a:t>
            </a:r>
            <a:endParaRPr lang="ru-RU" sz="60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171662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85</Words>
  <Application>Microsoft Office PowerPoint</Application>
  <PresentationFormat>Широкий екран</PresentationFormat>
  <Paragraphs>19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2025-11-22T20:44:34Z</dcterms:created>
  <dcterms:modified xsi:type="dcterms:W3CDTF">2026-01-31T18:24:37Z</dcterms:modified>
</cp:coreProperties>
</file>