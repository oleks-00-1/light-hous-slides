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66" r:id="rId2"/>
    <p:sldId id="362" r:id="rId3"/>
    <p:sldId id="363" r:id="rId4"/>
    <p:sldId id="364" r:id="rId5"/>
    <p:sldId id="365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 snapToGrid="0">
      <p:cViewPr varScale="1">
        <p:scale>
          <a:sx n="65" d="100"/>
          <a:sy n="65" d="100"/>
        </p:scale>
        <p:origin x="20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Олександр Зик" userId="c7a628fe0823e5d5" providerId="LiveId" clId="{0FBFF1A9-A9FE-4C32-932B-48FB7872885C}"/>
    <pc:docChg chg="modSld">
      <pc:chgData name="Олександр Зик" userId="c7a628fe0823e5d5" providerId="LiveId" clId="{0FBFF1A9-A9FE-4C32-932B-48FB7872885C}" dt="2024-08-10T19:35:43.143" v="1" actId="20577"/>
      <pc:docMkLst>
        <pc:docMk/>
      </pc:docMkLst>
      <pc:sldChg chg="modSp mod">
        <pc:chgData name="Олександр Зик" userId="c7a628fe0823e5d5" providerId="LiveId" clId="{0FBFF1A9-A9FE-4C32-932B-48FB7872885C}" dt="2024-08-10T19:35:43.143" v="1" actId="20577"/>
        <pc:sldMkLst>
          <pc:docMk/>
          <pc:sldMk cId="1846370231" sldId="365"/>
        </pc:sldMkLst>
        <pc:spChg chg="mod">
          <ac:chgData name="Олександр Зик" userId="c7a628fe0823e5d5" providerId="LiveId" clId="{0FBFF1A9-A9FE-4C32-932B-48FB7872885C}" dt="2024-08-10T19:35:43.143" v="1" actId="20577"/>
          <ac:spMkLst>
            <pc:docMk/>
            <pc:sldMk cId="1846370231" sldId="365"/>
            <ac:spMk id="7" creationId="{7EC00F75-C509-B5FE-DFA4-46DED52184C3}"/>
          </ac:spMkLst>
        </pc:spChg>
      </pc:sldChg>
    </pc:docChg>
  </pc:docChgLst>
  <pc:docChgLst>
    <pc:chgData name="Олександр Зик" userId="c7a628fe0823e5d5" providerId="LiveId" clId="{6C7FEE6E-8AD5-4822-ABA8-5699210F93D9}"/>
    <pc:docChg chg="modSld">
      <pc:chgData name="Олександр Зик" userId="c7a628fe0823e5d5" providerId="LiveId" clId="{6C7FEE6E-8AD5-4822-ABA8-5699210F93D9}" dt="2024-05-25T18:50:20.347" v="10" actId="20577"/>
      <pc:docMkLst>
        <pc:docMk/>
      </pc:docMkLst>
      <pc:sldChg chg="modSp mod">
        <pc:chgData name="Олександр Зик" userId="c7a628fe0823e5d5" providerId="LiveId" clId="{6C7FEE6E-8AD5-4822-ABA8-5699210F93D9}" dt="2024-05-25T18:50:20.347" v="10" actId="20577"/>
        <pc:sldMkLst>
          <pc:docMk/>
          <pc:sldMk cId="3485330464" sldId="364"/>
        </pc:sldMkLst>
        <pc:spChg chg="mod">
          <ac:chgData name="Олександр Зик" userId="c7a628fe0823e5d5" providerId="LiveId" clId="{6C7FEE6E-8AD5-4822-ABA8-5699210F93D9}" dt="2024-05-25T18:50:20.347" v="10" actId="20577"/>
          <ac:spMkLst>
            <pc:docMk/>
            <pc:sldMk cId="3485330464" sldId="364"/>
            <ac:spMk id="7" creationId="{7EC00F75-C509-B5FE-DFA4-46DED52184C3}"/>
          </ac:spMkLst>
        </pc:spChg>
      </pc:sldChg>
      <pc:sldChg chg="modSp mod">
        <pc:chgData name="Олександр Зик" userId="c7a628fe0823e5d5" providerId="LiveId" clId="{6C7FEE6E-8AD5-4822-ABA8-5699210F93D9}" dt="2024-05-25T18:49:22.878" v="3" actId="20577"/>
        <pc:sldMkLst>
          <pc:docMk/>
          <pc:sldMk cId="2293825465" sldId="366"/>
        </pc:sldMkLst>
        <pc:spChg chg="mod">
          <ac:chgData name="Олександр Зик" userId="c7a628fe0823e5d5" providerId="LiveId" clId="{6C7FEE6E-8AD5-4822-ABA8-5699210F93D9}" dt="2024-05-25T18:49:22.878" v="3" actId="20577"/>
          <ac:spMkLst>
            <pc:docMk/>
            <pc:sldMk cId="2293825465" sldId="366"/>
            <ac:spMk id="7" creationId="{7EC00F75-C509-B5FE-DFA4-46DED52184C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394AC0-F7DF-41E5-A9A9-95DAFAE58C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12A305FB-BB0A-4C86-BB3B-ACE44AF9EF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A3494920-FA97-4984-B065-309284AE4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3749C-1EB6-4D40-81A8-CB1FDDCC6920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B9D32951-39B8-440B-AA24-46AEC6566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43327CBA-C329-41B9-A985-80223BAC7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405F2-0086-45A6-898F-25B70CAED65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3666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C584CD-BB55-40BB-A027-335710245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6E05327-C964-480C-A0FC-7F744BE7DF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7EFE6529-82FE-419B-80C2-237CE8E90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3749C-1EB6-4D40-81A8-CB1FDDCC6920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28427184-8418-49C8-A0DA-FD0C8CACD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1A7B4A6C-7660-447D-96C3-ADE38C3EA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405F2-0086-45A6-898F-25B70CAED65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1749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50FD23-EB3B-415B-943C-B3531EA88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6698C666-9000-4315-AC3D-CBFEC20412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1FD7C843-9BEF-4008-B7A8-C82A16591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3749C-1EB6-4D40-81A8-CB1FDDCC6920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0F03833F-0392-41FF-9230-446E2F076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28FE61F6-C4D9-4479-AB86-11CDD983E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405F2-0086-45A6-898F-25B70CAED65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1026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7DC07A-7604-4524-AB5A-159EC33F2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773ECA5E-3AD1-480A-9E24-663360C55D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59AF1B19-2B62-4148-B1AA-DE3D0AC214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D0F36EAD-B22C-4CA0-AB9F-2C431AAE5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3749C-1EB6-4D40-81A8-CB1FDDCC6920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EF9488AA-1D78-48AB-82DA-AB0055744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501A24F2-5A00-465D-8F20-ACF6D8C26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405F2-0086-45A6-898F-25B70CAED65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5414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28F1EF-003D-4934-8393-FF212AF02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78F3841F-687E-4249-A13F-DA3C6463FF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2969BA1F-C207-473A-91C9-CD6988A10E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2E149CC0-7714-46FD-A6EF-5D334870AF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C5C64B4F-B40B-41D8-8C72-3FDC9D613F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FB223210-31D8-471B-BBC1-C812F765B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3749C-1EB6-4D40-81A8-CB1FDDCC6920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5492A054-B030-410B-9424-7F8D337A9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13177745-7F22-4881-A0EB-D0CBC2DBD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405F2-0086-45A6-898F-25B70CAED65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9866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D7273C-08CC-4D2F-9B7B-E136BB80F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D91BCFBB-2338-47E7-A70F-54825DA46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3749C-1EB6-4D40-81A8-CB1FDDCC6920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5FA82F6A-9417-421C-A9B4-5D8F94DC1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B5982989-5FBD-4E20-A1BA-B9A21810F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405F2-0086-45A6-898F-25B70CAED65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615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1CDB0FA0-D712-4843-ACDA-15BD4C6B7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3749C-1EB6-4D40-81A8-CB1FDDCC6920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842A13EA-9DC0-4600-B007-938ECDBDB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3B36A524-1DE5-47E9-8F17-42A20BFDD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405F2-0086-45A6-898F-25B70CAED65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4296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8ECA62-6F00-4A08-8E69-2F8E26C90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7B1B176-786F-43D9-BF01-098E10D2E2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41004C51-003F-42DE-9968-87A514E697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81204DC7-902F-4344-89C1-D375AD5C9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3749C-1EB6-4D40-81A8-CB1FDDCC6920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CBD866F8-D176-47BE-AA86-BACFB6316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72CF1021-E8F9-409B-BB5A-28248658E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405F2-0086-45A6-898F-25B70CAED65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7388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4AAE80-A249-44E5-86A2-EC2D1108F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0A685381-9757-430C-9226-9C71DE3646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66AE07E1-59E3-4BD0-B88C-588BA137B3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A2DA0E61-3504-45C1-B792-1340E2BEE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3749C-1EB6-4D40-81A8-CB1FDDCC6920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0DD15AAB-CDBE-4CE7-AE35-671989449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2A8B3EA7-588D-4328-B9BB-C3CB32C72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405F2-0086-45A6-898F-25B70CAED65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6216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054F16-82FF-4C5A-B843-86289319E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B44D03F6-9023-4616-A374-F98BD6EA36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B0F2A6A5-85D5-417E-B4BC-83E683919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3749C-1EB6-4D40-81A8-CB1FDDCC6920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D87680F5-6519-4FF5-99CE-A472E111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827C2B05-9746-40DA-8E2A-D8E2CE20C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405F2-0086-45A6-898F-25B70CAED65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0683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B13D1705-8E75-4B1B-8E14-9B30B1F9D8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592779D6-B09E-418F-A47C-81A8F502E8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34EA840E-6C58-40FE-BC69-6C0ABBB14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3749C-1EB6-4D40-81A8-CB1FDDCC6920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FED9660B-DCF9-4F39-A66F-9A1AF2AB8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BCC855D6-38B8-40E4-AE30-F82D9FF0C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405F2-0086-45A6-898F-25B70CAED65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1229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90BF9CC0-D584-44EF-B242-4D7B6D621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C88E5FBC-7D69-45CD-A750-4E4A4A82A4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578D3D0A-E5A8-4AE0-8DA1-00995A49DF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C3749C-1EB6-4D40-81A8-CB1FDDCC6920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0D46B959-4542-4413-B782-F62C0037A6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F24FE930-4D26-44FF-9B23-97318AF5D7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5405F2-0086-45A6-898F-25B70CAED65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0545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icture containing sky, outdoor, water, beach&#10;&#10;Description automatically generated">
            <a:extLst>
              <a:ext uri="{FF2B5EF4-FFF2-40B4-BE49-F238E27FC236}">
                <a16:creationId xmlns:a16="http://schemas.microsoft.com/office/drawing/2014/main" id="{86D88833-9A0F-3206-D7A1-154A368C5C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33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" y="-16933"/>
            <a:ext cx="12191999" cy="68749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457199" y="1905506"/>
            <a:ext cx="1127760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Отче </a:t>
            </a:r>
            <a:r>
              <a:rPr lang="uk-UA" sz="48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Небесный</a:t>
            </a:r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, будь </a:t>
            </a:r>
            <a:r>
              <a:rPr lang="uk-UA" sz="48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превознесен</a:t>
            </a:r>
            <a:endParaRPr lang="uk-UA" sz="4800" b="1" dirty="0">
              <a:solidFill>
                <a:schemeClr val="bg1">
                  <a:lumMod val="95000"/>
                </a:schemeClr>
              </a:solidFill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Ц</a:t>
            </a:r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арство </a:t>
            </a:r>
            <a:r>
              <a:rPr lang="uk-UA" sz="48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Твое</a:t>
            </a:r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uk-UA" sz="48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пусть</a:t>
            </a:r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uk-UA" sz="48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будет</a:t>
            </a:r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на земле</a:t>
            </a:r>
          </a:p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Так же </a:t>
            </a:r>
            <a:r>
              <a:rPr lang="uk-UA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как</a:t>
            </a:r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на </a:t>
            </a:r>
            <a:r>
              <a:rPr lang="uk-UA" sz="48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небе</a:t>
            </a:r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,</a:t>
            </a:r>
          </a:p>
          <a:p>
            <a:pPr algn="ctr"/>
            <a:r>
              <a:rPr lang="uk-UA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Отец</a:t>
            </a:r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наш </a:t>
            </a:r>
            <a:r>
              <a:rPr lang="uk-UA" sz="48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Небесный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2938254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icture containing sky, outdoor, water, beach&#10;&#10;Description automatically generated">
            <a:extLst>
              <a:ext uri="{FF2B5EF4-FFF2-40B4-BE49-F238E27FC236}">
                <a16:creationId xmlns:a16="http://schemas.microsoft.com/office/drawing/2014/main" id="{86D88833-9A0F-3206-D7A1-154A368C5C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33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" y="-16933"/>
            <a:ext cx="12191999" cy="68749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457199" y="2644170"/>
            <a:ext cx="1127760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Удержи от </a:t>
            </a:r>
            <a:r>
              <a:rPr lang="uk-UA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искушения</a:t>
            </a:r>
            <a:endParaRPr lang="uk-UA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Господь, </a:t>
            </a:r>
            <a:r>
              <a:rPr lang="uk-UA" sz="48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избавь</a:t>
            </a:r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uk-UA" sz="48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</a:t>
            </a:r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нас от лукавого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636058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icture containing sky, outdoor, water, beach&#10;&#10;Description automatically generated">
            <a:extLst>
              <a:ext uri="{FF2B5EF4-FFF2-40B4-BE49-F238E27FC236}">
                <a16:creationId xmlns:a16="http://schemas.microsoft.com/office/drawing/2014/main" id="{86D88833-9A0F-3206-D7A1-154A368C5C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33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" y="-16933"/>
            <a:ext cx="12191999" cy="68749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1375610" y="2543370"/>
            <a:ext cx="1061709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Твое</a:t>
            </a:r>
            <a:r>
              <a:rPr lang="uk-UA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uk-UA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есть</a:t>
            </a:r>
            <a:r>
              <a:rPr lang="uk-UA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Царство и вся сила, и вся слава </a:t>
            </a:r>
            <a:r>
              <a:rPr lang="uk-UA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вовеки</a:t>
            </a:r>
            <a:endParaRPr lang="ru-RU" sz="54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980142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icture containing sky, outdoor, water, beach&#10;&#10;Description automatically generated">
            <a:extLst>
              <a:ext uri="{FF2B5EF4-FFF2-40B4-BE49-F238E27FC236}">
                <a16:creationId xmlns:a16="http://schemas.microsoft.com/office/drawing/2014/main" id="{86D88833-9A0F-3206-D7A1-154A368C5C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33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" y="-16933"/>
            <a:ext cx="12191999" cy="68749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457199" y="1897039"/>
            <a:ext cx="1127760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Все </a:t>
            </a:r>
            <a:r>
              <a:rPr lang="uk-UA" sz="48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наши</a:t>
            </a:r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uk-UA" sz="48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нужды</a:t>
            </a:r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uk-UA" sz="48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восполни</a:t>
            </a:r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, Господь</a:t>
            </a:r>
          </a:p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</a:t>
            </a:r>
            <a:r>
              <a:rPr lang="uk-UA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наши</a:t>
            </a:r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uk-UA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грехи</a:t>
            </a:r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uk-UA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</a:t>
            </a:r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нам, </a:t>
            </a:r>
            <a:r>
              <a:rPr lang="uk-UA" sz="48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Отец</a:t>
            </a:r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, прости</a:t>
            </a:r>
          </a:p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Так </a:t>
            </a:r>
            <a:r>
              <a:rPr lang="uk-UA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как</a:t>
            </a:r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uk-UA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мы</a:t>
            </a:r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uk-UA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прощаем</a:t>
            </a:r>
            <a:endParaRPr lang="uk-UA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  <a:p>
            <a:pPr algn="ctr"/>
            <a:r>
              <a:rPr lang="uk-UA" sz="4800" b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обидчиков</a:t>
            </a:r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наших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485330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icture containing sky, outdoor, water, beach&#10;&#10;Description automatically generated">
            <a:extLst>
              <a:ext uri="{FF2B5EF4-FFF2-40B4-BE49-F238E27FC236}">
                <a16:creationId xmlns:a16="http://schemas.microsoft.com/office/drawing/2014/main" id="{86D88833-9A0F-3206-D7A1-154A368C5C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33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" y="-16933"/>
            <a:ext cx="12191999" cy="68749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1375610" y="2543370"/>
            <a:ext cx="944078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Свершиться</a:t>
            </a:r>
            <a:r>
              <a:rPr lang="uk-UA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uk-UA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пусть</a:t>
            </a:r>
            <a:r>
              <a:rPr lang="uk-UA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Твоя воля, Бог, по </a:t>
            </a:r>
            <a:r>
              <a:rPr lang="uk-UA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всей</a:t>
            </a:r>
            <a:r>
              <a:rPr lang="uk-UA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земле</a:t>
            </a:r>
            <a:endParaRPr lang="ru-RU" sz="54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84637023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72</Words>
  <Application>Microsoft Office PowerPoint</Application>
  <PresentationFormat>Широкий екран</PresentationFormat>
  <Paragraphs>12</Paragraphs>
  <Slides>5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3</cp:revision>
  <dcterms:created xsi:type="dcterms:W3CDTF">2023-11-25T19:50:03Z</dcterms:created>
  <dcterms:modified xsi:type="dcterms:W3CDTF">2026-05-02T20:53:16Z</dcterms:modified>
</cp:coreProperties>
</file>