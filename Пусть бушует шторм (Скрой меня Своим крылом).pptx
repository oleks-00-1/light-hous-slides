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11" r:id="rId2"/>
    <p:sldId id="312" r:id="rId3"/>
    <p:sldId id="313" r:id="rId4"/>
    <p:sldId id="314" r:id="rId5"/>
    <p:sldId id="317" r:id="rId6"/>
    <p:sldId id="318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EA33F368-0511-45DC-879B-E73C36272B7D}"/>
    <pc:docChg chg="delSld">
      <pc:chgData name="Олександр Зик" userId="c7a628fe0823e5d5" providerId="LiveId" clId="{EA33F368-0511-45DC-879B-E73C36272B7D}" dt="2024-04-06T19:29:14.750" v="3" actId="47"/>
      <pc:docMkLst>
        <pc:docMk/>
      </pc:docMkLst>
      <pc:sldChg chg="del">
        <pc:chgData name="Олександр Зик" userId="c7a628fe0823e5d5" providerId="LiveId" clId="{EA33F368-0511-45DC-879B-E73C36272B7D}" dt="2024-04-06T19:29:13.772" v="2" actId="47"/>
        <pc:sldMkLst>
          <pc:docMk/>
          <pc:sldMk cId="1764952366" sldId="315"/>
        </pc:sldMkLst>
      </pc:sldChg>
      <pc:sldChg chg="del">
        <pc:chgData name="Олександр Зик" userId="c7a628fe0823e5d5" providerId="LiveId" clId="{EA33F368-0511-45DC-879B-E73C36272B7D}" dt="2024-04-06T19:29:14.750" v="3" actId="47"/>
        <pc:sldMkLst>
          <pc:docMk/>
          <pc:sldMk cId="3731202926" sldId="316"/>
        </pc:sldMkLst>
      </pc:sldChg>
      <pc:sldChg chg="del">
        <pc:chgData name="Олександр Зик" userId="c7a628fe0823e5d5" providerId="LiveId" clId="{EA33F368-0511-45DC-879B-E73C36272B7D}" dt="2024-04-06T19:29:09.430" v="0" actId="47"/>
        <pc:sldMkLst>
          <pc:docMk/>
          <pc:sldMk cId="1195845868" sldId="319"/>
        </pc:sldMkLst>
      </pc:sldChg>
      <pc:sldChg chg="del">
        <pc:chgData name="Олександр Зик" userId="c7a628fe0823e5d5" providerId="LiveId" clId="{EA33F368-0511-45DC-879B-E73C36272B7D}" dt="2024-04-06T19:29:10.624" v="1" actId="47"/>
        <pc:sldMkLst>
          <pc:docMk/>
          <pc:sldMk cId="3867079984" sldId="320"/>
        </pc:sldMkLst>
      </pc:sldChg>
    </pc:docChg>
  </pc:docChgLst>
  <pc:docChgLst>
    <pc:chgData name="Олександр Зик" userId="c7a628fe0823e5d5" providerId="LiveId" clId="{BDAF0E21-FF45-4B57-9670-49A9DB0CE8B1}"/>
    <pc:docChg chg="undo custSel modSld">
      <pc:chgData name="Олександр Зик" userId="c7a628fe0823e5d5" providerId="LiveId" clId="{BDAF0E21-FF45-4B57-9670-49A9DB0CE8B1}" dt="2024-07-06T20:36:44.527" v="12" actId="20577"/>
      <pc:docMkLst>
        <pc:docMk/>
      </pc:docMkLst>
      <pc:sldChg chg="modSp mod">
        <pc:chgData name="Олександр Зик" userId="c7a628fe0823e5d5" providerId="LiveId" clId="{BDAF0E21-FF45-4B57-9670-49A9DB0CE8B1}" dt="2024-07-06T20:36:03.521" v="8" actId="20577"/>
        <pc:sldMkLst>
          <pc:docMk/>
          <pc:sldMk cId="4180790062" sldId="313"/>
        </pc:sldMkLst>
        <pc:spChg chg="mod">
          <ac:chgData name="Олександр Зик" userId="c7a628fe0823e5d5" providerId="LiveId" clId="{BDAF0E21-FF45-4B57-9670-49A9DB0CE8B1}" dt="2024-07-06T20:36:03.521" v="8" actId="20577"/>
          <ac:spMkLst>
            <pc:docMk/>
            <pc:sldMk cId="4180790062" sldId="313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BDAF0E21-FF45-4B57-9670-49A9DB0CE8B1}" dt="2024-07-06T20:36:14.703" v="10" actId="14100"/>
        <pc:sldMkLst>
          <pc:docMk/>
          <pc:sldMk cId="2729042382" sldId="314"/>
        </pc:sldMkLst>
        <pc:spChg chg="mod">
          <ac:chgData name="Олександр Зик" userId="c7a628fe0823e5d5" providerId="LiveId" clId="{BDAF0E21-FF45-4B57-9670-49A9DB0CE8B1}" dt="2024-07-06T20:36:14.703" v="10" actId="14100"/>
          <ac:spMkLst>
            <pc:docMk/>
            <pc:sldMk cId="2729042382" sldId="314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BDAF0E21-FF45-4B57-9670-49A9DB0CE8B1}" dt="2024-07-06T20:36:44.527" v="12" actId="20577"/>
        <pc:sldMkLst>
          <pc:docMk/>
          <pc:sldMk cId="1949711934" sldId="317"/>
        </pc:sldMkLst>
        <pc:spChg chg="mod">
          <ac:chgData name="Олександр Зик" userId="c7a628fe0823e5d5" providerId="LiveId" clId="{BDAF0E21-FF45-4B57-9670-49A9DB0CE8B1}" dt="2024-07-06T20:36:44.527" v="12" actId="20577"/>
          <ac:spMkLst>
            <pc:docMk/>
            <pc:sldMk cId="1949711934" sldId="317"/>
            <ac:spMk id="7" creationId="{7EC00F75-C509-B5FE-DFA4-46DED52184C3}"/>
          </ac:spMkLst>
        </pc:spChg>
      </pc:sldChg>
      <pc:sldChg chg="modSp mod">
        <pc:chgData name="Олександр Зик" userId="c7a628fe0823e5d5" providerId="LiveId" clId="{BDAF0E21-FF45-4B57-9670-49A9DB0CE8B1}" dt="2024-07-06T20:36:42.497" v="11" actId="20577"/>
        <pc:sldMkLst>
          <pc:docMk/>
          <pc:sldMk cId="3454701121" sldId="318"/>
        </pc:sldMkLst>
        <pc:spChg chg="mod">
          <ac:chgData name="Олександр Зик" userId="c7a628fe0823e5d5" providerId="LiveId" clId="{BDAF0E21-FF45-4B57-9670-49A9DB0CE8B1}" dt="2024-07-06T20:36:42.497" v="11" actId="20577"/>
          <ac:spMkLst>
            <pc:docMk/>
            <pc:sldMk cId="3454701121" sldId="318"/>
            <ac:spMk id="7" creationId="{7EC00F75-C509-B5FE-DFA4-46DED52184C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5D75B-16F2-469A-B8C0-1B09A3916F61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22DFFD-4DC8-45F9-8722-BECB2D553130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93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7B6C-FEDA-6540-BC51-FFDB7E7547FF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637498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7B6C-FEDA-6540-BC51-FFDB7E7547FF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981537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7B6C-FEDA-6540-BC51-FFDB7E7547FF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5825218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7B6C-FEDA-6540-BC51-FFDB7E7547FF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755131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7B6C-FEDA-6540-BC51-FFDB7E7547FF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9904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97B6C-FEDA-6540-BC51-FFDB7E7547FF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908491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8AACC-78AB-4027-BAD8-CAB747C1F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840138B9-7F7A-472D-B125-62B9C48A2E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5C8E8E3-3EE3-4005-BC19-B893C1FCB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2E5-244B-486D-8509-594BA7D293D4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CF4E0CE-F7CA-4CE5-AAE4-8DA808F70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E41A671-F8AC-4A1F-8535-3CA06C354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B8A2-4AB1-4A24-99D6-A266256449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30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11B72C-F8F7-41AF-A5AF-CA9D03B1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CB5D24A-0B06-431D-8120-1F8B488A4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23C0416-0C12-4586-A71B-53F273E9C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2E5-244B-486D-8509-594BA7D293D4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2CF792AF-DE39-47F1-BDD4-C86762670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1E6AD61-51CC-47A9-BD69-FA8ABC8AC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B8A2-4AB1-4A24-99D6-A266256449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82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60A12-FEDD-4CCC-96E3-4AA11D21C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1CF5E012-127B-4A4E-BC4B-F69EAE901E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D22D2A8-6C2D-4AE2-96C0-2F07AE5F9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2E5-244B-486D-8509-594BA7D293D4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1034EE1A-E5F5-42C1-B74D-5C41C8751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826D599-905D-4E72-9AF7-7B775B96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B8A2-4AB1-4A24-99D6-A266256449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952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55FAC5-D873-4065-9FC1-859F5DD45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0B59F21-7E0D-49AA-83C0-EA6C6A706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A45EF93-3524-4B9E-B4B2-B0AE823197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C8464C8-BFC1-4BE3-B905-07E01323E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2E5-244B-486D-8509-594BA7D293D4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570E6F0-9337-4B5E-8B78-2C634E407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5FFB85CC-3AF9-4AE1-8F71-28C2C6E3F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B8A2-4AB1-4A24-99D6-A266256449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09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99F257-3498-4FF8-9CCF-A49BDD359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3226349-7A27-4806-B76D-73DC19A95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C11B96D-3D11-4843-B744-E522DF53DC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63A79A7F-8BC2-483E-88FE-F6C2A1A6F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BFA464AD-A16E-4E19-8092-3409AC8FC9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68B86B47-6674-422B-ABC9-DB7B6046D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2E5-244B-486D-8509-594BA7D293D4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F2608BC1-59AB-426B-93A0-B160E2839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98FEAEA1-1FB6-4940-A9E1-CEF8D360B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B8A2-4AB1-4A24-99D6-A266256449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92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8127C-2265-44BF-A05D-8C27F550E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597DA3FA-B684-45BB-B1FA-846D04D55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2E5-244B-486D-8509-594BA7D293D4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B506F0A7-12DB-4402-A33C-2C7699BBE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C5815D0E-E591-46C3-8FD3-93C8AF25F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B8A2-4AB1-4A24-99D6-A266256449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426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50BA4166-1A92-4DC0-A728-860CAB195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2E5-244B-486D-8509-594BA7D293D4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1B93EB7D-D45D-44DE-9DDF-EDE013FE7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984EF2FD-6BB5-43C4-AF3A-17E567859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B8A2-4AB1-4A24-99D6-A266256449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649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8D8E5A-3503-4FCE-B11B-C11845555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217F027-F5E1-4241-9683-80F23C87F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8783E69-DAD2-4E45-B42E-D4E977AA9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0B096429-56B5-47CB-B9B9-621CC2F31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2E5-244B-486D-8509-594BA7D293D4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81DB7C26-DD5B-4AE0-8983-940C5C58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2A5F732C-1DEC-4434-BBC0-958340B0D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B8A2-4AB1-4A24-99D6-A266256449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3913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01690F-9041-4FF6-870D-8D407D8A8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F78F7EE-6D4A-4ADA-80C1-E37ABF3007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F462CDF7-2D31-4025-AE2A-CB109E15D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32394715-5106-45C4-BBC5-8B73B6F40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2E5-244B-486D-8509-594BA7D293D4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50767BC-EBEB-4A4C-A6DC-CAB58CC8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E12B7B5-2B65-4F0C-9E6A-D92A2102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B8A2-4AB1-4A24-99D6-A266256449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694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CFDC59-7D39-4E7C-AA4A-FFA721BDC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A6C55637-DCFA-45E9-AF03-3989AC4FA6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612548E-8B6F-4D32-ACA2-3E5C9B5BD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2E5-244B-486D-8509-594BA7D293D4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E28A755-3AED-4921-BB02-831EC0E62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91E303D-7BB0-4563-9071-DE27ADAD9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B8A2-4AB1-4A24-99D6-A266256449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7218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7B5DFBC7-259A-418B-A6C9-BFFC5DFE9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0F82328-56FD-477F-8E4C-0D9E303972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1BDC67F-3D0C-4589-9F30-023642286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2E5-244B-486D-8509-594BA7D293D4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817EA7A-08B7-43E0-A12F-A7471F458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81A2CD3-EB83-4852-AEC5-B10D3B2E3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BB8A2-4AB1-4A24-99D6-A266256449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282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3439C86C-D577-487E-8D73-B03A8CF4B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F49E145-8DBF-468E-AD09-2B1E3FE55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DDD4A50-D1B2-43F0-B772-ECE2524FDD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822E5-244B-486D-8509-594BA7D293D4}" type="datetimeFigureOut">
              <a:rPr lang="ru-RU" smtClean="0"/>
              <a:t>06.07.2024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7279089-66E1-48F0-8085-0AA9599611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43965E1-9581-448B-9052-6E32A6D47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BB8A2-4AB1-4A24-99D6-A2662564494F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818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birds flying&#10;&#10;Description automatically generated with medium confidence">
            <a:extLst>
              <a:ext uri="{FF2B5EF4-FFF2-40B4-BE49-F238E27FC236}">
                <a16:creationId xmlns:a16="http://schemas.microsoft.com/office/drawing/2014/main" id="{05D71A1B-CB42-C3DB-D98C-6BC02990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6" y="1536174"/>
            <a:ext cx="90508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Скрой меня Своим крылом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Сохрани под сильною рукой</a:t>
            </a:r>
          </a:p>
        </p:txBody>
      </p:sp>
    </p:spTree>
    <p:extLst>
      <p:ext uri="{BB962C8B-B14F-4D97-AF65-F5344CB8AC3E}">
        <p14:creationId xmlns:p14="http://schemas.microsoft.com/office/powerpoint/2010/main" val="2245580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birds flying&#10;&#10;Description automatically generated with medium confidence">
            <a:extLst>
              <a:ext uri="{FF2B5EF4-FFF2-40B4-BE49-F238E27FC236}">
                <a16:creationId xmlns:a16="http://schemas.microsoft.com/office/drawing/2014/main" id="{05D71A1B-CB42-C3DB-D98C-6BC02990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6" y="1536174"/>
            <a:ext cx="90508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бушует шторм и гром гремит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Над бурей буду я с Тобой парить</a:t>
            </a:r>
          </a:p>
        </p:txBody>
      </p:sp>
    </p:spTree>
    <p:extLst>
      <p:ext uri="{BB962C8B-B14F-4D97-AF65-F5344CB8AC3E}">
        <p14:creationId xmlns:p14="http://schemas.microsoft.com/office/powerpoint/2010/main" val="3445826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birds flying&#10;&#10;Description automatically generated with medium confidence">
            <a:extLst>
              <a:ext uri="{FF2B5EF4-FFF2-40B4-BE49-F238E27FC236}">
                <a16:creationId xmlns:a16="http://schemas.microsoft.com/office/drawing/2014/main" id="{05D71A1B-CB42-C3DB-D98C-6BC02990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6" y="1536174"/>
            <a:ext cx="90508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Мой Отец, Ты Царь над всей землей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не боюсь – мой Бог со мной</a:t>
            </a:r>
          </a:p>
        </p:txBody>
      </p:sp>
    </p:spTree>
    <p:extLst>
      <p:ext uri="{BB962C8B-B14F-4D97-AF65-F5344CB8AC3E}">
        <p14:creationId xmlns:p14="http://schemas.microsoft.com/office/powerpoint/2010/main" val="4180790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birds flying&#10;&#10;Description automatically generated with medium confidence">
            <a:extLst>
              <a:ext uri="{FF2B5EF4-FFF2-40B4-BE49-F238E27FC236}">
                <a16:creationId xmlns:a16="http://schemas.microsoft.com/office/drawing/2014/main" id="{05D71A1B-CB42-C3DB-D98C-6BC02990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6" y="1536174"/>
            <a:ext cx="90508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Найду покой</a:t>
            </a:r>
            <a:r>
              <a:rPr lang="en-US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Тебе, Христос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Верю я в могущество Твоё</a:t>
            </a:r>
          </a:p>
        </p:txBody>
      </p:sp>
    </p:spTree>
    <p:extLst>
      <p:ext uri="{BB962C8B-B14F-4D97-AF65-F5344CB8AC3E}">
        <p14:creationId xmlns:p14="http://schemas.microsoft.com/office/powerpoint/2010/main" val="2729042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birds flying&#10;&#10;Description automatically generated with medium confidence">
            <a:extLst>
              <a:ext uri="{FF2B5EF4-FFF2-40B4-BE49-F238E27FC236}">
                <a16:creationId xmlns:a16="http://schemas.microsoft.com/office/drawing/2014/main" id="{05D71A1B-CB42-C3DB-D98C-6BC02990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1570566" y="1074509"/>
            <a:ext cx="905086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Превыше всякого ума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Превыше понимания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Превыше всех богатств земных</a:t>
            </a:r>
          </a:p>
          <a:p>
            <a:pPr algn="ctr"/>
            <a:r>
              <a:rPr lang="ru-RU" sz="6000" b="1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Твой мир, </a:t>
            </a:r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Твой мир</a:t>
            </a:r>
          </a:p>
        </p:txBody>
      </p:sp>
    </p:spTree>
    <p:extLst>
      <p:ext uri="{BB962C8B-B14F-4D97-AF65-F5344CB8AC3E}">
        <p14:creationId xmlns:p14="http://schemas.microsoft.com/office/powerpoint/2010/main" val="1949711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oup of birds flying&#10;&#10;Description automatically generated with medium confidence">
            <a:extLst>
              <a:ext uri="{FF2B5EF4-FFF2-40B4-BE49-F238E27FC236}">
                <a16:creationId xmlns:a16="http://schemas.microsoft.com/office/drawing/2014/main" id="{05D71A1B-CB42-C3DB-D98C-6BC02990E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C00F75-C509-B5FE-DFA4-46DED52184C3}"/>
              </a:ext>
            </a:extLst>
          </p:cNvPr>
          <p:cNvSpPr txBox="1"/>
          <p:nvPr/>
        </p:nvSpPr>
        <p:spPr>
          <a:xfrm>
            <a:off x="654219" y="1074509"/>
            <a:ext cx="1088356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Превыше мыслей и тревог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Превыше высказанных слов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Превыше всех путей моих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Твой мир, Твой мир</a:t>
            </a:r>
          </a:p>
        </p:txBody>
      </p:sp>
    </p:spTree>
    <p:extLst>
      <p:ext uri="{BB962C8B-B14F-4D97-AF65-F5344CB8AC3E}">
        <p14:creationId xmlns:p14="http://schemas.microsoft.com/office/powerpoint/2010/main" val="34547011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</Words>
  <Application>Microsoft Office PowerPoint</Application>
  <PresentationFormat>Широкий екран</PresentationFormat>
  <Paragraphs>22</Paragraphs>
  <Slides>6</Slides>
  <Notes>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2023-11-04T20:06:59Z</dcterms:created>
  <dcterms:modified xsi:type="dcterms:W3CDTF">2024-07-06T20:36:47Z</dcterms:modified>
</cp:coreProperties>
</file>