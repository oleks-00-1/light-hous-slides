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8" r:id="rId2"/>
    <p:sldId id="340" r:id="rId3"/>
    <p:sldId id="339" r:id="rId4"/>
    <p:sldId id="341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BAB8C-3D35-400F-92D0-93C3FC9295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DE249F3-F41D-43A8-8468-4C15F89CD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7776E96-7E65-4FE4-8E80-274D8B9E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3A95480-FB4C-4BCE-9CA7-F24FEE04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5224E19-F081-4820-BA9A-E167CB1D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08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9BB89-E403-4CD7-AA6C-7CD003FF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6607836-976B-486D-AAB5-026C3B8C9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8C06134-3F7B-4A21-8B74-2B424AB4D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B47BD1B-70F1-41B3-A3E5-31435BBE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AF45CE6-3780-4F62-AAA0-020DF3BE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307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93F5B-A0A2-46E6-9E4E-B46A678B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00DBF04-C619-4390-88D5-DBAFEA3D5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9FD75B4-6093-48E3-8465-F5DB837E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4A3E011-DDC2-4F05-AE13-D06598FAC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335F341-CF1D-467F-AE32-9BCF802E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6731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A7F0DE-5545-4D5C-B689-AD79E09B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947CA66-E46A-4057-AAB5-368CB2834A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3CA6DCF-2725-49D6-9C51-B9F77CECF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CDD1F0B-3BE7-4428-B7DF-C74DE95E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82D641E-E439-4B16-A33F-0611F99B2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B48E545-A6D5-4A75-83E6-6DA42511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67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E4BF2-1947-4B28-B28D-1E6ED735E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F634392E-EDF2-49C3-BB46-C7ADF176C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33314F26-CEFB-4427-AC43-F5762EBF5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39547CD-6F6D-4064-BF93-11912ACB1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77AA94B9-604A-4E7E-962A-7B036B5AD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8F6806D-353A-47BA-92C4-E242D8E58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C028E7E-EE66-4441-9498-9E4890196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E7ADC484-3FA5-464B-B00B-761A1808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86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328551-B433-46E9-92FD-86F17E700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869FD1E-846A-405C-996E-1F67836E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4E0CE336-11D2-4FBC-BBF0-FD054E88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F762734B-F66A-4833-B453-DBCAE0EBE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03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CD32A01-B457-4483-89B4-0A717C41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C4A853F-114C-4F18-8BD9-579BD2B5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F4E9152-582C-4D2A-8500-53E896F7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106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3552D-9288-4013-A20E-6118A8ABE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C57CE6C-8D1A-4619-9D22-200584BA6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D250EE2-742A-47F4-9A60-E3B901AAF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59B1EEB-D3DC-4115-BCD6-A0F10E8B5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3BC4F22-8466-4327-957A-0F1EBBF8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C3EDBF1-6EC7-483C-877A-FF61A8E9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246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85959-EE0B-4728-BDB4-0312B87FA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690E0F7-2E29-4A16-8CA3-E67056324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8B221CF-AA7B-49FB-8118-F0B1930AA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5DE4825-0CCD-47F5-87A9-A169FCCF5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FEF6CF8-442B-4CCE-9765-E3B0D0437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B9F8B45-B192-4D75-8286-3A9B404E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90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12E06-3C89-4CBE-ADC8-0147DEBF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4C57786-B043-41BA-B520-432ED1EC0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2F67369-1FC7-45A9-848C-3E99C596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85C26E7-F60C-4232-A4BF-5B354FDA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AD6E25F-9D85-4CC5-A920-FB569E95F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74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3CB8E524-35D9-4AB9-88ED-C4DD1FABB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6C358354-4F23-4B5A-A3CB-E31826653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64A0F79-6314-4E6F-A6F4-E0F75FEBC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A8E92DB-B5FC-49DA-960C-305F0AA6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D003D84-BB34-4A0B-A733-0F1064FF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996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D235589-637C-45A5-A2CD-1172A2C04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8A261F6-A59C-4B19-ADE8-0AC184C46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01D1873-214A-48FB-A46A-FCDF79F48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A7F18-6023-4C10-A61D-6D495649B5FD}" type="datetimeFigureOut">
              <a:rPr lang="ru-RU" smtClean="0"/>
              <a:t>26.10.2024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78A7B8A-C56D-41D2-83A1-C9B8C9E33F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406A2FC-520F-4FB6-82D9-A8ADAADFB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69877-AD89-4AE9-96E8-8306C0786078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48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1720840"/>
            <a:ext cx="10783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Небеса поют и моря шумят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величии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ём</a:t>
            </a:r>
            <a:endParaRPr lang="uk-UA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Очарова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ны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стоим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</a:t>
            </a:r>
            <a:endParaRPr lang="uk-UA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Тобой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63521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2136338"/>
            <a:ext cx="107831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наш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верный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Бог </a:t>
            </a: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Твоей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любви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расскажем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всей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земле</a:t>
            </a:r>
          </a:p>
        </p:txBody>
      </p:sp>
    </p:spTree>
    <p:extLst>
      <p:ext uri="{BB962C8B-B14F-4D97-AF65-F5344CB8AC3E}">
        <p14:creationId xmlns:p14="http://schemas.microsoft.com/office/powerpoint/2010/main" val="3525863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2085538"/>
            <a:ext cx="1078316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Мы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Тебе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пришли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несравненный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</a:t>
            </a:r>
            <a:endParaRPr lang="uk-UA" sz="54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Господь –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прав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всегда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54274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704414" y="2551837"/>
            <a:ext cx="107831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Аллилуя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Царь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навеки</a:t>
            </a:r>
            <a:endParaRPr lang="uk-UA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uk-UA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Аллилуя</a:t>
            </a:r>
            <a:r>
              <a:rPr lang="uk-UA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Друг Спаситель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242583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</Words>
  <Application>Microsoft Office PowerPoint</Application>
  <PresentationFormat>Широкий екран</PresentationFormat>
  <Paragraphs>10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2024-10-26T16:12:34Z</dcterms:created>
  <dcterms:modified xsi:type="dcterms:W3CDTF">2024-10-26T16:21:37Z</dcterms:modified>
</cp:coreProperties>
</file>