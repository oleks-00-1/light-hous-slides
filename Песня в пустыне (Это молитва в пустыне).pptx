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47" r:id="rId2"/>
    <p:sldId id="348" r:id="rId3"/>
    <p:sldId id="349" r:id="rId4"/>
    <p:sldId id="350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EA29C-52C5-48DE-964E-EC8D8B7F18B9}" type="datetimeFigureOut">
              <a:rPr lang="ru-RU" smtClean="0"/>
              <a:t>13.09.2025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2EB863-8CE6-4F1A-B73B-109EFA0D412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5876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769988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960422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879893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292093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7B3D8-0AD8-439A-807F-8A89580BE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6E47177-07B1-469D-A6F2-5E7421AD8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6FB929-D7ED-4D80-B2A3-DA18FB0B5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2A750-9408-46C0-8280-F4F89FB8D36C}" type="datetimeFigureOut">
              <a:rPr lang="ru-RU" smtClean="0"/>
              <a:t>13.09.2025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D23C80-7593-45DC-8DF6-E57174292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21DEB7-DA0E-41BF-B5A4-CB0AEC091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6718-E67A-41CA-8E8E-FA5435F20A3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2498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170B5E-D354-4F4A-82B8-08BAD01B0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C5192F-6349-4387-92AC-9AF37AA6F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7CC014-C5A7-4755-B3F5-C6CEA9C1B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2A750-9408-46C0-8280-F4F89FB8D36C}" type="datetimeFigureOut">
              <a:rPr lang="ru-RU" smtClean="0"/>
              <a:t>13.09.2025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83F480-FC31-4E1A-BE8F-E329D0BB5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1B2AB9-93AC-4B9A-8CD0-6B13FF968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6718-E67A-41CA-8E8E-FA5435F20A3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964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1608D3-8BBA-4D4E-8606-5056D6F5B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CDA3A3-D5E3-4F8C-9DD8-DDA7E6646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EDFA19-CCCD-446E-B32C-BD8EC2879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2A750-9408-46C0-8280-F4F89FB8D36C}" type="datetimeFigureOut">
              <a:rPr lang="ru-RU" smtClean="0"/>
              <a:t>13.09.2025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95AAD6-7DAA-460D-9823-33F8CE593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798A35-1317-47D6-BD79-A2E46C3B1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6718-E67A-41CA-8E8E-FA5435F20A3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6089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A14F5E-4CB8-4DC3-90DF-AFACBAE2F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56DE5A-0682-462C-8EA1-075E93B916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9274608-22DD-414E-8B1B-ACF3EB3D2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899168-89C6-48D0-A3EE-9A68638B0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2A750-9408-46C0-8280-F4F89FB8D36C}" type="datetimeFigureOut">
              <a:rPr lang="ru-RU" smtClean="0"/>
              <a:t>13.09.2025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159E04-B4BE-41C6-BDD2-B35FC3D47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D164C2-428B-4B3C-B15F-EFF8C9B2B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6718-E67A-41CA-8E8E-FA5435F20A3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21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7231E4-75C2-4449-8393-941E51E45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CA26B0-AD15-4B8F-A311-36B83C8D4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55E64B-4E98-49C9-96C8-774EE24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7F45143-5F1C-435C-82F0-299C90E5B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ACE25AC-7F06-46B1-B143-CD3D38D064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1373916-914B-4361-8AF6-AE46568EC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2A750-9408-46C0-8280-F4F89FB8D36C}" type="datetimeFigureOut">
              <a:rPr lang="ru-RU" smtClean="0"/>
              <a:t>13.09.2025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10F6012-7CE8-4FA7-ADB8-13FC7F6C1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D18947D-6FB6-4C29-A9C5-F495364BE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6718-E67A-41CA-8E8E-FA5435F20A3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7949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448AD9-7A61-448E-B455-CF02D3A5A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1A445A2-A442-4690-BE61-11989C516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2A750-9408-46C0-8280-F4F89FB8D36C}" type="datetimeFigureOut">
              <a:rPr lang="ru-RU" smtClean="0"/>
              <a:t>13.09.2025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2D72F98-77FC-40B3-BDF9-BF4F07EDB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91546B0-D5E3-45CC-9737-9D717FFB6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6718-E67A-41CA-8E8E-FA5435F20A3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513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A2B9270-673F-4953-8C0C-B1895733B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2A750-9408-46C0-8280-F4F89FB8D36C}" type="datetimeFigureOut">
              <a:rPr lang="ru-RU" smtClean="0"/>
              <a:t>13.09.2025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F899A45-0FF0-4593-8474-B7988DE48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6C635C-3C67-45D4-804C-A4F3E1184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6718-E67A-41CA-8E8E-FA5435F20A3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16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D03DC2-7B8A-448A-AF95-DAD6C54B4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A21BFB-914E-4BCB-BAF5-48016948E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5F040F-88C8-4024-B97C-C444E7534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24FE15-2BE3-46E9-ACFD-334D1D52F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2A750-9408-46C0-8280-F4F89FB8D36C}" type="datetimeFigureOut">
              <a:rPr lang="ru-RU" smtClean="0"/>
              <a:t>13.09.2025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24F0E6-62F4-4AC8-A165-B36ED49E4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243965-A149-49B7-B261-297E066FA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6718-E67A-41CA-8E8E-FA5435F20A3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6301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4F139B-D704-496A-9E4F-815644798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0AC4930-2995-4077-AAD3-3471ABE587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023ED1D-10B9-435F-9EA2-B8EDB2AC1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A2027AE-A12B-48B3-920A-2F8C644F8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2A750-9408-46C0-8280-F4F89FB8D36C}" type="datetimeFigureOut">
              <a:rPr lang="ru-RU" smtClean="0"/>
              <a:t>13.09.2025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560E71-F4AB-42F2-93CF-B9CFE8AFC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1E87B8A-8C5B-4B46-9ACD-C143BD0F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6718-E67A-41CA-8E8E-FA5435F20A3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191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4C506-E9EF-4144-A293-E5AC0F517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59A126D-62EB-4402-9397-160C2772C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4FFEF2-59E3-4E36-B449-B0EE3C200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2A750-9408-46C0-8280-F4F89FB8D36C}" type="datetimeFigureOut">
              <a:rPr lang="ru-RU" smtClean="0"/>
              <a:t>13.09.2025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D57D73-DC8B-4BBD-8DAA-F0368B0F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0E84B5-A71E-4BFF-9E2E-E3E984852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6718-E67A-41CA-8E8E-FA5435F20A3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042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065F833-C706-4BF8-91CD-EE8D6493B0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214AAC7-55AD-4FE1-9BBD-E2D6051C7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9A3774-8718-4DF2-8FA8-3A6CE0C5C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2A750-9408-46C0-8280-F4F89FB8D36C}" type="datetimeFigureOut">
              <a:rPr lang="ru-RU" smtClean="0"/>
              <a:t>13.09.2025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DB7D6D-ABF5-4365-A4F2-C98FD89D2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E9A632-AF16-4221-8BFD-72981F561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6718-E67A-41CA-8E8E-FA5435F20A3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9785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A71083-8345-442B-AF6F-0F0D74436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D79B8A5-510D-4BDF-AA50-E2C67FE64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54031B-E85C-4293-99CC-5ABFAA264B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2A750-9408-46C0-8280-F4F89FB8D36C}" type="datetimeFigureOut">
              <a:rPr lang="ru-RU" smtClean="0"/>
              <a:t>13.09.2025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6CFA0D-6259-41A5-8916-DEDC1729EE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A85013-6274-4C66-BCF0-5F181D44D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3C6718-E67A-41CA-8E8E-FA5435F20A3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686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2E7B3A2C-5074-43FB-9CE0-5ACDDF901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27169" y="1905506"/>
            <a:ext cx="115376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Это молитва в пустыне,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иссохла душа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Это молитва в моей тесноте: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Мой Бог, помощь лишь от Тебя</a:t>
            </a:r>
          </a:p>
        </p:txBody>
      </p:sp>
      <p:sp>
        <p:nvSpPr>
          <p:cNvPr id="7" name="Місце для вмісту 6">
            <a:extLst>
              <a:ext uri="{FF2B5EF4-FFF2-40B4-BE49-F238E27FC236}">
                <a16:creationId xmlns:a16="http://schemas.microsoft.com/office/drawing/2014/main" id="{5CC9E117-B51A-4821-8FE8-B236F62ED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9515" y="76705"/>
            <a:ext cx="530629" cy="352310"/>
          </a:xfrm>
        </p:spPr>
        <p:txBody>
          <a:bodyPr>
            <a:normAutofit fontScale="77500" lnSpcReduction="20000"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8512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2E7B3A2C-5074-43FB-9CE0-5ACDDF901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27169" y="1905506"/>
            <a:ext cx="115376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Молитва в огне испытаний: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в боли меня утешай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веру ценнее чем золото,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Бог, Ты через огонь очищай</a:t>
            </a:r>
          </a:p>
        </p:txBody>
      </p:sp>
      <p:sp>
        <p:nvSpPr>
          <p:cNvPr id="7" name="Місце для вмісту 6">
            <a:extLst>
              <a:ext uri="{FF2B5EF4-FFF2-40B4-BE49-F238E27FC236}">
                <a16:creationId xmlns:a16="http://schemas.microsoft.com/office/drawing/2014/main" id="{5CC9E117-B51A-4821-8FE8-B236F62ED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9515" y="76705"/>
            <a:ext cx="530629" cy="352310"/>
          </a:xfrm>
        </p:spPr>
        <p:txBody>
          <a:bodyPr>
            <a:normAutofit fontScale="77500" lnSpcReduction="20000"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6304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2E7B3A2C-5074-43FB-9CE0-5ACDDF901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39870" y="1905506"/>
            <a:ext cx="115376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Снова хвалу я возношу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Против меня бессилен враг любой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Радостно я провозглашу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Это Господь Мессия, Он со мной</a:t>
            </a:r>
          </a:p>
        </p:txBody>
      </p:sp>
      <p:sp>
        <p:nvSpPr>
          <p:cNvPr id="7" name="Місце для вмісту 6">
            <a:extLst>
              <a:ext uri="{FF2B5EF4-FFF2-40B4-BE49-F238E27FC236}">
                <a16:creationId xmlns:a16="http://schemas.microsoft.com/office/drawing/2014/main" id="{5CC9E117-B51A-4821-8FE8-B236F62ED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9515" y="76705"/>
            <a:ext cx="530629" cy="352310"/>
          </a:xfrm>
        </p:spPr>
        <p:txBody>
          <a:bodyPr>
            <a:normAutofit fontScale="77500" lnSpcReduction="20000"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5136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2E7B3A2C-5074-43FB-9CE0-5ACDDF901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39870" y="1905506"/>
            <a:ext cx="115376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 мои дни, всякое время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– Тот же Бог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Вижу причину, чтоб петь</a:t>
            </a:r>
          </a:p>
          <a:p>
            <a:pPr algn="ctr"/>
            <a:r>
              <a:rPr lang="ru-RU" sz="4800" b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Вижу причину,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чтоб славить</a:t>
            </a:r>
          </a:p>
        </p:txBody>
      </p:sp>
      <p:sp>
        <p:nvSpPr>
          <p:cNvPr id="7" name="Місце для вмісту 6">
            <a:extLst>
              <a:ext uri="{FF2B5EF4-FFF2-40B4-BE49-F238E27FC236}">
                <a16:creationId xmlns:a16="http://schemas.microsoft.com/office/drawing/2014/main" id="{5CC9E117-B51A-4821-8FE8-B236F62ED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9515" y="76705"/>
            <a:ext cx="530629" cy="352310"/>
          </a:xfrm>
        </p:spPr>
        <p:txBody>
          <a:bodyPr>
            <a:normAutofit fontScale="77500" lnSpcReduction="20000"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06375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87</Words>
  <Application>Microsoft Office PowerPoint</Application>
  <PresentationFormat>Широкий екран</PresentationFormat>
  <Paragraphs>20</Paragraphs>
  <Slides>4</Slides>
  <Notes>4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Lenovo</dc:creator>
  <cp:lastModifiedBy>Олександр Зик</cp:lastModifiedBy>
  <cp:revision>2</cp:revision>
  <dcterms:created xsi:type="dcterms:W3CDTF">2025-06-15T08:36:00Z</dcterms:created>
  <dcterms:modified xsi:type="dcterms:W3CDTF">2025-09-13T19:44:08Z</dcterms:modified>
</cp:coreProperties>
</file>