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29" r:id="rId2"/>
    <p:sldId id="330" r:id="rId3"/>
    <p:sldId id="331" r:id="rId4"/>
    <p:sldId id="332" r:id="rId5"/>
    <p:sldId id="334" r:id="rId6"/>
    <p:sldId id="338" r:id="rId7"/>
    <p:sldId id="335" r:id="rId8"/>
    <p:sldId id="337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79263-2DA3-478A-8B97-E84AA2F71EFF}" type="datetimeFigureOut">
              <a:rPr lang="ru-RU" smtClean="0"/>
              <a:t>23.02.2025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4C1B80-B3B4-4EA4-A935-3AC6B0C494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7336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068644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824973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657124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998275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501968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514567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7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81969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8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293095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A8E146-5D03-4E50-882E-A53238451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CEAAEC9-ABA7-4B7C-80ED-608460E14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99C3781-4801-48FF-A78C-D1FFE3188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4AD73-691B-4133-9CA1-9223F907512F}" type="datetimeFigureOut">
              <a:rPr lang="ru-RU" smtClean="0"/>
              <a:t>23.02.2025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1033A83-D716-4B9E-8F07-9A6ECF2EE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C800777-597E-4161-A4DA-91EB75C8F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DD1A9-70FB-4373-A8B8-BB6A7C2EC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845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3BD5B9-61B8-4646-8BC0-3E9D2AD0B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3FD3710-C16F-4D95-BDB4-81A5DF6BE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8AA63BD-7B1A-4B00-B226-714F3EFE4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4AD73-691B-4133-9CA1-9223F907512F}" type="datetimeFigureOut">
              <a:rPr lang="ru-RU" smtClean="0"/>
              <a:t>23.02.2025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DB62B9F-E7A8-412F-B5A1-A06D4298A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E7E10FB-71A9-4CBD-8457-D81DD0D78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DD1A9-70FB-4373-A8B8-BB6A7C2EC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5278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CEAD66-18F7-4A0A-A647-C47DA500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D2821AA-8E92-4BD0-8805-0F8FE6A21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DB655F1-059E-468A-B012-B39A31A35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4AD73-691B-4133-9CA1-9223F907512F}" type="datetimeFigureOut">
              <a:rPr lang="ru-RU" smtClean="0"/>
              <a:t>23.02.2025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2B3412F-4A86-44CD-BEA4-788DAB69B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AEAF6EE-E529-4C7E-AD70-09AE7F9F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DD1A9-70FB-4373-A8B8-BB6A7C2EC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956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11D026-A33B-46D1-8989-914156857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968B763-9923-48A9-BE3E-7F171DBAE6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1A8FC65A-DEF6-484F-A5C2-6F80B3331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8E135FB-60D0-4124-A1F0-F6E89CDCF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4AD73-691B-4133-9CA1-9223F907512F}" type="datetimeFigureOut">
              <a:rPr lang="ru-RU" smtClean="0"/>
              <a:t>23.02.2025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2833770-A048-4595-97C4-88D472D5D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5DEE255-AEDB-43A1-BAE9-0B1472B1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DD1A9-70FB-4373-A8B8-BB6A7C2EC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380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004CDB-B671-48E9-B1A0-3F88FB16C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01B5E2C-5286-4720-8DD3-F925F6F24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416428A-512D-48AB-8B17-FF101F5C3D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82B12553-2B36-4479-B445-3BF3CB6EB9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FCBAF48D-0D8C-42CA-AA8C-6C986C3A2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2CFC7021-E859-411F-A62B-DAEF3B783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4AD73-691B-4133-9CA1-9223F907512F}" type="datetimeFigureOut">
              <a:rPr lang="ru-RU" smtClean="0"/>
              <a:t>23.02.2025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55A9DC17-FAAB-4110-9FD7-2249B8F7A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DC093243-3408-433B-9C9B-ED111E5F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DD1A9-70FB-4373-A8B8-BB6A7C2EC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1922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7E0F09-8340-4E2D-8663-5991D6002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CF72242B-3980-436B-AF1C-9E599DF31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4AD73-691B-4133-9CA1-9223F907512F}" type="datetimeFigureOut">
              <a:rPr lang="ru-RU" smtClean="0"/>
              <a:t>23.02.2025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D47BE5B8-AF4F-4DF6-B90A-C7122B5BA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76E0A756-2B26-413B-8E4E-E134F4DB5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DD1A9-70FB-4373-A8B8-BB6A7C2EC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6547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B0CFF583-54A0-4EE9-8B2A-D7C1F1062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4AD73-691B-4133-9CA1-9223F907512F}" type="datetimeFigureOut">
              <a:rPr lang="ru-RU" smtClean="0"/>
              <a:t>23.02.2025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E4D66FE4-99FA-4E62-89DD-F5DFD9E89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6F56DD70-583D-4A85-A870-16D626F2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DD1A9-70FB-4373-A8B8-BB6A7C2EC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2789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96F4A0-5114-4DB5-BA68-DD6CD410B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C996EC0-6790-4371-ACD8-AC92B4400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3CB6B6D5-7A61-47F6-A9B9-4108D3A53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E7CDA35-4259-4254-8DA3-6D8591D0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4AD73-691B-4133-9CA1-9223F907512F}" type="datetimeFigureOut">
              <a:rPr lang="ru-RU" smtClean="0"/>
              <a:t>23.02.2025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4F80D46-C43D-42B5-8DE0-C30B8D9EC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4436AE1-F558-4D74-815F-C7E2A0B6E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DD1A9-70FB-4373-A8B8-BB6A7C2EC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998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CDC4D2-D490-4CF1-AA5D-65BFC2C11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31335912-70F9-4F26-A82A-5947F608A2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54427288-D03F-437E-949F-7BA8DC5CF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94BF644-1FCF-41E9-894D-1204969AF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4AD73-691B-4133-9CA1-9223F907512F}" type="datetimeFigureOut">
              <a:rPr lang="ru-RU" smtClean="0"/>
              <a:t>23.02.2025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38C7331-E99A-4443-893A-E5FADF921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6DF577E1-66B9-4AEA-962E-7B5D4777B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DD1A9-70FB-4373-A8B8-BB6A7C2EC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801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B173C8-22E6-4CF6-AFEE-43D11F955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CCF665EA-DE31-489F-A02E-88A4B7D763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CBBFC97-4AA3-4FA5-99AB-BACA811D0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4AD73-691B-4133-9CA1-9223F907512F}" type="datetimeFigureOut">
              <a:rPr lang="ru-RU" smtClean="0"/>
              <a:t>23.02.2025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38401A0-632E-49AF-89A2-987A3A251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06BC99E-6684-4171-92B7-2D1BCAAC2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DD1A9-70FB-4373-A8B8-BB6A7C2EC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8413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7162948E-3858-4F51-ADAD-9D6943876B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664C213-230F-432D-BFFB-72E136452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046D198-D2C5-46F8-BFED-FA4DD96A1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4AD73-691B-4133-9CA1-9223F907512F}" type="datetimeFigureOut">
              <a:rPr lang="ru-RU" smtClean="0"/>
              <a:t>23.02.2025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A760935-8ACB-41A6-BFC5-3139D3B49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AA2B7C9-A16B-4B9C-B0F3-99D3C981B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DD1A9-70FB-4373-A8B8-BB6A7C2EC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8766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CEA04E47-5D5B-441D-A3E8-E29A5C6A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EDEACCB-8632-4F62-85DC-7C7808E1A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870B87B-A0FF-40B6-9028-9E71D6E34A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44AD73-691B-4133-9CA1-9223F907512F}" type="datetimeFigureOut">
              <a:rPr lang="ru-RU" smtClean="0"/>
              <a:t>23.02.2025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E2CC6E3-20D3-4B17-9579-519F5D35C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656B3B5-23F8-4ECB-9F4A-444641A9C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DD1A9-70FB-4373-A8B8-BB6A7C2EC8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4565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57619" y="1905506"/>
            <a:ext cx="1187676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славлю в долині, славлю в горах,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Коли не вагаюсь, коли в серці страх.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Коли я безсилий, кругом вороги,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Хвала, наче злива, може їх усіх змить!</a:t>
            </a:r>
          </a:p>
        </p:txBody>
      </p:sp>
    </p:spTree>
    <p:extLst>
      <p:ext uri="{BB962C8B-B14F-4D97-AF65-F5344CB8AC3E}">
        <p14:creationId xmlns:p14="http://schemas.microsoft.com/office/powerpoint/2010/main" val="205446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57619" y="2644170"/>
            <a:ext cx="1187676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І доки живий я,</a:t>
            </a:r>
          </a:p>
          <a:p>
            <a:pPr algn="ctr"/>
            <a:r>
              <a:rPr lang="uk-UA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причин хвалити сотні: </a:t>
            </a:r>
          </a:p>
        </p:txBody>
      </p:sp>
    </p:spTree>
    <p:extLst>
      <p:ext uri="{BB962C8B-B14F-4D97-AF65-F5344CB8AC3E}">
        <p14:creationId xmlns:p14="http://schemas.microsoft.com/office/powerpoint/2010/main" val="1415394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57619" y="2492066"/>
            <a:ext cx="1187676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Слав душа Господа! </a:t>
            </a:r>
          </a:p>
          <a:p>
            <a:pPr algn="ctr"/>
            <a:r>
              <a:rPr lang="uk-UA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Слав душа Господа! </a:t>
            </a:r>
          </a:p>
        </p:txBody>
      </p:sp>
    </p:spTree>
    <p:extLst>
      <p:ext uri="{BB962C8B-B14F-4D97-AF65-F5344CB8AC3E}">
        <p14:creationId xmlns:p14="http://schemas.microsoft.com/office/powerpoint/2010/main" val="2920719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" y="1905506"/>
            <a:ext cx="1219199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Хвалю як наснага або в серці біль,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Хвалю я, бо знаю: в Твоїй все руці!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Хвала – моя зброя, це більше, ніж звук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Хвали шум для Бога руйнує стіну!</a:t>
            </a:r>
          </a:p>
        </p:txBody>
      </p:sp>
    </p:spTree>
    <p:extLst>
      <p:ext uri="{BB962C8B-B14F-4D97-AF65-F5344CB8AC3E}">
        <p14:creationId xmlns:p14="http://schemas.microsoft.com/office/powerpoint/2010/main" val="380224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57619" y="2644170"/>
            <a:ext cx="1187676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І доки живий я,</a:t>
            </a:r>
          </a:p>
          <a:p>
            <a:pPr algn="ctr"/>
            <a:r>
              <a:rPr lang="uk-UA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причин хвалити сотні: </a:t>
            </a:r>
          </a:p>
        </p:txBody>
      </p:sp>
    </p:spTree>
    <p:extLst>
      <p:ext uri="{BB962C8B-B14F-4D97-AF65-F5344CB8AC3E}">
        <p14:creationId xmlns:p14="http://schemas.microsoft.com/office/powerpoint/2010/main" val="1726675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57619" y="2492066"/>
            <a:ext cx="1187676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Слав душа Господа! </a:t>
            </a:r>
          </a:p>
          <a:p>
            <a:pPr algn="ctr"/>
            <a:r>
              <a:rPr lang="uk-UA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Слав душа Господа! </a:t>
            </a:r>
          </a:p>
        </p:txBody>
      </p:sp>
    </p:spTree>
    <p:extLst>
      <p:ext uri="{BB962C8B-B14F-4D97-AF65-F5344CB8AC3E}">
        <p14:creationId xmlns:p14="http://schemas.microsoft.com/office/powerpoint/2010/main" val="2750407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0" y="2168900"/>
            <a:ext cx="1219199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 буду мовчати, як можна ховати</a:t>
            </a:r>
          </a:p>
          <a:p>
            <a:pPr algn="ctr"/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Що мій Бог Великий живий!</a:t>
            </a:r>
          </a:p>
          <a:p>
            <a:pPr algn="ctr"/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Слав душа Господа! </a:t>
            </a:r>
          </a:p>
        </p:txBody>
      </p:sp>
    </p:spTree>
    <p:extLst>
      <p:ext uri="{BB962C8B-B14F-4D97-AF65-F5344CB8AC3E}">
        <p14:creationId xmlns:p14="http://schemas.microsoft.com/office/powerpoint/2010/main" val="3739058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-178836" y="1905506"/>
            <a:ext cx="1254967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 Тебе вся влада, царюєш над всім,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Немає величніше, Боже, ніж Ти!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славлю: Ти вірний і істина Ти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Великий, Ти гідний всієї хвали!</a:t>
            </a:r>
          </a:p>
        </p:txBody>
      </p:sp>
    </p:spTree>
    <p:extLst>
      <p:ext uri="{BB962C8B-B14F-4D97-AF65-F5344CB8AC3E}">
        <p14:creationId xmlns:p14="http://schemas.microsoft.com/office/powerpoint/2010/main" val="30248715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164</Words>
  <Application>Microsoft Office PowerPoint</Application>
  <PresentationFormat>Широкоэкранный</PresentationFormat>
  <Paragraphs>31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Lenovo</cp:lastModifiedBy>
  <cp:revision>4</cp:revision>
  <dcterms:created xsi:type="dcterms:W3CDTF">2024-08-03T16:08:08Z</dcterms:created>
  <dcterms:modified xsi:type="dcterms:W3CDTF">2025-02-23T10:51:55Z</dcterms:modified>
</cp:coreProperties>
</file>