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70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B64D73CE-98BA-45DF-9824-0E848D6A962E}"/>
    <pc:docChg chg="modSld">
      <pc:chgData name="Олександр Зик" userId="c7a628fe0823e5d5" providerId="LiveId" clId="{B64D73CE-98BA-45DF-9824-0E848D6A962E}" dt="2024-10-05T16:29:27.486" v="17" actId="20577"/>
      <pc:docMkLst>
        <pc:docMk/>
      </pc:docMkLst>
      <pc:sldChg chg="modSp mod">
        <pc:chgData name="Олександр Зик" userId="c7a628fe0823e5d5" providerId="LiveId" clId="{B64D73CE-98BA-45DF-9824-0E848D6A962E}" dt="2024-10-05T16:28:15.910" v="8" actId="1076"/>
        <pc:sldMkLst>
          <pc:docMk/>
          <pc:sldMk cId="4152051710" sldId="258"/>
        </pc:sldMkLst>
        <pc:spChg chg="mod">
          <ac:chgData name="Олександр Зик" userId="c7a628fe0823e5d5" providerId="LiveId" clId="{B64D73CE-98BA-45DF-9824-0E848D6A962E}" dt="2024-10-05T16:28:15.910" v="8" actId="1076"/>
          <ac:spMkLst>
            <pc:docMk/>
            <pc:sldMk cId="4152051710" sldId="258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B64D73CE-98BA-45DF-9824-0E848D6A962E}" dt="2024-10-05T16:28:38.618" v="10" actId="20577"/>
        <pc:sldMkLst>
          <pc:docMk/>
          <pc:sldMk cId="3361539780" sldId="259"/>
        </pc:sldMkLst>
        <pc:spChg chg="mod">
          <ac:chgData name="Олександр Зик" userId="c7a628fe0823e5d5" providerId="LiveId" clId="{B64D73CE-98BA-45DF-9824-0E848D6A962E}" dt="2024-10-05T16:28:38.618" v="10" actId="20577"/>
          <ac:spMkLst>
            <pc:docMk/>
            <pc:sldMk cId="3361539780" sldId="259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B64D73CE-98BA-45DF-9824-0E848D6A962E}" dt="2024-10-05T16:29:07.026" v="15" actId="1076"/>
        <pc:sldMkLst>
          <pc:docMk/>
          <pc:sldMk cId="4155644040" sldId="260"/>
        </pc:sldMkLst>
        <pc:spChg chg="mod">
          <ac:chgData name="Олександр Зик" userId="c7a628fe0823e5d5" providerId="LiveId" clId="{B64D73CE-98BA-45DF-9824-0E848D6A962E}" dt="2024-10-05T16:29:07.026" v="15" actId="1076"/>
          <ac:spMkLst>
            <pc:docMk/>
            <pc:sldMk cId="4155644040" sldId="260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B64D73CE-98BA-45DF-9824-0E848D6A962E}" dt="2024-10-05T16:29:27.486" v="17" actId="20577"/>
        <pc:sldMkLst>
          <pc:docMk/>
          <pc:sldMk cId="1472382266" sldId="261"/>
        </pc:sldMkLst>
        <pc:spChg chg="mod">
          <ac:chgData name="Олександр Зик" userId="c7a628fe0823e5d5" providerId="LiveId" clId="{B64D73CE-98BA-45DF-9824-0E848D6A962E}" dt="2024-10-05T16:29:27.486" v="17" actId="20577"/>
          <ac:spMkLst>
            <pc:docMk/>
            <pc:sldMk cId="1472382266" sldId="261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B64D73CE-98BA-45DF-9824-0E848D6A962E}" dt="2024-10-05T16:27:13.970" v="3" actId="20577"/>
        <pc:sldMkLst>
          <pc:docMk/>
          <pc:sldMk cId="3062560235" sldId="269"/>
        </pc:sldMkLst>
        <pc:spChg chg="mod">
          <ac:chgData name="Олександр Зик" userId="c7a628fe0823e5d5" providerId="LiveId" clId="{B64D73CE-98BA-45DF-9824-0E848D6A962E}" dt="2024-10-05T16:27:13.970" v="3" actId="20577"/>
          <ac:spMkLst>
            <pc:docMk/>
            <pc:sldMk cId="3062560235" sldId="269"/>
            <ac:spMk id="6" creationId="{8B8B9F93-12AE-88AB-620C-6C359005DC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A8165-BF20-44D7-8F25-2101F3675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2603274-0A58-4027-B039-8801DC784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071B206-3496-4CCA-B6C3-F42079BC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65D3D74-3415-48D3-8165-4E10C54D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32D91AE-EF9D-4EB7-8D59-0181BBC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63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43B96-EABF-448A-9BCC-0F588CF2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5422050-B4F1-4A89-B63C-C1D117A8E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8C5B119-F666-4B66-8E0D-60A9BBB3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476924E-A7F9-4637-92DE-1F8B760D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67E941E-1AF9-41D9-B118-30A160E2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0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7BBB1-E621-46F6-80E2-975A11D6C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275756D-7A9D-4533-9401-2EDEB9DEF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B53B471-E417-4CF4-B5CF-820E791D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F6C923-CA7C-4F73-AD5D-3D6FC594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19D6BF6-D18F-49E3-975C-9B0D9A63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42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36F52-A0AA-42B6-9E1C-27746A8C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1E4B68-5D51-4662-B0C9-052B7E4FF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60D90C2-EA05-4DBC-B159-B2FB15AD1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15AD950-823C-426E-ADAA-40C66DFD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6A80EE4-325D-4363-A7E6-052C6A5E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E06A6CE-E73E-4B45-99EC-C141A290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2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67522-0254-49E2-B6FE-59E07AD4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AF47158-955C-4D1E-A191-D353C34DF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F4CD915-2596-49B4-864B-87E4EE134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3390793-A0BC-46CE-9960-E0F409EB6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BB57F76-C521-431A-81CB-2DE668923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6FD3A4F-C225-405A-8C6C-870DB3C6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65F845C-29E5-4F3F-B322-D5C22998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8364DBB-7882-4C6D-AC48-EEF5DAD5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51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AAE5-E364-4839-8A23-BCA9134C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31C9F5D-AEAD-481C-9E98-79EBA4DD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6AF991E-06F0-416A-8B2F-E092A217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12BD083-ED47-4087-AC78-201DDC08A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1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C4CD815-7EC9-40A8-B784-61B8925A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AEEDE0F-F98F-4BB9-9405-A9A9A858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355CCE8-DA79-40C9-8734-2EA0D6EB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6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A0DED7-62F5-48A3-80E2-B5DA7CC7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3022A52-EC1A-4416-A2BD-2C79F2C47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87E3E8A-D4AC-46A5-9AB4-967ED89E0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105A4F5-0C09-49D9-8181-FFE7C2B8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3E68A99-BDA0-4FEC-B705-B771A61C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BE9BCDA-88AA-4753-B612-572549CC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5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07C0B-F000-4BD3-B2D5-B0432DBE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51FC1F2-46CA-4BE5-BEBC-9479A0668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B76B76D-7D2D-4B3D-84AC-BD04F18FC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635367A-7C10-47CC-BC23-25152BDD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1752792-A076-4E3B-A496-4898C8BE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FC1F95E-83C2-40CA-9208-9093AC63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69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13289-9E29-4C63-B584-441A347C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0A2584B-6E0C-4E5C-ADCA-F3D80CD7F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607AFD7-20B2-415A-B7A0-B8C0CF4F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759D109-97AC-4D29-82E5-EF817740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98B0012-F604-4D32-8453-D3C11A65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389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7AC5844-F1DF-4EE1-A86A-EDED4E6D8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92B18EB-ED70-473E-B283-52B100F20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99D5E26-FB72-4737-995F-27C5B97C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89B8539-E561-4172-9E7B-FAA58C87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506C5B2-6766-4859-A6D5-91C141E9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70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9C2E854-102B-4B3D-B866-BC84D699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CF7A743-7031-4985-BD6F-7E77F22BD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10E90A6-A3C9-48E4-AB59-D6E9D8149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E4861-BCA2-4C1D-857C-95A5EB5AB5B7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7D190D0-8DE7-40E5-8B4D-1BD6F9C3C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277FC27-F40D-42A9-BCED-4A5CC2E67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1ED91-A855-446D-8D3D-8F386DD13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82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1982558"/>
            <a:ext cx="11997358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вижу, как Царь Славы в облаках идёт с огнём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Lantinghei SC Demibold" panose="02000000000000000000" pitchFamily="2" charset="-122"/>
                <a:ea typeface="Lantinghei SC Demibold" panose="02000000000000000000" pitchFamily="2" charset="-122"/>
                <a:cs typeface="Farisi" pitchFamily="2" charset="-78"/>
              </a:rPr>
              <a:t>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Трепещет всё</a:t>
            </a:r>
            <a:endParaRPr lang="en-US" sz="6000" b="1" dirty="0">
              <a:solidFill>
                <a:schemeClr val="bg1">
                  <a:lumMod val="95000"/>
                </a:schemeClr>
              </a:solidFill>
              <a:effectLst/>
              <a:latin typeface="Lantinghei SC Demibold" panose="02000000000000000000" pitchFamily="2" charset="-122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7121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1982558"/>
            <a:ext cx="11997358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вижу, как любовью все грехи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Lantinghei SC Demibold" panose="02000000000000000000" pitchFamily="2" charset="-122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омоет Он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Lantinghei SC Demibold" panose="02000000000000000000" pitchFamily="2" charset="-122"/>
                <a:ea typeface="Lantinghei SC Demibold" panose="02000000000000000000" pitchFamily="2" charset="-122"/>
                <a:cs typeface="Farisi" pitchFamily="2" charset="-78"/>
              </a:rPr>
              <a:t> </a:t>
            </a:r>
            <a:endParaRPr lang="uk-UA" sz="6000" b="1" dirty="0">
              <a:solidFill>
                <a:schemeClr val="bg1">
                  <a:lumMod val="95000"/>
                </a:schemeClr>
              </a:solidFill>
              <a:effectLst/>
              <a:latin typeface="Lantinghei SC Demibold" panose="02000000000000000000" pitchFamily="2" charset="-122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Земля поёт</a:t>
            </a:r>
          </a:p>
        </p:txBody>
      </p:sp>
    </p:spTree>
    <p:extLst>
      <p:ext uri="{BB962C8B-B14F-4D97-AF65-F5344CB8AC3E}">
        <p14:creationId xmlns:p14="http://schemas.microsoft.com/office/powerpoint/2010/main" val="306256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8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2444223"/>
            <a:ext cx="11997358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Осанна, Осанна, Осанна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Богу в вышних</a:t>
            </a:r>
          </a:p>
        </p:txBody>
      </p:sp>
    </p:spTree>
    <p:extLst>
      <p:ext uri="{BB962C8B-B14F-4D97-AF65-F5344CB8AC3E}">
        <p14:creationId xmlns:p14="http://schemas.microsoft.com/office/powerpoint/2010/main" val="222027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2077711"/>
            <a:ext cx="11997358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вижу поколение,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 верой искренней встаёт,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Занять свой пост</a:t>
            </a:r>
          </a:p>
        </p:txBody>
      </p:sp>
    </p:spTree>
    <p:extLst>
      <p:ext uri="{BB962C8B-B14F-4D97-AF65-F5344CB8AC3E}">
        <p14:creationId xmlns:p14="http://schemas.microsoft.com/office/powerpoint/2010/main" val="4152051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1982558"/>
            <a:ext cx="11997358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вижу, как с молитвой, пробужденье к нам придёт,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Склонимся вновь</a:t>
            </a:r>
          </a:p>
        </p:txBody>
      </p:sp>
    </p:spTree>
    <p:extLst>
      <p:ext uri="{BB962C8B-B14F-4D97-AF65-F5344CB8AC3E}">
        <p14:creationId xmlns:p14="http://schemas.microsoft.com/office/powerpoint/2010/main" val="3361539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1074509"/>
            <a:ext cx="11997358" cy="47089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Сердце исцели, омой,</a:t>
            </a:r>
          </a:p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  <a:effectLst/>
                <a:latin typeface="Lantinghei SC Demibold" panose="02000000000000000000" pitchFamily="2" charset="-122"/>
                <a:ea typeface="Lantinghei SC Demibold" panose="02000000000000000000" pitchFamily="2" charset="-122"/>
                <a:cs typeface="Al Nile" pitchFamily="2" charset="-78"/>
              </a:rPr>
              <a:t>B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мир невидимый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мне глаза открой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Научи любить, как Ты,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всех любишь</a:t>
            </a:r>
          </a:p>
        </p:txBody>
      </p:sp>
    </p:spTree>
    <p:extLst>
      <p:ext uri="{BB962C8B-B14F-4D97-AF65-F5344CB8AC3E}">
        <p14:creationId xmlns:p14="http://schemas.microsoft.com/office/powerpoint/2010/main" val="415564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ed, dune&#10;&#10;Description automatically generated">
            <a:extLst>
              <a:ext uri="{FF2B5EF4-FFF2-40B4-BE49-F238E27FC236}">
                <a16:creationId xmlns:a16="http://schemas.microsoft.com/office/drawing/2014/main" id="{346C6DF2-B19E-62F8-BC25-246A380A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0562"/>
            <a:ext cx="12192000" cy="6888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321" y="1059228"/>
            <a:ext cx="11997358" cy="47089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Сделай боль Свою – моей,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Царствию отдам </a:t>
            </a:r>
            <a:r>
              <a:rPr lang="ru-RU" sz="60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всё,</a:t>
            </a:r>
          </a:p>
          <a:p>
            <a:pPr algn="ctr"/>
            <a:r>
              <a:rPr lang="ru-RU" sz="60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что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есть во мне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Так пройду свой путь земной я к вечности</a:t>
            </a:r>
          </a:p>
        </p:txBody>
      </p:sp>
    </p:spTree>
    <p:extLst>
      <p:ext uri="{BB962C8B-B14F-4D97-AF65-F5344CB8AC3E}">
        <p14:creationId xmlns:p14="http://schemas.microsoft.com/office/powerpoint/2010/main" val="14723822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</Words>
  <Application>Microsoft Office PowerPoint</Application>
  <PresentationFormat>Широкоэкранный</PresentationFormat>
  <Paragraphs>20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Lantinghei SC Demibold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2023-12-09T19:38:36Z</dcterms:created>
  <dcterms:modified xsi:type="dcterms:W3CDTF">2025-05-21T20:09:18Z</dcterms:modified>
</cp:coreProperties>
</file>