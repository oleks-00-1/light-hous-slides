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9" r:id="rId2"/>
    <p:sldId id="360" r:id="rId3"/>
    <p:sldId id="361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D90D3-C920-4649-9934-03D1FCD37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92829BB-8D2C-4498-8392-A66B20FCC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3DCE93C-F29B-49E7-9904-60EAAACC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D4754E1-D2CE-48CB-B15D-8246708A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C8FD7DD-CEA3-49A2-BEDD-C5CEFDDC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21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46846-F372-4102-B9DA-CEA03C71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87E8AED-F525-47B9-894A-B9DE85F2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AD4C5C-77EE-4DD3-A678-53611997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7F9F59-FC2E-4ABD-9521-14521437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2349389-F21B-48C2-BCBA-6ECAA583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6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28D3F-D947-41BF-BB8F-0C9AB996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F5BCF8B-BFCF-4392-AA96-F129C9234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480F3C-7676-497B-BE1B-66669386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9C5C59-879B-4628-93E4-0EB97038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3D66F15-CD63-4D8E-BCE6-78F935FF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32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A7A99-0984-4D0C-8535-9C642FA7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E113E7-DD2A-4AF6-8EB4-5E86433C2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65F7BE1-CCBE-4E17-9F10-D9AAF7F55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2481531-F2D2-4D82-A3C5-AFFFB758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A0A5E88-0D3F-4AD8-9217-A20DCD6A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BD7FB04-2D33-46F1-AF2A-91EDB9BD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6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EDB64-DF2F-4210-9227-C176CF06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5C55E5F-BEA5-47D9-B8CB-145F26D40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92EAD56-AA4C-4DC1-AC38-BFA010D90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999EF61-4B5B-43CA-B767-A746EAB86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693A119-044A-4B3D-9DF2-26B1E0D1D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9499C1D-E0D2-4832-8C53-06CC81CE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BD3B1F9-865D-437D-B66D-41D484D2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0D9A1BC-FA0C-4FDB-9E06-22E92F91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70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AE90C-D33A-417F-9198-483C0C4A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62A7A9F-A951-4E14-BD99-7FF16D67C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B59093D-652D-406F-BE9F-6282E3A6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1C7BFE1-DF80-492F-870D-CD71E471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9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1C1DF7E-FAAB-416B-9627-ABCBB42E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059C5A7-529C-446B-A5C9-408106FE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E0CEFED-8E50-49BB-AF8A-9B6094E4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9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B1B70-BF3A-4087-8545-BAFD0947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7B9D2B-2965-4572-B4AB-4CB6D65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D33D633-0988-4757-8AEF-0976202BE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EC68135-9DC4-4F10-9DBF-9C619922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9A6EE74-7CFA-45B4-AD91-69B7D7BB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5447D6A-2EE7-4360-9C78-0EF4A136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06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2EF1E-4942-42D5-8EBB-800F6103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002321C-043C-479A-A622-9F21D43EA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E567C31-9770-4AAB-AEDA-EE11813D2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525A02D-9691-4234-AAD8-FDB525BE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EBC5218-BF15-4FAE-AB2D-1F778010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1FCE7E2-A128-42DE-92CA-253672E4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24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3E3CFC-47B7-4C0E-908B-13654659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E27848A-89FE-42A7-934B-3E03FC068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15AA859-A8A1-40D8-8E56-9CF5D654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F986A8-9BFD-49BF-9C38-536B6A5B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191E294-097B-42E7-8E99-DBC4721F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08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C04AA01-AD61-4D14-93A2-82EA4C3B2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B95AEA1-6439-492E-B369-036C03AD3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A45D50D-6775-435C-B15F-8EF4BB7C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42EE51-CAFD-48D4-B48A-CE1FBE40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9427DFF-7558-43E2-B999-075DE86C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65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FB2E116-D744-498D-B818-B8661EF4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BB31228-E487-4C39-9083-1E0BB42F2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DC0C14-87F9-4386-BA3E-313372185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CBD19-0666-4CA3-9BD6-FA02BC9C7C2E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501D4FB-7410-436D-968F-355FC9B91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F0A4C40-46F7-4E59-B3DD-4C9B8705C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151FD-FC28-4CE7-A1EC-DCF81AF7D575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32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747030" y="1937905"/>
            <a:ext cx="10697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Велики и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чудны дела Твои,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Господи Боже Вседержитель.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Праведны и истины пути Твои,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Царь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вят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9560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683713" y="1937905"/>
            <a:ext cx="108239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Кто не убоится не прославит Тебя,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Ибо Ты един свят.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Все народы поклонятся Тебе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Ибо Ты един свят.</a:t>
            </a:r>
          </a:p>
        </p:txBody>
      </p:sp>
    </p:spTree>
    <p:extLst>
      <p:ext uri="{BB962C8B-B14F-4D97-AF65-F5344CB8AC3E}">
        <p14:creationId xmlns:p14="http://schemas.microsoft.com/office/powerpoint/2010/main" val="36190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2C10AD1-BA19-FB06-0F67-0E010B89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1424" cy="692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D1978-F717-203D-7B14-E3136037961C}"/>
              </a:ext>
            </a:extLst>
          </p:cNvPr>
          <p:cNvSpPr txBox="1"/>
          <p:nvPr/>
        </p:nvSpPr>
        <p:spPr>
          <a:xfrm>
            <a:off x="683713" y="2676569"/>
            <a:ext cx="10823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Свят, свят, Ты един свят.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Свят, свят, Ты един свят.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71371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</Words>
  <Application>Microsoft Office PowerPoint</Application>
  <PresentationFormat>Широкий екран</PresentationFormat>
  <Paragraphs>10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2024-01-20T21:02:57Z</dcterms:created>
  <dcterms:modified xsi:type="dcterms:W3CDTF">2024-01-20T21:08:30Z</dcterms:modified>
</cp:coreProperties>
</file>