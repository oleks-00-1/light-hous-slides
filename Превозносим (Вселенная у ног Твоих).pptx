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304" r:id="rId3"/>
    <p:sldId id="305" r:id="rId4"/>
    <p:sldId id="306" r:id="rId5"/>
    <p:sldId id="307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0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D6515-5CE5-4912-AB84-B10475302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549B955B-E54D-4742-A8BD-7BA3B0988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C4ECAFB-B25F-4E1C-9F5A-6A81C1E7E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71458-B16E-40B0-8971-82EA02C2ED7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27D3F63-6DD7-4135-B37C-D7981A4AA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02904C2-7D42-4B93-A94B-8EDDFE4E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3FF5-A06F-4133-895B-BA8550AB19A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3060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C50319-63A5-455D-A70A-FE25E19DE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49E8477-888F-48D2-A7E1-4C895F20D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0DDE313-80F6-4FE1-B7E7-FD9E75C58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71458-B16E-40B0-8971-82EA02C2ED7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82F997B-D716-4282-A303-4EDB3A713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B3A4C94-4C7A-4984-99D7-A6BF96E18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3FF5-A06F-4133-895B-BA8550AB19A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856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0B007-13A8-476D-A17E-D1C514C23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96CF47C-79D3-4F33-A44B-6CEC79BA8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9E3CDDB-585C-4BDE-B1E5-DD886D9B5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71458-B16E-40B0-8971-82EA02C2ED7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F2BC7BA-0B04-4B17-920B-E55049EED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3A473D4-52CF-48CA-B89A-04479A4F0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3FF5-A06F-4133-895B-BA8550AB19A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15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BB70E5-E18B-4513-B915-D80D29907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EAF5C2D-59F9-4C09-9A26-8F7C4E15D1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DE87CED-4FF8-40D0-B16A-6CD79CC1E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0D86E0B-EC90-479D-A7E2-546A05E4B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71458-B16E-40B0-8971-82EA02C2ED7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D6160F6-884A-45CC-8E1E-474A241D2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4A0E820-0C28-4CE2-8617-F4028E464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3FF5-A06F-4133-895B-BA8550AB19A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3996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926EE-00C7-41F7-B404-61F0179AF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374AB04-86AD-4552-9945-D6FF9DE03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C24A837-5AD2-4FF1-B758-A47A514B7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1D7A7C56-00BE-4F98-9CF7-F77B3C8F4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30F47B74-3813-4801-8754-44A65488F3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0F3DA17E-BBF2-48F7-ABF9-D4B271167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71458-B16E-40B0-8971-82EA02C2ED7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ACCB59B9-4060-4CC5-9939-5E3E07A9B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22E5B409-066D-4171-9B93-51BA969C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3FF5-A06F-4133-895B-BA8550AB19A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712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36CB43-22A4-4766-91BD-12E9CA88E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4DF9AEA0-7C42-4EAA-A1B6-28AFB0B94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71458-B16E-40B0-8971-82EA02C2ED7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1A9A3B5F-96BD-4929-B715-2F5F93B1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9E5F688-A41B-4B43-8BF8-810EBA75B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3FF5-A06F-4133-895B-BA8550AB19A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37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613C7158-C18C-4D33-939C-589339C9A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71458-B16E-40B0-8971-82EA02C2ED7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FF5D8250-DA12-454F-BE33-9BFF4DE24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E3063746-7EDC-44C2-BB63-056A76DDA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3FF5-A06F-4133-895B-BA8550AB19A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836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3800DA-9CCE-4FFE-9133-F96E5A41D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55DD360-9FDA-44BA-BBC9-CBEC52235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3BF3BE5-29EF-48F5-9FE7-A78D51C17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2ECC376-A076-437C-8615-C948EB9C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71458-B16E-40B0-8971-82EA02C2ED7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23DD0CE-D9C2-404D-BFF8-56D598A88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AB7BC3A-7BF5-487E-9C09-477754FF7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3FF5-A06F-4133-895B-BA8550AB19A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486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07B51-73E8-4171-97C5-ADBA790CD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A1143F5F-92DB-4B02-B86F-643743D41F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135FDD7-F6D5-4D5A-A268-9A3613D5E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D7B5874-D70B-462B-8074-B381DED34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71458-B16E-40B0-8971-82EA02C2ED7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66DA906-2550-4A73-8A91-0CC0BB330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610DF02-3202-442A-ADAF-DC2DFD0D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3FF5-A06F-4133-895B-BA8550AB19A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8825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E5CA7C-49F2-4994-9A17-DD9D160B1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D0E403E-BF58-4556-AFBF-11BBC2BBA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0684D81-98C0-4A0F-A22A-BB0D4B1A4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71458-B16E-40B0-8971-82EA02C2ED7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D03E496-85AE-4F68-9030-5DE582286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8F86286-95FE-434B-A17A-8313D9CB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3FF5-A06F-4133-895B-BA8550AB19A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85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966C6674-51E3-436F-BB1C-CEFDE3B36B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2017D4A7-12DC-4195-BAD3-EEF1FAB10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57DE457-C3B2-4EC7-B5F0-8BDAE22DC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71458-B16E-40B0-8971-82EA02C2ED7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9255CD0-9C54-4F16-9143-0FDC02846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2982485-019B-4366-8266-D3DD016A4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63FF5-A06F-4133-895B-BA8550AB19A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185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38FA8CC3-FA7C-4112-BEF2-2DFEA6331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A22641E-714C-45A0-9010-D3CAAF358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C5B3743-174D-4171-A9A0-8A7BDF4FF4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71458-B16E-40B0-8971-82EA02C2ED7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6A62ACF-5E6E-4E7D-AF5B-55E5D9A73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71E89CE-1D12-48B7-9961-FBDE8B8BA3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63FF5-A06F-4133-895B-BA8550AB19A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8850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1" y="1942635"/>
            <a:ext cx="94791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Вселенная у ног Твоих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Всю хвалу воздаёт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Сияют звёзды в небесах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Всегда для Тебя</a:t>
            </a:r>
          </a:p>
        </p:txBody>
      </p:sp>
    </p:spTree>
    <p:extLst>
      <p:ext uri="{BB962C8B-B14F-4D97-AF65-F5344CB8AC3E}">
        <p14:creationId xmlns:p14="http://schemas.microsoft.com/office/powerpoint/2010/main" val="2311663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1" y="2644170"/>
            <a:ext cx="94791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Славим мы и возносим Тебя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Возносим Тебя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59269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963616" y="1573303"/>
            <a:ext cx="1026476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Превозносим, превозносим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 сравнится никто с Твоим величием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о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озносим, превозносим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стоим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чудесах Твоей любви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621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51572" y="1942635"/>
            <a:ext cx="1148884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Коронован Ты навеки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Искупитель, воскресший Спаситель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прославлен, Царь Величия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Всем творением Ты обожествляем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00651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51572" y="1942635"/>
            <a:ext cx="1148884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Святый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святый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– Бог Всевышний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Будем вечно Тебя возносить мы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 небесами восклицаем: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Вечный Бог, мы Тебя обожаем!</a:t>
            </a:r>
          </a:p>
        </p:txBody>
      </p:sp>
    </p:spTree>
    <p:extLst>
      <p:ext uri="{BB962C8B-B14F-4D97-AF65-F5344CB8AC3E}">
        <p14:creationId xmlns:p14="http://schemas.microsoft.com/office/powerpoint/2010/main" val="4259272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80</Words>
  <Application>Microsoft Office PowerPoint</Application>
  <PresentationFormat>Широкий екран</PresentationFormat>
  <Paragraphs>18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2024-11-18T19:57:09Z</dcterms:created>
  <dcterms:modified xsi:type="dcterms:W3CDTF">2024-11-18T20:03:11Z</dcterms:modified>
</cp:coreProperties>
</file>