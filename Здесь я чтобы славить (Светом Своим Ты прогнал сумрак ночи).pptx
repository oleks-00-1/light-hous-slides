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2" r:id="rId2"/>
    <p:sldId id="309" r:id="rId3"/>
    <p:sldId id="307" r:id="rId4"/>
    <p:sldId id="303" r:id="rId5"/>
    <p:sldId id="304" r:id="rId6"/>
    <p:sldId id="308" r:id="rId7"/>
    <p:sldId id="305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50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F59E7CF2-6B72-4321-9696-C513D913AE3B}"/>
    <pc:docChg chg="modSld">
      <pc:chgData name="Олександр Зик" userId="c7a628fe0823e5d5" providerId="LiveId" clId="{F59E7CF2-6B72-4321-9696-C513D913AE3B}" dt="2024-10-26T16:37:48.534" v="1" actId="20577"/>
      <pc:docMkLst>
        <pc:docMk/>
      </pc:docMkLst>
      <pc:sldChg chg="modSp mod">
        <pc:chgData name="Олександр Зик" userId="c7a628fe0823e5d5" providerId="LiveId" clId="{F59E7CF2-6B72-4321-9696-C513D913AE3B}" dt="2024-10-26T16:37:48.534" v="1" actId="20577"/>
        <pc:sldMkLst>
          <pc:docMk/>
          <pc:sldMk cId="1547939273" sldId="303"/>
        </pc:sldMkLst>
        <pc:spChg chg="mod">
          <ac:chgData name="Олександр Зик" userId="c7a628fe0823e5d5" providerId="LiveId" clId="{F59E7CF2-6B72-4321-9696-C513D913AE3B}" dt="2024-10-26T16:37:48.534" v="1" actId="20577"/>
          <ac:spMkLst>
            <pc:docMk/>
            <pc:sldMk cId="1547939273" sldId="303"/>
            <ac:spMk id="11" creationId="{C1431629-8DEA-0DDD-6161-8DCB099E78B0}"/>
          </ac:spMkLst>
        </pc:spChg>
      </pc:sldChg>
    </pc:docChg>
  </pc:docChgLst>
  <pc:docChgLst>
    <pc:chgData name="Олександр Зик" userId="c7a628fe0823e5d5" providerId="LiveId" clId="{1D2DAA57-85A5-454F-A9BF-D6ABF6BE51CB}"/>
    <pc:docChg chg="addSld modSld">
      <pc:chgData name="Олександр Зик" userId="c7a628fe0823e5d5" providerId="LiveId" clId="{1D2DAA57-85A5-454F-A9BF-D6ABF6BE51CB}" dt="2024-06-22T19:29:03.097" v="97" actId="20577"/>
      <pc:docMkLst>
        <pc:docMk/>
      </pc:docMkLst>
      <pc:sldChg chg="modSp mod">
        <pc:chgData name="Олександр Зик" userId="c7a628fe0823e5d5" providerId="LiveId" clId="{1D2DAA57-85A5-454F-A9BF-D6ABF6BE51CB}" dt="2024-06-22T19:22:49.716" v="15" actId="20577"/>
        <pc:sldMkLst>
          <pc:docMk/>
          <pc:sldMk cId="1547939273" sldId="303"/>
        </pc:sldMkLst>
        <pc:spChg chg="mod">
          <ac:chgData name="Олександр Зик" userId="c7a628fe0823e5d5" providerId="LiveId" clId="{1D2DAA57-85A5-454F-A9BF-D6ABF6BE51CB}" dt="2024-06-22T19:22:49.716" v="15" actId="20577"/>
          <ac:spMkLst>
            <pc:docMk/>
            <pc:sldMk cId="1547939273" sldId="303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1D2DAA57-85A5-454F-A9BF-D6ABF6BE51CB}" dt="2024-06-22T19:23:03.422" v="19" actId="20577"/>
        <pc:sldMkLst>
          <pc:docMk/>
          <pc:sldMk cId="2367475583" sldId="304"/>
        </pc:sldMkLst>
        <pc:spChg chg="mod">
          <ac:chgData name="Олександр Зик" userId="c7a628fe0823e5d5" providerId="LiveId" clId="{1D2DAA57-85A5-454F-A9BF-D6ABF6BE51CB}" dt="2024-06-22T19:23:03.422" v="19" actId="20577"/>
          <ac:spMkLst>
            <pc:docMk/>
            <pc:sldMk cId="2367475583" sldId="304"/>
            <ac:spMk id="11" creationId="{C1431629-8DEA-0DDD-6161-8DCB099E78B0}"/>
          </ac:spMkLst>
        </pc:spChg>
      </pc:sldChg>
      <pc:sldChg chg="modSp new mod">
        <pc:chgData name="Олександр Зик" userId="c7a628fe0823e5d5" providerId="LiveId" clId="{1D2DAA57-85A5-454F-A9BF-D6ABF6BE51CB}" dt="2024-06-22T19:29:03.097" v="97" actId="20577"/>
        <pc:sldMkLst>
          <pc:docMk/>
          <pc:sldMk cId="3393715473" sldId="306"/>
        </pc:sldMkLst>
        <pc:spChg chg="mod">
          <ac:chgData name="Олександр Зик" userId="c7a628fe0823e5d5" providerId="LiveId" clId="{1D2DAA57-85A5-454F-A9BF-D6ABF6BE51CB}" dt="2024-06-22T19:29:03.097" v="97" actId="20577"/>
          <ac:spMkLst>
            <pc:docMk/>
            <pc:sldMk cId="3393715473" sldId="306"/>
            <ac:spMk id="3" creationId="{637D1BE8-C4D7-4EEE-9D6A-A21B833AD2CA}"/>
          </ac:spMkLst>
        </pc:spChg>
      </pc:sldChg>
    </pc:docChg>
  </pc:docChgLst>
  <pc:docChgLst>
    <pc:chgData name="Олександр Зик" userId="c7a628fe0823e5d5" providerId="LiveId" clId="{A4466FFF-4521-4F30-A5AB-1581A60D74D3}"/>
    <pc:docChg chg="modSld">
      <pc:chgData name="Олександр Зик" userId="c7a628fe0823e5d5" providerId="LiveId" clId="{A4466FFF-4521-4F30-A5AB-1581A60D74D3}" dt="2024-03-14T20:28:27.703" v="9" actId="20577"/>
      <pc:docMkLst>
        <pc:docMk/>
      </pc:docMkLst>
      <pc:sldChg chg="modSp mod">
        <pc:chgData name="Олександр Зик" userId="c7a628fe0823e5d5" providerId="LiveId" clId="{A4466FFF-4521-4F30-A5AB-1581A60D74D3}" dt="2024-03-14T20:28:27.703" v="9" actId="20577"/>
        <pc:sldMkLst>
          <pc:docMk/>
          <pc:sldMk cId="2228200287" sldId="302"/>
        </pc:sldMkLst>
        <pc:spChg chg="mod">
          <ac:chgData name="Олександр Зик" userId="c7a628fe0823e5d5" providerId="LiveId" clId="{A4466FFF-4521-4F30-A5AB-1581A60D74D3}" dt="2024-03-14T20:28:27.703" v="9" actId="20577"/>
          <ac:spMkLst>
            <pc:docMk/>
            <pc:sldMk cId="2228200287" sldId="302"/>
            <ac:spMk id="11" creationId="{C1431629-8DEA-0DDD-6161-8DCB099E78B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35ADAC-490A-406E-87BA-0D0EC0D4A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1320522C-3FB6-4D13-9699-719012C068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70D67CE-44F4-4A50-BB0E-9611B10CC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2137F-B628-48E3-B23D-520661E9660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8CDBF34-612D-49E5-83AC-9DA2AE3ED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5CC8767-1CA0-441A-982A-BA5C60477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C678A-AED7-46CD-B4A0-68B182E996F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0904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DB5DD2-406F-4B4C-940F-8AB80992C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AE002DB-B5A6-4709-B564-73CB3C8FA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0383D8F-144D-49FB-8990-8B709ABB4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2137F-B628-48E3-B23D-520661E9660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5A6026A-1988-41DD-A3C4-E0FDE933D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F232F1D-6DBB-4676-9F93-87459DA92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C678A-AED7-46CD-B4A0-68B182E996F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9793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B2B4B6-E3E9-43D2-A23A-B124BC8FE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386B3BD-2464-4C45-99A4-6B6756309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2661FD7-541E-4A1E-866F-D4204A49A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2137F-B628-48E3-B23D-520661E9660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E55279A-2942-4B6F-8405-C786C5D75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90BF5C6-11B1-4DCC-B39B-BA1F0680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C678A-AED7-46CD-B4A0-68B182E996F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9721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4BB16E-9CCC-4C0E-95F5-D37DEDEB2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1FF5D97-BE91-47A6-B967-9390F2A3F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008183BC-CE11-4B47-A96B-25C5918771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DB056866-C6CB-4AB8-A17D-11C5AA7B0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2137F-B628-48E3-B23D-520661E9660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F2703EEA-D0FD-4FE8-909F-401C9FE0D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4C454A5-C347-4CBC-89E1-C9892AF04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C678A-AED7-46CD-B4A0-68B182E996F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7001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7E5E73-35F7-4E49-97BD-1C787F168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EB84CE9-5FC8-414D-AEBC-4044F5A4C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5D02D79-8A4A-495E-A99D-232F81953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242507F5-7976-4291-8984-4BE9186DD2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B648BD18-02CC-4BF3-B481-AD3877F64E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10896256-A5AA-475C-A7D1-0717D19BC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2137F-B628-48E3-B23D-520661E9660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CA48F732-B9F4-49B6-9E6B-2D180B144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81B31C87-4DDA-4023-8928-39FA810F5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C678A-AED7-46CD-B4A0-68B182E996F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4471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303487-07A4-4B78-9FA9-E99C6909B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068BBDBE-7CBC-4CEE-9A47-A7119AFBB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2137F-B628-48E3-B23D-520661E9660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5BFAAE34-A2F2-42CF-9A36-1C1BAF17D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34C45FA3-6B4E-4F4F-B444-40C138416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C678A-AED7-46CD-B4A0-68B182E996F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5893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1AEDD490-86C8-4234-AF91-D92257492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2137F-B628-48E3-B23D-520661E9660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2FFD2FB0-9AEC-469B-BAB7-B21A41008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E79161BB-062E-4DEB-992D-2B37DB54B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C678A-AED7-46CD-B4A0-68B182E996F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428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92196A-C2B1-4D0A-BA8C-49159CF08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A72E749-2C59-4FA9-8E0C-9F6A0D15F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17A0092E-0E87-4429-B545-E6C53D0625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5A2F987-4515-4094-B5AF-B07AF89E9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2137F-B628-48E3-B23D-520661E9660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3402D6D-79D6-48A6-9E44-BE4B2686E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D9C4D8A-1CBE-4A9C-A954-431A922E5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C678A-AED7-46CD-B4A0-68B182E996F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567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160063-7B6B-4F7A-B198-B69CE3BB1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4C15A57A-F72B-4480-8251-FFD2992E89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9B6360AC-71FC-49FA-82E7-3EAB533B7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901F36EA-5476-419B-A18E-9E2B77727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2137F-B628-48E3-B23D-520661E9660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6A76D48-5C02-4970-9881-8511A9F33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F3FE99E-74DA-4201-B428-C020275B5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C678A-AED7-46CD-B4A0-68B182E996F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7042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84FAD0-4963-47C1-BD84-11F278C01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F4B5AEA-1724-4682-A884-CC4C6F53C6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6F30B85-0CA9-4CE9-9EED-0BA2F3DA3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2137F-B628-48E3-B23D-520661E9660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16D0F8B-037A-4D09-A242-9C76CB158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DEBA507-FC66-44AF-BD63-883550F39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C678A-AED7-46CD-B4A0-68B182E996F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8740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6E166F23-666C-47F2-A6FE-FD4F4C0CE2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140CF9BD-294F-4C46-BC64-A1B67ABEE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CA15C88-7066-4501-8B3A-1913D0220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2137F-B628-48E3-B23D-520661E9660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1AF5B27-8E82-408B-A42C-2A30CC167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330D56E-FF61-40AE-92EB-4829AEC1E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C678A-AED7-46CD-B4A0-68B182E996F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9982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6549A3F2-4267-41D5-BCA2-8686C5E7E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82F3AE1-9015-4CF9-BC96-994CC0A7B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1CD025D-E3F7-435C-BAD1-88F57B21EE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2137F-B628-48E3-B23D-520661E9660D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24007A6-266F-441A-889D-E7F465D8E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832FAAE-85CC-4302-9337-3DC4126E49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7C678A-AED7-46CD-B4A0-68B182E996F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4753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955308" y="2274838"/>
            <a:ext cx="1028138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Светом Своим Т</a:t>
            </a:r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прогнал</a:t>
            </a:r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сумрак</a:t>
            </a:r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ночи</a:t>
            </a:r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</a:t>
            </a:r>
          </a:p>
          <a:p>
            <a:pPr algn="ctr"/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мне 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глаза</a:t>
            </a:r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открыл</a:t>
            </a:r>
            <a:endParaRPr lang="uk-UA" sz="54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28200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955308" y="2644170"/>
            <a:ext cx="102813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Всю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жизнь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хочу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быть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с Тобою,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Надежду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мне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подарил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43402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47421" y="2274838"/>
            <a:ext cx="1149715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Здесь я, чтобы славить,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пред Тобой склониться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сказать Тебе, что Ты мой Бог</a:t>
            </a:r>
          </a:p>
        </p:txBody>
      </p:sp>
    </p:spTree>
    <p:extLst>
      <p:ext uri="{BB962C8B-B14F-4D97-AF65-F5344CB8AC3E}">
        <p14:creationId xmlns:p14="http://schemas.microsoft.com/office/powerpoint/2010/main" val="2187057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47421" y="2274838"/>
            <a:ext cx="1149715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</a:t>
            </a:r>
            <a:r>
              <a:rPr lang="ru-RU" sz="4800" b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один достоин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 с Тобой сравнится?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Кто так возлюбить меня бы смог?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47939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47421" y="2274838"/>
            <a:ext cx="1149715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Царь всех царей,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высоко вознесённый,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Прославленный в Небесах!</a:t>
            </a:r>
          </a:p>
        </p:txBody>
      </p:sp>
    </p:spTree>
    <p:extLst>
      <p:ext uri="{BB962C8B-B14F-4D97-AF65-F5344CB8AC3E}">
        <p14:creationId xmlns:p14="http://schemas.microsoft.com/office/powerpoint/2010/main" val="2367475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47421" y="2274838"/>
            <a:ext cx="1149715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 Неба сошёл Ты,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чтоб дать нам спасение,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Унижен Ты был ради нас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72700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ountain covered in snow&#10;&#10;Description automatically generated with low confidence">
            <a:extLst>
              <a:ext uri="{FF2B5EF4-FFF2-40B4-BE49-F238E27FC236}">
                <a16:creationId xmlns:a16="http://schemas.microsoft.com/office/drawing/2014/main" id="{D23868F7-8A98-3CAF-1866-8483C715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347421" y="2644170"/>
            <a:ext cx="1149715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Но я не знал, какой ценой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 крест был вознесён грех мой!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801824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97</Words>
  <Application>Microsoft Office PowerPoint</Application>
  <PresentationFormat>Широкий екран</PresentationFormat>
  <Paragraphs>18</Paragraphs>
  <Slides>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7</cp:revision>
  <dcterms:created xsi:type="dcterms:W3CDTF">2023-12-30T20:45:29Z</dcterms:created>
  <dcterms:modified xsi:type="dcterms:W3CDTF">2026-01-03T18:09:57Z</dcterms:modified>
</cp:coreProperties>
</file>