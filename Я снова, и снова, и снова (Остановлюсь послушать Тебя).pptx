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30" r:id="rId2"/>
    <p:sldId id="327" r:id="rId3"/>
    <p:sldId id="328" r:id="rId4"/>
    <p:sldId id="32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32" d="100"/>
          <a:sy n="32" d="100"/>
        </p:scale>
        <p:origin x="5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6C8C34-FFDA-4D62-B658-7F3D9ACA7F3F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F0F97B-D178-4BBF-BB57-F9893F90FF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3282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117924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787493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982811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198762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D134F8-B981-48A6-8975-4A1B068B7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924B5A63-577C-487F-84F9-8C9DAB13F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0F98B20-E0A2-45B2-B4B8-BA98DAB7D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ACF25-7F96-4791-9F00-AEDCC2438313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6B54A43-C58F-4429-8E27-269351643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500BE8A-E2E6-4C29-B31E-274A28265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B2193-119F-473E-9583-327BB2A8F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6870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46DF9-0203-432A-8451-501D0F128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556E88E-9FF5-4F0C-9A6D-E01160212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523A763-F027-4DDF-8F7E-496EA6636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ACF25-7F96-4791-9F00-AEDCC2438313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7E43845-6976-4F0B-B6DC-6ECD3E67D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F2E5495-8299-4F1B-982E-5D361421F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B2193-119F-473E-9583-327BB2A8F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548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8E12D-307D-4E86-B1CE-09675A0CC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FBF0D52-5F04-4696-85ED-839C8DD4C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C12B4B6-5C05-4FEA-AF6E-96389312E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ACF25-7F96-4791-9F00-AEDCC2438313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FE7616F-3AFC-474B-BF22-151165F22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071A46A-F72E-4CCF-A5C4-F59C1FFBA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B2193-119F-473E-9583-327BB2A8F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253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20C6E5-D435-484F-BFE3-DE3AB5CFE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C8E48CD-8563-45B8-AC5E-E63879029F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420C786-2586-46C7-AF62-2BEEF405A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1FCC2D7-6664-486F-AB3B-824A0B6DD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ACF25-7F96-4791-9F00-AEDCC2438313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595C009-FA2D-4A18-A1DD-CD5232AE0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E7F6CF7-7438-4E73-B9AC-299A64CCF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B2193-119F-473E-9583-327BB2A8F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249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8710F2-B322-47E4-A378-76F34E7B2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2F1E0F3-0D2F-4D92-928B-A0951CCF0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1247EBC-408B-40E8-AB8B-A95C8FA27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82802603-343F-40BA-BA07-268B3ADBAB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440F4E84-D314-444E-BCCE-695490C6F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8A801187-EE32-4C3C-9169-532F73396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ACF25-7F96-4791-9F00-AEDCC2438313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E957FB4A-6057-4872-9FF7-3ABD93D08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6E41F12A-3D2E-4D76-9E23-A62BEAC11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B2193-119F-473E-9583-327BB2A8F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863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7E1FC1-285E-4C01-84E4-5F5F29464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7CE1E56E-1EFC-4A0A-BD7B-C73E4FA37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ACF25-7F96-4791-9F00-AEDCC2438313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4E04E20C-4C5D-407D-9E6E-7510A7C69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51ACD37A-ACC3-4FDC-8A15-309DB0BE2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B2193-119F-473E-9583-327BB2A8F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3220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039D0475-3618-46A9-9249-D4285CD0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ACF25-7F96-4791-9F00-AEDCC2438313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F0F8B33D-9F34-46BF-8011-86BCE2F5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8A672896-6536-4875-92BB-E41FFB25F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B2193-119F-473E-9583-327BB2A8F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7697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04951-37ED-4B97-9F50-7838E119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86C2999-42E9-4027-AE9E-591093301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A4FD0C8D-B5F7-44AC-9FCD-120CE6A1D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2F85150-877B-44B0-A4FA-6AEB118F6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ACF25-7F96-4791-9F00-AEDCC2438313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48EB32B-495F-40AC-A0C2-D3475DB83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E41665E-DEBE-4B45-BA60-7A54C6876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B2193-119F-473E-9583-327BB2A8F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7051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E15FA-A7A8-47D9-94C2-6086BE27E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34226606-80B1-4F74-AACA-9A390F014B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C004971-99D1-405C-8EF2-A7FDBA0F9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0EC67F8-987F-45EF-9AAC-D9E70BC06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ACF25-7F96-4791-9F00-AEDCC2438313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775247C-D965-42AE-B69E-352199C9B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38F44EE-F1EF-4551-B2F9-79A10E7C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B2193-119F-473E-9583-327BB2A8F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144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CF85BC-E841-4F7C-962A-7107893ED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EDF5B6D-C70D-41B9-8360-3B5C07332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D5D8713-5387-4481-A3DC-DC8857477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ACF25-7F96-4791-9F00-AEDCC2438313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FBBD01F-750C-434B-B770-872F90B6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7A0B249-2606-4E3D-BED0-43FD965FE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B2193-119F-473E-9583-327BB2A8F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616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AD65D5C8-1278-44C5-85E1-B21CDDD1C0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A3A3242-4A59-41B6-81F6-7F2559721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90DEE5A-C16F-4A12-85E8-962653CFE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ACF25-7F96-4791-9F00-AEDCC2438313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69491B9-EE0D-4688-93DC-B472976CE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B45EAF8-EDD9-408A-99BC-7140E839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B2193-119F-473E-9583-327BB2A8F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562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488947F2-B9EE-4923-8D1D-CE4BD6197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324114D-5082-423F-88B2-5DDD1F907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2D9EED4-F87F-4E8E-BB1D-6342C98BD7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ACF25-7F96-4791-9F00-AEDCC2438313}" type="datetimeFigureOut">
              <a:rPr lang="ru-RU" smtClean="0"/>
              <a:t>18.01.2025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CB9DC95-4470-4FFD-88AC-8623869A7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D5C4CBD-9B07-44A5-9DCC-C00D9F2A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B2193-119F-473E-9583-327BB2A8F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9830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98060FFC-B4A8-4AB0-8DF7-5AE39A5179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27170" y="1905505"/>
            <a:ext cx="115376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Остановлюсь послушать Тебя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Твоё Царство наполняет меня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Остановлюсь увидеть Тебя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Твоя милость, она ведёт меня</a:t>
            </a:r>
          </a:p>
        </p:txBody>
      </p:sp>
    </p:spTree>
    <p:extLst>
      <p:ext uri="{BB962C8B-B14F-4D97-AF65-F5344CB8AC3E}">
        <p14:creationId xmlns:p14="http://schemas.microsoft.com/office/powerpoint/2010/main" val="3527205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98060FFC-B4A8-4AB0-8DF7-5AE39A5179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27170" y="1905505"/>
            <a:ext cx="115376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Царство Твоё да придёт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всё вокруг оживёт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Царство Твоё да придёт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Сердце моё в Тебе оживёт</a:t>
            </a:r>
          </a:p>
        </p:txBody>
      </p:sp>
    </p:spTree>
    <p:extLst>
      <p:ext uri="{BB962C8B-B14F-4D97-AF65-F5344CB8AC3E}">
        <p14:creationId xmlns:p14="http://schemas.microsoft.com/office/powerpoint/2010/main" val="1675459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98060FFC-B4A8-4AB0-8DF7-5AE39A5179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27170" y="1905505"/>
            <a:ext cx="115376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снова, и снова, и снова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Бегу к Тебе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снова и снова взываю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Как Ты нужен мне</a:t>
            </a:r>
          </a:p>
        </p:txBody>
      </p:sp>
    </p:spTree>
    <p:extLst>
      <p:ext uri="{BB962C8B-B14F-4D97-AF65-F5344CB8AC3E}">
        <p14:creationId xmlns:p14="http://schemas.microsoft.com/office/powerpoint/2010/main" val="3117734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98060FFC-B4A8-4AB0-8DF7-5AE39A5179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27170" y="2274837"/>
            <a:ext cx="115376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снова, и снова, и снова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Ищу Тебя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Душа моя поёт для Тебя</a:t>
            </a:r>
          </a:p>
        </p:txBody>
      </p:sp>
    </p:spTree>
    <p:extLst>
      <p:ext uri="{BB962C8B-B14F-4D97-AF65-F5344CB8AC3E}">
        <p14:creationId xmlns:p14="http://schemas.microsoft.com/office/powerpoint/2010/main" val="7287304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74</Words>
  <Application>Microsoft Office PowerPoint</Application>
  <PresentationFormat>Широкоэкранный</PresentationFormat>
  <Paragraphs>19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2024-01-14T08:07:31Z</dcterms:created>
  <dcterms:modified xsi:type="dcterms:W3CDTF">2025-01-18T14:20:39Z</dcterms:modified>
</cp:coreProperties>
</file>