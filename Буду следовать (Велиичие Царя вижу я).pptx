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5" r:id="rId2"/>
    <p:sldId id="326" r:id="rId3"/>
    <p:sldId id="328" r:id="rId4"/>
    <p:sldId id="327" r:id="rId5"/>
    <p:sldId id="329" r:id="rId6"/>
    <p:sldId id="330" r:id="rId7"/>
    <p:sldId id="345" r:id="rId8"/>
    <p:sldId id="344" r:id="rId9"/>
    <p:sldId id="346" r:id="rId10"/>
    <p:sldId id="331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5" autoAdjust="0"/>
    <p:restoredTop sz="94660"/>
  </p:normalViewPr>
  <p:slideViewPr>
    <p:cSldViewPr snapToGrid="0">
      <p:cViewPr varScale="1">
        <p:scale>
          <a:sx n="45" d="100"/>
          <a:sy n="45" d="100"/>
        </p:scale>
        <p:origin x="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57DF3C-F2AA-4578-8FC5-BE60EFACD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01CA4EF7-74A0-4E2E-AAB8-4553296D0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2B88928-2387-4E35-886A-A83CED583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E5243-59CB-4DB2-A734-8F0D642E70F2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326B743-5AF4-4D62-8C2A-25BE7D3FC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7F87F28-741B-44E0-83F9-9E187AEDD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20C3-586B-4841-8CDA-5F1BC34F8FE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245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17335B-2438-44D3-9633-C167ABE32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3976905-DCF7-49BC-8C83-7DBED24D1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DAEC591-26E4-41A7-973A-88A92A96C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E5243-59CB-4DB2-A734-8F0D642E70F2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6BDD310-A42C-4812-B1E3-99AD62989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8F5347A-70EF-4319-8D15-0226E9D15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20C3-586B-4841-8CDA-5F1BC34F8FE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506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C62CC2-918B-4060-91EE-989CF6754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B2ACF2F-F8A6-44FD-8404-1CB044D87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30E8236-B96B-4C3D-921B-CC20F558A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E5243-59CB-4DB2-A734-8F0D642E70F2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0E9F97A-6445-4E4D-8D56-FC31B5678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F62FAB4-9618-42BB-9224-B96192383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20C3-586B-4841-8CDA-5F1BC34F8FE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5487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3E0B87-FA1F-4339-A95F-EE2AAFCB7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4BA3B59-1551-4C3B-A1A2-B6FC1F047C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EE0EA13-6FA7-47BA-B9C0-B6C7259D0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664FA46-1521-46DF-80AD-D2B50A18E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E5243-59CB-4DB2-A734-8F0D642E70F2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73EE388-1940-4FD2-B4C5-780EA389E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19C8EF1-3972-4CD7-9371-5CBA4924C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20C3-586B-4841-8CDA-5F1BC34F8FE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768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B0BBCA-808B-47E8-AEE9-013CB031F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B2F1514-DFBC-4915-914A-08A3BC799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46AADF5-87D7-463A-8365-5A32241B2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C7010621-E620-4B04-AFC6-508F5CD44A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9ECA13F8-55CC-4EDF-81D2-07A47B43E4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0961A773-E6AB-462E-8C01-F7B61D6FC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E5243-59CB-4DB2-A734-8F0D642E70F2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8DD5108C-72E8-42FD-8D52-C3DC0A985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685FB07F-DA29-4B91-B37A-F521B8194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20C3-586B-4841-8CDA-5F1BC34F8FE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7782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E04EFB-6D99-45A9-AAD7-572050AAD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7F8C45B5-59DC-4CD7-9EEC-E1C657E1F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E5243-59CB-4DB2-A734-8F0D642E70F2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922E7D66-0D97-4906-BFD3-FBFF76FF0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3CCA3EF3-90C3-45F3-BC62-BB29D01EE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20C3-586B-4841-8CDA-5F1BC34F8FE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282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D3B245CA-4BB2-4356-9F6A-F768FC641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E5243-59CB-4DB2-A734-8F0D642E70F2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D79BDFBC-FB2D-4EBE-A53C-5F6580B3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D7F1380A-4232-4378-B89F-29582D732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20C3-586B-4841-8CDA-5F1BC34F8FE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417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50E30B-5F43-443F-9179-31C31C4E2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4EF34D8-4F8B-49E9-BFD8-A9BEB606C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5EEBD758-F556-48A0-8311-E31C5B2391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0654E5D-6006-496E-A160-3FA7344B2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E5243-59CB-4DB2-A734-8F0D642E70F2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6854961-3BD8-4A90-97D6-A013B7811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F990334-351E-4A61-9905-143D7C441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20C3-586B-4841-8CDA-5F1BC34F8FE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5960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71D422-4916-4019-AC88-DDEDF132B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E77F9C4E-B272-4B01-B9D8-1977B3DC53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74B7CB80-E591-4EE1-A0AC-3EE00FA16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94E5C7A-7119-4AEB-A362-9D63EB0A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E5243-59CB-4DB2-A734-8F0D642E70F2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0F4343B-2328-40F9-9024-2E43B248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53815E5-DDDE-4B6B-BF60-B4D334392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20C3-586B-4841-8CDA-5F1BC34F8FE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3661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1F0F25-2C54-432C-84F2-BCD848EA8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FEEDE1C1-642C-4469-BE46-67A91AC0D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F1B97C2-9674-4122-BE61-8C606C897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E5243-59CB-4DB2-A734-8F0D642E70F2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FCFC40E-0EAC-4E86-9F06-36798F9A1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B97EEB1-7952-40DE-9224-B8907A5D0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20C3-586B-4841-8CDA-5F1BC34F8FE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5001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22AEAB27-78CC-4880-9E44-92DC48678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A66D539F-D832-4D91-8E57-2D57D1BF8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75C2C0F-EEA9-40F0-BA18-ABA37DBA5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E5243-59CB-4DB2-A734-8F0D642E70F2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620207E-9298-4DE4-80F5-ACB850753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0658DCD-98AC-4E89-824C-A7A2CAAF7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20C3-586B-4841-8CDA-5F1BC34F8FE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1244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F98AE67C-8C1B-4638-BECE-58A24A18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D959869-D638-4DC0-B078-72ADE183F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6B949F7-38EA-45E3-B4B0-191B505C80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E5243-59CB-4DB2-A734-8F0D642E70F2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FAA1BE1-BB66-422F-9578-6D42D29610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A0A1E81-4BD0-4926-920B-68C068D37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120C3-586B-4841-8CDA-5F1BC34F8FE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8846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sky, outdoor, water, beach&#10;&#10;Description automatically generated">
            <a:extLst>
              <a:ext uri="{FF2B5EF4-FFF2-40B4-BE49-F238E27FC236}">
                <a16:creationId xmlns:a16="http://schemas.microsoft.com/office/drawing/2014/main" id="{86D88833-9A0F-3206-D7A1-154A368C5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933"/>
            <a:ext cx="12191999" cy="6874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14398" y="1527707"/>
            <a:ext cx="1036320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Величие Царя вижу я,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закрыв глаза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Благодать влечёт меня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всё сильней любить Тебя</a:t>
            </a:r>
            <a:endParaRPr lang="ru-RU" sz="60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61127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sky, outdoor, water, beach&#10;&#10;Description automatically generated">
            <a:extLst>
              <a:ext uri="{FF2B5EF4-FFF2-40B4-BE49-F238E27FC236}">
                <a16:creationId xmlns:a16="http://schemas.microsoft.com/office/drawing/2014/main" id="{86D88833-9A0F-3206-D7A1-154A368C5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933"/>
            <a:ext cx="12191999" cy="6874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14398" y="1527707"/>
            <a:ext cx="1036320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руки вознесу,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воздам Тебе хвалу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Ты меня нашел, склоняюсь пред Тобой</a:t>
            </a:r>
            <a:endParaRPr lang="ru-RU" sz="60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3648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sky, outdoor, water, beach&#10;&#10;Description automatically generated">
            <a:extLst>
              <a:ext uri="{FF2B5EF4-FFF2-40B4-BE49-F238E27FC236}">
                <a16:creationId xmlns:a16="http://schemas.microsoft.com/office/drawing/2014/main" id="{86D88833-9A0F-3206-D7A1-154A368C5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933"/>
            <a:ext cx="12191999" cy="6874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457198" y="1720840"/>
            <a:ext cx="1127760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 этого момента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сдаюсь Тебе, Бог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Открывай Себя мне всё сильней</a:t>
            </a:r>
          </a:p>
        </p:txBody>
      </p:sp>
    </p:spTree>
    <p:extLst>
      <p:ext uri="{BB962C8B-B14F-4D97-AF65-F5344CB8AC3E}">
        <p14:creationId xmlns:p14="http://schemas.microsoft.com/office/powerpoint/2010/main" val="3749298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sky, outdoor, water, beach&#10;&#10;Description automatically generated">
            <a:extLst>
              <a:ext uri="{FF2B5EF4-FFF2-40B4-BE49-F238E27FC236}">
                <a16:creationId xmlns:a16="http://schemas.microsoft.com/office/drawing/2014/main" id="{86D88833-9A0F-3206-D7A1-154A368C5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933"/>
            <a:ext cx="12191999" cy="6874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541864" y="2127871"/>
            <a:ext cx="1110826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прису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тствии Твоём, Бог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жажду быть я вечно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Направляй меня, Иисус, к Себе</a:t>
            </a:r>
          </a:p>
        </p:txBody>
      </p:sp>
    </p:spTree>
    <p:extLst>
      <p:ext uri="{BB962C8B-B14F-4D97-AF65-F5344CB8AC3E}">
        <p14:creationId xmlns:p14="http://schemas.microsoft.com/office/powerpoint/2010/main" val="171100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sky, outdoor, water, beach&#10;&#10;Description automatically generated">
            <a:extLst>
              <a:ext uri="{FF2B5EF4-FFF2-40B4-BE49-F238E27FC236}">
                <a16:creationId xmlns:a16="http://schemas.microsoft.com/office/drawing/2014/main" id="{86D88833-9A0F-3206-D7A1-154A368C5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933"/>
            <a:ext cx="12191999" cy="6874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296331" y="1720840"/>
            <a:ext cx="1159933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Сквозь огонь стремлюсь к Тебе, ведь больше страха нет во мне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прошел, Господь, мой путь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Надежда вся в Тебе, Иисус</a:t>
            </a:r>
          </a:p>
        </p:txBody>
      </p:sp>
    </p:spTree>
    <p:extLst>
      <p:ext uri="{BB962C8B-B14F-4D97-AF65-F5344CB8AC3E}">
        <p14:creationId xmlns:p14="http://schemas.microsoft.com/office/powerpoint/2010/main" val="1818664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sky, outdoor, water, beach&#10;&#10;Description automatically generated">
            <a:extLst>
              <a:ext uri="{FF2B5EF4-FFF2-40B4-BE49-F238E27FC236}">
                <a16:creationId xmlns:a16="http://schemas.microsoft.com/office/drawing/2014/main" id="{86D88833-9A0F-3206-D7A1-154A368C5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933"/>
            <a:ext cx="12191999" cy="6874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14398" y="1989372"/>
            <a:ext cx="1036320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Веди меня, Бог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следовать буду всегда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за Тобой</a:t>
            </a:r>
          </a:p>
        </p:txBody>
      </p:sp>
    </p:spTree>
    <p:extLst>
      <p:ext uri="{BB962C8B-B14F-4D97-AF65-F5344CB8AC3E}">
        <p14:creationId xmlns:p14="http://schemas.microsoft.com/office/powerpoint/2010/main" val="4166881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sky, outdoor, water, beach&#10;&#10;Description automatically generated">
            <a:extLst>
              <a:ext uri="{FF2B5EF4-FFF2-40B4-BE49-F238E27FC236}">
                <a16:creationId xmlns:a16="http://schemas.microsoft.com/office/drawing/2014/main" id="{86D88833-9A0F-3206-D7A1-154A368C5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933"/>
            <a:ext cx="12191999" cy="6874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14398" y="2459504"/>
            <a:ext cx="103632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завоевал сердце моё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Тебя я жажду всегда</a:t>
            </a:r>
            <a:endParaRPr lang="ru-RU" sz="60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23252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sky, outdoor, water, beach&#10;&#10;Description automatically generated">
            <a:extLst>
              <a:ext uri="{FF2B5EF4-FFF2-40B4-BE49-F238E27FC236}">
                <a16:creationId xmlns:a16="http://schemas.microsoft.com/office/drawing/2014/main" id="{86D88833-9A0F-3206-D7A1-154A368C5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933"/>
            <a:ext cx="12191999" cy="6874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85735" y="1997839"/>
            <a:ext cx="1182052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Взгляд мой направь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 больше познать мне любовь Твою, Бог</a:t>
            </a:r>
          </a:p>
        </p:txBody>
      </p:sp>
    </p:spTree>
    <p:extLst>
      <p:ext uri="{BB962C8B-B14F-4D97-AF65-F5344CB8AC3E}">
        <p14:creationId xmlns:p14="http://schemas.microsoft.com/office/powerpoint/2010/main" val="516487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sky, outdoor, water, beach&#10;&#10;Description automatically generated">
            <a:extLst>
              <a:ext uri="{FF2B5EF4-FFF2-40B4-BE49-F238E27FC236}">
                <a16:creationId xmlns:a16="http://schemas.microsoft.com/office/drawing/2014/main" id="{86D88833-9A0F-3206-D7A1-154A368C5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933"/>
            <a:ext cx="12191999" cy="6874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85735" y="2451037"/>
            <a:ext cx="1182052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здесь пред Тобо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й,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Так жажду увидеть Тебя</a:t>
            </a:r>
          </a:p>
        </p:txBody>
      </p:sp>
    </p:spTree>
    <p:extLst>
      <p:ext uri="{BB962C8B-B14F-4D97-AF65-F5344CB8AC3E}">
        <p14:creationId xmlns:p14="http://schemas.microsoft.com/office/powerpoint/2010/main" val="2719090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sky, outdoor, water, beach&#10;&#10;Description automatically generated">
            <a:extLst>
              <a:ext uri="{FF2B5EF4-FFF2-40B4-BE49-F238E27FC236}">
                <a16:creationId xmlns:a16="http://schemas.microsoft.com/office/drawing/2014/main" id="{86D88833-9A0F-3206-D7A1-154A368C5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33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933"/>
            <a:ext cx="12191999" cy="68749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14398" y="1527707"/>
            <a:ext cx="1036320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Взгляд мой направь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здесь пред Тобой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Так жажду увидеть Тебя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Жажду Тебя</a:t>
            </a:r>
            <a:endParaRPr lang="ru-RU" sz="60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446535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136</Words>
  <Application>Microsoft Office PowerPoint</Application>
  <PresentationFormat>Широкий екран</PresentationFormat>
  <Paragraphs>29</Paragraphs>
  <Slides>10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11</cp:revision>
  <dcterms:created xsi:type="dcterms:W3CDTF">2024-10-26T16:26:22Z</dcterms:created>
  <dcterms:modified xsi:type="dcterms:W3CDTF">2026-02-28T21:05:58Z</dcterms:modified>
</cp:coreProperties>
</file>