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7" r:id="rId2"/>
    <p:sldId id="298" r:id="rId3"/>
    <p:sldId id="301" r:id="rId4"/>
    <p:sldId id="299" r:id="rId5"/>
    <p:sldId id="300" r:id="rId6"/>
    <p:sldId id="302" r:id="rId7"/>
    <p:sldId id="303" r:id="rId8"/>
    <p:sldId id="304" r:id="rId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796" autoAdjust="0"/>
    <p:restoredTop sz="94660"/>
  </p:normalViewPr>
  <p:slideViewPr>
    <p:cSldViewPr snapToGrid="0">
      <p:cViewPr varScale="1">
        <p:scale>
          <a:sx n="46" d="100"/>
          <a:sy n="46" d="100"/>
        </p:scale>
        <p:origin x="45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13F51D-B3CF-4A14-9DC0-63D1C8EE1B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11CFC992-A417-45E2-AAC7-B5A9877FBC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uk-UA"/>
              <a:t>Клацніть, щоб редагувати стиль зразка підзаголовка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0C5BE19B-1E1A-4C6F-AFFE-D234A7A324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7FBF6-C182-4243-9D9D-07CF4E5D5FE6}" type="datetimeFigureOut">
              <a:rPr lang="ru-RU" smtClean="0"/>
              <a:t>12.09.2026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AAE9B577-22CC-46F6-8B05-C91CB598C1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6B8E5DF3-D55D-4862-B489-5B20CF5C69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C7C46-44D3-48D3-A653-AC7A15BEA307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475949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27EBDF-9B02-4A42-AECC-9DEB73D70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B0FD47F0-51DB-4A0B-BC68-8681236AFB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F1169AD1-9436-4A87-A72B-4C8B6C3D63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7FBF6-C182-4243-9D9D-07CF4E5D5FE6}" type="datetimeFigureOut">
              <a:rPr lang="ru-RU" smtClean="0"/>
              <a:t>12.09.2026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1EE1F813-DCD4-4CA7-9A17-62977CB23C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E772CF8A-3CDE-41E6-8680-C65F9D927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C7C46-44D3-48D3-A653-AC7A15BEA307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100198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Назва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586BDA-CBE7-49E3-84C6-D1FA7940CF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D09A66F9-5F1D-4B6B-8BE5-CC388E28E9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A5131010-014B-4F9D-BE2D-5535091EED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7FBF6-C182-4243-9D9D-07CF4E5D5FE6}" type="datetimeFigureOut">
              <a:rPr lang="ru-RU" smtClean="0"/>
              <a:t>12.09.2026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44CE6ACF-93AB-4AAB-A6ED-1AA16E4AC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A86EBE30-79A7-452D-B51A-28AF8345FA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C7C46-44D3-48D3-A653-AC7A15BEA307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23934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A335DE-3838-4E04-A68C-894077300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63B5FC30-4E3C-4262-B116-700A5231E6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85BD2F61-EC49-45FE-A273-F198415468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66A80BB6-1EFF-4924-9B98-614D5BB159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7FBF6-C182-4243-9D9D-07CF4E5D5FE6}" type="datetimeFigureOut">
              <a:rPr lang="ru-RU" smtClean="0"/>
              <a:t>12.09.2026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34555707-6EC5-40E8-B81B-23335D4212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64AB8ED2-4F75-4912-B883-5D76729613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C7C46-44D3-48D3-A653-AC7A15BEA307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835311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CA9E53-FF6B-4EDC-9150-129DBCA54A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08A5687D-79D6-4CD9-A4A1-64C186EA68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3D6C7836-741B-4BDF-ADDA-E507044726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5" name="Місце для тексту 4">
            <a:extLst>
              <a:ext uri="{FF2B5EF4-FFF2-40B4-BE49-F238E27FC236}">
                <a16:creationId xmlns:a16="http://schemas.microsoft.com/office/drawing/2014/main" id="{1CA3A673-AB68-4958-8633-F501D81493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6" name="Місце для вмісту 5">
            <a:extLst>
              <a:ext uri="{FF2B5EF4-FFF2-40B4-BE49-F238E27FC236}">
                <a16:creationId xmlns:a16="http://schemas.microsoft.com/office/drawing/2014/main" id="{EC11AA43-5A0D-4C38-8B3D-FB91D8385D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7" name="Місце для дати 6">
            <a:extLst>
              <a:ext uri="{FF2B5EF4-FFF2-40B4-BE49-F238E27FC236}">
                <a16:creationId xmlns:a16="http://schemas.microsoft.com/office/drawing/2014/main" id="{BA367EE9-1A5F-4036-9031-57AEBEBD46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7FBF6-C182-4243-9D9D-07CF4E5D5FE6}" type="datetimeFigureOut">
              <a:rPr lang="ru-RU" smtClean="0"/>
              <a:t>12.09.2026</a:t>
            </a:fld>
            <a:endParaRPr lang="ru-RU"/>
          </a:p>
        </p:txBody>
      </p:sp>
      <p:sp>
        <p:nvSpPr>
          <p:cNvPr id="8" name="Місце для нижнього колонтитула 7">
            <a:extLst>
              <a:ext uri="{FF2B5EF4-FFF2-40B4-BE49-F238E27FC236}">
                <a16:creationId xmlns:a16="http://schemas.microsoft.com/office/drawing/2014/main" id="{258902CF-0C56-41A8-AAC3-9D2701EF3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Місце для номера слайда 8">
            <a:extLst>
              <a:ext uri="{FF2B5EF4-FFF2-40B4-BE49-F238E27FC236}">
                <a16:creationId xmlns:a16="http://schemas.microsoft.com/office/drawing/2014/main" id="{55915516-F270-46E3-B829-5EF08C47A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C7C46-44D3-48D3-A653-AC7A15BEA307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334327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0935C6-34EC-4EE7-A0A0-A33365D9F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дати 2">
            <a:extLst>
              <a:ext uri="{FF2B5EF4-FFF2-40B4-BE49-F238E27FC236}">
                <a16:creationId xmlns:a16="http://schemas.microsoft.com/office/drawing/2014/main" id="{A7AD4499-CBC5-43F2-ACA9-300F195EC3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7FBF6-C182-4243-9D9D-07CF4E5D5FE6}" type="datetimeFigureOut">
              <a:rPr lang="ru-RU" smtClean="0"/>
              <a:t>12.09.2026</a:t>
            </a:fld>
            <a:endParaRPr lang="ru-RU"/>
          </a:p>
        </p:txBody>
      </p:sp>
      <p:sp>
        <p:nvSpPr>
          <p:cNvPr id="4" name="Місце для нижнього колонтитула 3">
            <a:extLst>
              <a:ext uri="{FF2B5EF4-FFF2-40B4-BE49-F238E27FC236}">
                <a16:creationId xmlns:a16="http://schemas.microsoft.com/office/drawing/2014/main" id="{BA7D8A72-F83A-43F3-8F79-B0239430DA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27974EF0-85AF-47B3-A5CB-E8AE50031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C7C46-44D3-48D3-A653-AC7A15BEA307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267137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дати 1">
            <a:extLst>
              <a:ext uri="{FF2B5EF4-FFF2-40B4-BE49-F238E27FC236}">
                <a16:creationId xmlns:a16="http://schemas.microsoft.com/office/drawing/2014/main" id="{AD8E8B3E-CB66-4367-B672-B4C8531BB1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7FBF6-C182-4243-9D9D-07CF4E5D5FE6}" type="datetimeFigureOut">
              <a:rPr lang="ru-RU" smtClean="0"/>
              <a:t>12.09.2026</a:t>
            </a:fld>
            <a:endParaRPr lang="ru-RU"/>
          </a:p>
        </p:txBody>
      </p:sp>
      <p:sp>
        <p:nvSpPr>
          <p:cNvPr id="3" name="Місце для нижнього колонтитула 2">
            <a:extLst>
              <a:ext uri="{FF2B5EF4-FFF2-40B4-BE49-F238E27FC236}">
                <a16:creationId xmlns:a16="http://schemas.microsoft.com/office/drawing/2014/main" id="{2F888E4D-F8B6-4964-8727-A5406515B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Місце для номера слайда 3">
            <a:extLst>
              <a:ext uri="{FF2B5EF4-FFF2-40B4-BE49-F238E27FC236}">
                <a16:creationId xmlns:a16="http://schemas.microsoft.com/office/drawing/2014/main" id="{C82C660E-6500-4D09-AE13-A5BAABCA8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C7C46-44D3-48D3-A653-AC7A15BEA307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60862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8EF159-39FA-4A2C-BAAF-68B1C13C2A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7EDA4A51-A96F-4092-9725-142706D5AC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F2E676DC-202D-42A6-A7EE-0EAE678CEA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C4790ED6-6A5A-4367-A2CD-16C9EB1A6D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7FBF6-C182-4243-9D9D-07CF4E5D5FE6}" type="datetimeFigureOut">
              <a:rPr lang="ru-RU" smtClean="0"/>
              <a:t>12.09.2026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D617BBD0-87C5-4DDC-B8F4-62ADA325E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C8441987-4058-48E5-816B-BCEA0B85E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C7C46-44D3-48D3-A653-AC7A15BEA307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11193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5F8489-C5C5-4AE0-B8E9-F53712E246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зображення 2">
            <a:extLst>
              <a:ext uri="{FF2B5EF4-FFF2-40B4-BE49-F238E27FC236}">
                <a16:creationId xmlns:a16="http://schemas.microsoft.com/office/drawing/2014/main" id="{0BC8766D-9425-46B8-BD16-5CB1E9C6BA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A7056EC8-FE2F-49B1-91D1-388446C1F5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19AF4CAC-6D1C-4E83-95F1-314FA67207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7FBF6-C182-4243-9D9D-07CF4E5D5FE6}" type="datetimeFigureOut">
              <a:rPr lang="ru-RU" smtClean="0"/>
              <a:t>12.09.2026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44496119-2136-438C-943E-0C5D89BD98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A3D70FC7-00C6-4505-A79A-80E91B5A9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C7C46-44D3-48D3-A653-AC7A15BEA307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87207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102A22-9D03-4C63-A5BF-9103524F55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BF420E94-955E-4B07-B854-A2D11346C0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B52CAB9B-D42B-4216-BA00-D3075880DA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7FBF6-C182-4243-9D9D-07CF4E5D5FE6}" type="datetimeFigureOut">
              <a:rPr lang="ru-RU" smtClean="0"/>
              <a:t>12.09.2026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8C1AE767-14AD-4EB9-A1B2-22EC92B26D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671E3D20-1302-44D0-A017-AB81798E0A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C7C46-44D3-48D3-A653-AC7A15BEA307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821472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ий заголовок 1">
            <a:extLst>
              <a:ext uri="{FF2B5EF4-FFF2-40B4-BE49-F238E27FC236}">
                <a16:creationId xmlns:a16="http://schemas.microsoft.com/office/drawing/2014/main" id="{5E937F06-A815-4F49-BAFE-E1F0E59713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80675302-0ABA-4499-BD67-16FF0EE5FD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6FB6C7BB-C76E-4E9B-AD3A-E76F2968C8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7FBF6-C182-4243-9D9D-07CF4E5D5FE6}" type="datetimeFigureOut">
              <a:rPr lang="ru-RU" smtClean="0"/>
              <a:t>12.09.2026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F3E8ECEF-C2B0-4114-9EE0-D75A2D9EEC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5BE43434-A0C5-43F7-B523-7655E542D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C7C46-44D3-48D3-A653-AC7A15BEA307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853152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аголовка 1">
            <a:extLst>
              <a:ext uri="{FF2B5EF4-FFF2-40B4-BE49-F238E27FC236}">
                <a16:creationId xmlns:a16="http://schemas.microsoft.com/office/drawing/2014/main" id="{177A7F31-904C-4DD6-81C0-358400316F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54591793-7EDE-4470-B46A-EC92D07B0A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F3BF6E0A-8DB8-48FD-BB09-B42FCCC2CD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47FBF6-C182-4243-9D9D-07CF4E5D5FE6}" type="datetimeFigureOut">
              <a:rPr lang="ru-RU" smtClean="0"/>
              <a:t>12.09.2026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B6843118-E089-4BE5-B386-D02C317D59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76F8E197-CC88-43F2-9364-991192D5F0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1C7C46-44D3-48D3-A653-AC7A15BEA307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89378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outdoor, nature, sandy, highland&#10;&#10;Description automatically generated">
            <a:extLst>
              <a:ext uri="{FF2B5EF4-FFF2-40B4-BE49-F238E27FC236}">
                <a16:creationId xmlns:a16="http://schemas.microsoft.com/office/drawing/2014/main" id="{AB4D6692-2439-17AF-1E2E-F767168141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  <a14:imgEffect>
                      <a14:brightnessContrast bright="-20000" contrast="-18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"/>
            <a:ext cx="12192000" cy="687493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2D25EDA-65FF-02F8-B6E2-29CE580C5690}"/>
              </a:ext>
            </a:extLst>
          </p:cNvPr>
          <p:cNvSpPr txBox="1"/>
          <p:nvPr/>
        </p:nvSpPr>
        <p:spPr>
          <a:xfrm>
            <a:off x="1295349" y="2283303"/>
            <a:ext cx="9601301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 молитве войну мы ведем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И враг на колени падёт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Когда славим Тебя, Бог</a:t>
            </a:r>
          </a:p>
        </p:txBody>
      </p:sp>
    </p:spTree>
    <p:extLst>
      <p:ext uri="{BB962C8B-B14F-4D97-AF65-F5344CB8AC3E}">
        <p14:creationId xmlns:p14="http://schemas.microsoft.com/office/powerpoint/2010/main" val="5673749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outdoor, nature, sandy, highland&#10;&#10;Description automatically generated">
            <a:extLst>
              <a:ext uri="{FF2B5EF4-FFF2-40B4-BE49-F238E27FC236}">
                <a16:creationId xmlns:a16="http://schemas.microsoft.com/office/drawing/2014/main" id="{AB4D6692-2439-17AF-1E2E-F767168141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  <a14:imgEffect>
                      <a14:brightnessContrast bright="-20000" contrast="-18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"/>
            <a:ext cx="12192000" cy="687493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2D25EDA-65FF-02F8-B6E2-29CE580C5690}"/>
              </a:ext>
            </a:extLst>
          </p:cNvPr>
          <p:cNvSpPr txBox="1"/>
          <p:nvPr/>
        </p:nvSpPr>
        <p:spPr>
          <a:xfrm>
            <a:off x="808387" y="2136338"/>
            <a:ext cx="10575226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И пусть испытания вокруг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К победе ведет нас Твой Дух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Когда славим Тебя, Бог</a:t>
            </a:r>
            <a:endParaRPr lang="ru-RU" sz="5400" b="1" dirty="0">
              <a:solidFill>
                <a:schemeClr val="bg1">
                  <a:lumMod val="95000"/>
                </a:schemeClr>
              </a:solidFill>
              <a:latin typeface="Helvetica" pitchFamily="2" charset="0"/>
              <a:ea typeface="Lantinghei SC Demibold" panose="02000000000000000000" pitchFamily="2" charset="-122"/>
              <a:cs typeface="Farisi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3101900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outdoor, nature, sandy, highland&#10;&#10;Description automatically generated">
            <a:extLst>
              <a:ext uri="{FF2B5EF4-FFF2-40B4-BE49-F238E27FC236}">
                <a16:creationId xmlns:a16="http://schemas.microsoft.com/office/drawing/2014/main" id="{AB4D6692-2439-17AF-1E2E-F767168141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  <a14:imgEffect>
                      <a14:brightnessContrast bright="-20000" contrast="-18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"/>
            <a:ext cx="12192000" cy="687493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2D25EDA-65FF-02F8-B6E2-29CE580C5690}"/>
              </a:ext>
            </a:extLst>
          </p:cNvPr>
          <p:cNvSpPr txBox="1"/>
          <p:nvPr/>
        </p:nvSpPr>
        <p:spPr>
          <a:xfrm>
            <a:off x="265960" y="2037081"/>
            <a:ext cx="11660079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Иисус Ты победил весь мир у ног Твоих</a:t>
            </a:r>
          </a:p>
          <a:p>
            <a:pPr algn="ctr"/>
            <a:r>
              <a:rPr lang="ru-RU" sz="4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Ты правишь вовеки</a:t>
            </a:r>
          </a:p>
          <a:p>
            <a:pPr algn="ctr"/>
            <a:r>
              <a:rPr lang="ru-RU" sz="4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Не устоит никто перед Тобой, наш Бог</a:t>
            </a:r>
          </a:p>
          <a:p>
            <a:pPr algn="ctr"/>
            <a:r>
              <a:rPr lang="ru-RU" sz="4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Твое Царство вовеки</a:t>
            </a:r>
            <a:endParaRPr lang="ru-RU" sz="4400" b="1" dirty="0">
              <a:solidFill>
                <a:schemeClr val="bg1">
                  <a:lumMod val="95000"/>
                </a:schemeClr>
              </a:solidFill>
              <a:latin typeface="Helvetica" pitchFamily="2" charset="0"/>
              <a:ea typeface="Lantinghei SC Demibold" panose="02000000000000000000" pitchFamily="2" charset="-122"/>
              <a:cs typeface="Farisi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4222469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outdoor, nature, sandy, highland&#10;&#10;Description automatically generated">
            <a:extLst>
              <a:ext uri="{FF2B5EF4-FFF2-40B4-BE49-F238E27FC236}">
                <a16:creationId xmlns:a16="http://schemas.microsoft.com/office/drawing/2014/main" id="{AB4D6692-2439-17AF-1E2E-F767168141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  <a14:imgEffect>
                      <a14:brightnessContrast bright="-20000" contrast="-18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"/>
            <a:ext cx="12192000" cy="687493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2D25EDA-65FF-02F8-B6E2-29CE580C5690}"/>
              </a:ext>
            </a:extLst>
          </p:cNvPr>
          <p:cNvSpPr txBox="1"/>
          <p:nvPr/>
        </p:nvSpPr>
        <p:spPr>
          <a:xfrm>
            <a:off x="1222105" y="2274838"/>
            <a:ext cx="9747789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Иисус, Ты победил,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весь мир у ног Твоих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Ты правишь вовеки</a:t>
            </a:r>
          </a:p>
        </p:txBody>
      </p:sp>
    </p:spTree>
    <p:extLst>
      <p:ext uri="{BB962C8B-B14F-4D97-AF65-F5344CB8AC3E}">
        <p14:creationId xmlns:p14="http://schemas.microsoft.com/office/powerpoint/2010/main" val="29252561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outdoor, nature, sandy, highland&#10;&#10;Description automatically generated">
            <a:extLst>
              <a:ext uri="{FF2B5EF4-FFF2-40B4-BE49-F238E27FC236}">
                <a16:creationId xmlns:a16="http://schemas.microsoft.com/office/drawing/2014/main" id="{AB4D6692-2439-17AF-1E2E-F767168141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  <a14:imgEffect>
                      <a14:brightnessContrast bright="-20000" contrast="-18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"/>
            <a:ext cx="12192000" cy="687493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2D25EDA-65FF-02F8-B6E2-29CE580C5690}"/>
              </a:ext>
            </a:extLst>
          </p:cNvPr>
          <p:cNvSpPr txBox="1"/>
          <p:nvPr/>
        </p:nvSpPr>
        <p:spPr>
          <a:xfrm>
            <a:off x="1222105" y="2283303"/>
            <a:ext cx="9747789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Не устоит никто перед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Тобой, наш Бог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Твое Царство вовеки</a:t>
            </a:r>
            <a:endParaRPr lang="ru-RU" sz="5400" b="1" dirty="0">
              <a:solidFill>
                <a:schemeClr val="bg1">
                  <a:lumMod val="95000"/>
                </a:schemeClr>
              </a:solidFill>
              <a:latin typeface="Helvetica" pitchFamily="2" charset="0"/>
              <a:ea typeface="Lantinghei SC Demibold" panose="02000000000000000000" pitchFamily="2" charset="-122"/>
              <a:cs typeface="Farisi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6346849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outdoor, nature, sandy, highland&#10;&#10;Description automatically generated">
            <a:extLst>
              <a:ext uri="{FF2B5EF4-FFF2-40B4-BE49-F238E27FC236}">
                <a16:creationId xmlns:a16="http://schemas.microsoft.com/office/drawing/2014/main" id="{AB4D6692-2439-17AF-1E2E-F767168141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  <a14:imgEffect>
                      <a14:brightnessContrast bright="-20000" contrast="-18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"/>
            <a:ext cx="12192000" cy="687493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2D25EDA-65FF-02F8-B6E2-29CE580C5690}"/>
              </a:ext>
            </a:extLst>
          </p:cNvPr>
          <p:cNvSpPr txBox="1"/>
          <p:nvPr/>
        </p:nvSpPr>
        <p:spPr>
          <a:xfrm>
            <a:off x="1222105" y="2274838"/>
            <a:ext cx="9747789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Не сможет враг остановить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Хвалу нашу не заглушить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Когда славим Тебя, Бог</a:t>
            </a:r>
          </a:p>
        </p:txBody>
      </p:sp>
    </p:spTree>
    <p:extLst>
      <p:ext uri="{BB962C8B-B14F-4D97-AF65-F5344CB8AC3E}">
        <p14:creationId xmlns:p14="http://schemas.microsoft.com/office/powerpoint/2010/main" val="22017435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outdoor, nature, sandy, highland&#10;&#10;Description automatically generated">
            <a:extLst>
              <a:ext uri="{FF2B5EF4-FFF2-40B4-BE49-F238E27FC236}">
                <a16:creationId xmlns:a16="http://schemas.microsoft.com/office/drawing/2014/main" id="{AB4D6692-2439-17AF-1E2E-F767168141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  <a14:imgEffect>
                      <a14:brightnessContrast bright="-20000" contrast="-18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"/>
            <a:ext cx="12192000" cy="687493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2D25EDA-65FF-02F8-B6E2-29CE580C5690}"/>
              </a:ext>
            </a:extLst>
          </p:cNvPr>
          <p:cNvSpPr txBox="1"/>
          <p:nvPr/>
        </p:nvSpPr>
        <p:spPr>
          <a:xfrm>
            <a:off x="730201" y="2144803"/>
            <a:ext cx="10731597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Здесь рушатся стены греха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Свободны в Христе навсегда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Мы славим Тебя, Бог</a:t>
            </a:r>
            <a:endParaRPr lang="ru-RU" sz="5400" b="1" dirty="0">
              <a:solidFill>
                <a:schemeClr val="bg1">
                  <a:lumMod val="95000"/>
                </a:schemeClr>
              </a:solidFill>
              <a:latin typeface="Helvetica" pitchFamily="2" charset="0"/>
              <a:ea typeface="Lantinghei SC Demibold" panose="02000000000000000000" pitchFamily="2" charset="-122"/>
              <a:cs typeface="Farisi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9295972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outdoor, nature, sandy, highland&#10;&#10;Description automatically generated">
            <a:extLst>
              <a:ext uri="{FF2B5EF4-FFF2-40B4-BE49-F238E27FC236}">
                <a16:creationId xmlns:a16="http://schemas.microsoft.com/office/drawing/2014/main" id="{AB4D6692-2439-17AF-1E2E-F767168141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  <a14:imgEffect>
                      <a14:brightnessContrast bright="-20000" contrast="-18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"/>
            <a:ext cx="12192000" cy="687493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2D25EDA-65FF-02F8-B6E2-29CE580C5690}"/>
              </a:ext>
            </a:extLst>
          </p:cNvPr>
          <p:cNvSpPr txBox="1"/>
          <p:nvPr/>
        </p:nvSpPr>
        <p:spPr>
          <a:xfrm>
            <a:off x="227121" y="1905506"/>
            <a:ext cx="11737757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Гремит Твой голос, земля дрожит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О, Ты сильный Бог, Ты сильный Бог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Здесь как на небе хвала звучит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О, Ты сильный Бог, Ты сильный Бог</a:t>
            </a:r>
            <a:endParaRPr lang="ru-RU" sz="4800" b="1" dirty="0">
              <a:solidFill>
                <a:schemeClr val="bg1">
                  <a:lumMod val="95000"/>
                </a:schemeClr>
              </a:solidFill>
              <a:latin typeface="Helvetica" pitchFamily="2" charset="0"/>
              <a:ea typeface="Lantinghei SC Demibold" panose="02000000000000000000" pitchFamily="2" charset="-122"/>
              <a:cs typeface="Farisi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74237070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132</Words>
  <Application>Microsoft Office PowerPoint</Application>
  <PresentationFormat>Широкий екран</PresentationFormat>
  <Paragraphs>26</Paragraphs>
  <Slides>8</Slides>
  <Notes>0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Helvetica</vt:lpstr>
      <vt:lpstr>Тема Office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Презентація PowerPoint</dc:title>
  <dc:creator>Олександр Зик</dc:creator>
  <cp:lastModifiedBy>Олександр Зик</cp:lastModifiedBy>
  <cp:revision>2</cp:revision>
  <dcterms:created xsi:type="dcterms:W3CDTF">2025-07-19T19:15:25Z</dcterms:created>
  <dcterms:modified xsi:type="dcterms:W3CDTF">2026-09-12T20:12:32Z</dcterms:modified>
</cp:coreProperties>
</file>