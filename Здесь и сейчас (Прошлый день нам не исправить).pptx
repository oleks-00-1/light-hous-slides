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8" r:id="rId2"/>
    <p:sldId id="333" r:id="rId3"/>
    <p:sldId id="334" r:id="rId4"/>
    <p:sldId id="335" r:id="rId5"/>
    <p:sldId id="336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923F80CB-BE5B-466D-AEE9-BB1355A7632E}"/>
    <pc:docChg chg="modSld">
      <pc:chgData name="Олександр Зик" userId="c7a628fe0823e5d5" providerId="LiveId" clId="{923F80CB-BE5B-466D-AEE9-BB1355A7632E}" dt="2024-03-30T18:25:48.117" v="2" actId="1076"/>
      <pc:docMkLst>
        <pc:docMk/>
      </pc:docMkLst>
      <pc:sldChg chg="modSp mod">
        <pc:chgData name="Олександр Зик" userId="c7a628fe0823e5d5" providerId="LiveId" clId="{923F80CB-BE5B-466D-AEE9-BB1355A7632E}" dt="2024-03-30T18:25:48.117" v="2" actId="1076"/>
        <pc:sldMkLst>
          <pc:docMk/>
          <pc:sldMk cId="620513322" sldId="335"/>
        </pc:sldMkLst>
        <pc:spChg chg="mod">
          <ac:chgData name="Олександр Зик" userId="c7a628fe0823e5d5" providerId="LiveId" clId="{923F80CB-BE5B-466D-AEE9-BB1355A7632E}" dt="2024-03-30T18:25:48.117" v="2" actId="1076"/>
          <ac:spMkLst>
            <pc:docMk/>
            <pc:sldMk cId="620513322" sldId="335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551BF-9FDB-441B-BEDB-8FBCAAFF225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B9F5A-7647-4109-AD03-1387F39271E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74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72273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49703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8260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5014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843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37275-BA9B-4397-9663-CBF76ADEF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9E3D4B4-E9EB-491A-9AED-D68508427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9880C32-6CAA-4A67-B9D4-021DA6C8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25B2030-0E63-4F3A-8928-FF9DB0EA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900E495-BBA5-4E15-B755-F4201C02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11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EC220-0D7B-4C7E-AA11-994D1B2E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965AD5-BFE9-4723-8068-FC3397F7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0F022E8-EE30-4C6F-B498-03570A1B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76C8A0E-71F3-41CD-89C5-BC368DF9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69A857-C465-4E87-9701-1C794319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11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ED56E-A03F-4522-8317-51B77903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F1EDC82-B5FD-43C5-8263-AD19F1C34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B5D8D1A-7A8C-4EEE-A842-AB952AB6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C089434-E417-425A-AAEE-B08EBB32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9AAE9D5-A76A-41C4-A918-6ABB8480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01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1E096-F824-45AC-8864-CACE333A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B4EF79F-3716-4862-B63B-2BEB628C1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F122B82-04D6-4690-B991-2B4A2436C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5B2CAB3-8F66-42AB-9CD3-8EF04E06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697DC2D-BBAB-4E56-9659-D6047A82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F01D134-AE9D-4DDA-95E0-2EF1C4D1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90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782AF-910C-44C1-A05B-34CAF093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7E1D2FA-939B-4353-B9BB-457A2CA61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692CC04-0227-45E8-B359-3561771F5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6F44BC4-FAE6-422D-9A09-9C841FD79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B6BBBA9-47EA-4A0B-AC99-2D77ED15E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C4ECEF0F-763E-4E58-A201-9F59C41C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F4284EB-F307-4F30-AB5A-DEA2B302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5F38932-1983-4FB1-8A9B-F35DA6BC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6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476C9-3082-4AEF-B9BB-D1F053C2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0538FBA-791C-4968-8273-C5EF0DE3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101651E-4DC9-4D04-A171-11755FFA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82C7064-DD6F-4554-BD7A-86E416E0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54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3D4C9B3-037E-4EA6-97E3-C30951A7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1F4442A-1ED5-41E2-9873-C5DC0380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FC7D549-CBBB-4BAD-8ADB-6E5F384E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00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664FD-7F8B-40AB-98F5-CA4A7401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87C35B0-C406-458F-BEA5-DB873C5E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EF07DDC-52FC-4F14-9662-A818E6DFD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F602C59-9053-43C0-A23E-6AB728DA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AB8FD79-65E4-4C39-A2BC-9A37F943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8987A01-2276-46E8-BC6F-D15DE51B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71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2BD0D-F43E-4E82-9C80-221973FA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C776D25-B997-4CD6-BA49-D25E0B6A8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3E81B06-8CAB-4DCE-9353-A5A17D040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DD2CBD1-017F-450A-992E-0A3569E2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E8A8182-A49F-4BFD-8FEC-8A1B353A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D84689E-E406-4529-BB9D-0F01E5A3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40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37A0C-7CF6-4141-A821-48DFFEF0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93A0173-A383-4E98-BA09-61361A716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6C2132C-551E-490A-8910-5ED35E1E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846859-8C3A-4D00-92B0-5E0CC1A8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219E5A-F6E5-4913-9314-BBD33AE9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28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9A8B3C0-C3EF-476A-ABE8-3DBB6600E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D5DFEC2-490C-467E-95D7-EE919364C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77AFBB-6E74-4CF0-9645-F66B6CFB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A591CE9-B79A-4443-82AF-C2DDB42D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AF929B2-6877-4B30-BA33-B0F068F7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67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87CD979-54C8-4DEA-B06A-20697AB1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EA79A2F-0F47-4C85-B828-785C3370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561EECB-C248-4A90-AF56-3B5CE1FD9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89B9D-2D92-4F64-BB4F-40A23FE42F24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22FC37D-4656-4E7C-9374-6D823272C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448E08-D69E-4ED5-998B-C783C6C4C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A483E-F5B8-4C68-A08B-7FA8628B9F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90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76551" y="1905506"/>
            <a:ext cx="110388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Прошлый день нам не исправить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День грядущий не во власти у нас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знаю я, Ты обещаешь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Рядом быть с нами здесь и сейчас</a:t>
            </a:r>
          </a:p>
        </p:txBody>
      </p:sp>
    </p:spTree>
    <p:extLst>
      <p:ext uri="{BB962C8B-B14F-4D97-AF65-F5344CB8AC3E}">
        <p14:creationId xmlns:p14="http://schemas.microsoft.com/office/powerpoint/2010/main" val="1195640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Опустошен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без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Жажду быть с Тобою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 одном нуждаюсь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Жажду быть с Тобою, Бог</a:t>
            </a:r>
          </a:p>
        </p:txBody>
      </p:sp>
    </p:spTree>
    <p:extLst>
      <p:ext uri="{BB962C8B-B14F-4D97-AF65-F5344CB8AC3E}">
        <p14:creationId xmlns:p14="http://schemas.microsoft.com/office/powerpoint/2010/main" val="429273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05506"/>
            <a:ext cx="113935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пути через долину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любовь Твоя страх победит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Словно свет тень проявляет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моей слабости силу яви!</a:t>
            </a:r>
          </a:p>
        </p:txBody>
      </p:sp>
    </p:spTree>
    <p:extLst>
      <p:ext uri="{BB962C8B-B14F-4D97-AF65-F5344CB8AC3E}">
        <p14:creationId xmlns:p14="http://schemas.microsoft.com/office/powerpoint/2010/main" val="168085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 на минуту Ты не оставил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сейчас Ты здесь!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сейчас Ты здесь!</a:t>
            </a:r>
          </a:p>
        </p:txBody>
      </p:sp>
    </p:spTree>
    <p:extLst>
      <p:ext uri="{BB962C8B-B14F-4D97-AF65-F5344CB8AC3E}">
        <p14:creationId xmlns:p14="http://schemas.microsoft.com/office/powerpoint/2010/main" val="62051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Духом святым, Бог,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пробуди дух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сейчас Ты здесь!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сейчас Ты здесь!</a:t>
            </a:r>
          </a:p>
        </p:txBody>
      </p:sp>
    </p:spTree>
    <p:extLst>
      <p:ext uri="{BB962C8B-B14F-4D97-AF65-F5344CB8AC3E}">
        <p14:creationId xmlns:p14="http://schemas.microsoft.com/office/powerpoint/2010/main" val="5322184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</Words>
  <Application>Microsoft Office PowerPoint</Application>
  <PresentationFormat>Широкий екран</PresentationFormat>
  <Paragraphs>24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2023-12-09T19:34:10Z</dcterms:created>
  <dcterms:modified xsi:type="dcterms:W3CDTF">2025-11-22T20:56:44Z</dcterms:modified>
</cp:coreProperties>
</file>