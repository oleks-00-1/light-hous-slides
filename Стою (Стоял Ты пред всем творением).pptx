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8" r:id="rId4"/>
    <p:sldId id="299" r:id="rId5"/>
    <p:sldId id="30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7BABC4F1-3D9C-4856-A914-EDB84BAA8912}"/>
    <pc:docChg chg="modSld">
      <pc:chgData name="Олександр Зик" userId="c7a628fe0823e5d5" providerId="LiveId" clId="{7BABC4F1-3D9C-4856-A914-EDB84BAA8912}" dt="2024-04-13T18:50:42.069" v="3" actId="20577"/>
      <pc:docMkLst>
        <pc:docMk/>
      </pc:docMkLst>
      <pc:sldChg chg="modSp mod">
        <pc:chgData name="Олександр Зик" userId="c7a628fe0823e5d5" providerId="LiveId" clId="{7BABC4F1-3D9C-4856-A914-EDB84BAA8912}" dt="2024-04-13T18:50:42.069" v="3" actId="20577"/>
        <pc:sldMkLst>
          <pc:docMk/>
          <pc:sldMk cId="3273655834" sldId="298"/>
        </pc:sldMkLst>
        <pc:spChg chg="mod">
          <ac:chgData name="Олександр Зик" userId="c7a628fe0823e5d5" providerId="LiveId" clId="{7BABC4F1-3D9C-4856-A914-EDB84BAA8912}" dt="2024-04-13T18:50:42.069" v="3" actId="20577"/>
          <ac:spMkLst>
            <pc:docMk/>
            <pc:sldMk cId="3273655834" sldId="298"/>
            <ac:spMk id="5" creationId="{A2D25EDA-65FF-02F8-B6E2-29CE580C5690}"/>
          </ac:spMkLst>
        </pc:spChg>
      </pc:sldChg>
    </pc:docChg>
  </pc:docChgLst>
  <pc:docChgLst>
    <pc:chgData name="Олександр Зик" userId="c7a628fe0823e5d5" providerId="LiveId" clId="{50D7B1D3-C0EF-42EC-B126-BDBB85AAE062}"/>
    <pc:docChg chg="modSld">
      <pc:chgData name="Олександр Зик" userId="c7a628fe0823e5d5" providerId="LiveId" clId="{50D7B1D3-C0EF-42EC-B126-BDBB85AAE062}" dt="2024-08-17T10:28:09.930" v="3" actId="20577"/>
      <pc:docMkLst>
        <pc:docMk/>
      </pc:docMkLst>
      <pc:sldChg chg="modSp mod">
        <pc:chgData name="Олександр Зик" userId="c7a628fe0823e5d5" providerId="LiveId" clId="{50D7B1D3-C0EF-42EC-B126-BDBB85AAE062}" dt="2024-08-17T10:27:42.787" v="1" actId="20577"/>
        <pc:sldMkLst>
          <pc:docMk/>
          <pc:sldMk cId="3564883754" sldId="297"/>
        </pc:sldMkLst>
        <pc:spChg chg="mod">
          <ac:chgData name="Олександр Зик" userId="c7a628fe0823e5d5" providerId="LiveId" clId="{50D7B1D3-C0EF-42EC-B126-BDBB85AAE062}" dt="2024-08-17T10:27:42.787" v="1" actId="20577"/>
          <ac:spMkLst>
            <pc:docMk/>
            <pc:sldMk cId="3564883754" sldId="297"/>
            <ac:spMk id="5" creationId="{A2D25EDA-65FF-02F8-B6E2-29CE580C5690}"/>
          </ac:spMkLst>
        </pc:spChg>
      </pc:sldChg>
      <pc:sldChg chg="modSp mod">
        <pc:chgData name="Олександр Зик" userId="c7a628fe0823e5d5" providerId="LiveId" clId="{50D7B1D3-C0EF-42EC-B126-BDBB85AAE062}" dt="2024-08-17T10:28:09.930" v="3" actId="20577"/>
        <pc:sldMkLst>
          <pc:docMk/>
          <pc:sldMk cId="933018245" sldId="299"/>
        </pc:sldMkLst>
        <pc:spChg chg="mod">
          <ac:chgData name="Олександр Зик" userId="c7a628fe0823e5d5" providerId="LiveId" clId="{50D7B1D3-C0EF-42EC-B126-BDBB85AAE062}" dt="2024-08-17T10:28:09.930" v="3" actId="20577"/>
          <ac:spMkLst>
            <pc:docMk/>
            <pc:sldMk cId="933018245" sldId="299"/>
            <ac:spMk id="5" creationId="{A2D25EDA-65FF-02F8-B6E2-29CE580C569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6B90B-D7E5-4FF1-BDCB-9DA85640B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54E0603-CF31-41B8-8E9E-16C1C65C3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180366A-F6BD-4EDE-8D24-3016A29C6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999ACD6-3D64-4501-8D77-6C7CB172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92B2D96-8CEF-4A37-A6D7-847FED052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3650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18E4B9-7053-4E68-9134-40F283231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59A6EC4-BE79-4A6D-810F-DAB0A53FC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4C94008-AD84-4E1F-A039-99C2F529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8CE5C93-E74E-47F9-A2EA-D0C9EE12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DCA2AF0-233A-4E4F-B014-151512F9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898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401100-0619-43C4-BAF6-4BF7790D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CA9CA3FC-4564-40ED-B872-178A1A7A5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F2F6F11-0B14-4308-B0D3-47413EEC9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3013827-2A24-4DE6-9A31-00EF6D48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63B6E67-F619-45B4-AC3F-A0B378F01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926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6D67AA-F76D-4EC3-879A-C20EBB1F4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5ADD3FA-54A5-41F4-AC64-149AA54577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0BF6E73-B86C-427F-A565-E8C0061F2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0BEBF9E-26B1-4334-A058-753A010A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B076BBA-5251-4B20-B4C6-C7429F16B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ACF42EE-5DAE-4B01-A358-CBA85B50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487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F82C8C-37C9-4DCD-9BAD-952B12C5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58B00A9E-21EF-4769-BE4B-F0B0C3F5A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E4AC166-D390-45FA-A956-95E9CF2B6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8B98495-61D2-4C7C-BEF5-E310D0C67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209F9A6-50E0-4744-8121-F0E2F2FC2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B4543EB0-F48E-442F-AF37-83928CFC6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955B094-8D34-446F-B4E6-B98988EF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199C5205-3643-42A4-B00C-020C4EA2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506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DE8BB-6AE1-4A35-AA38-D775F8DBC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BF20A754-8983-4793-9E15-176066CCD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5B7548CC-7458-4524-B2D6-D75500F7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D4338F46-AC69-4C31-93CD-1FDB3D9A5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831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7246B066-BA86-4EB6-9B78-1BE8BEEA2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F2016C4-BBCB-4070-9EA8-C0EFDEC10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44C8936-12F4-49E1-AE65-A615C168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65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DAFB73-CCD6-4398-A452-3B202384E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183246F-7B86-4476-9F0F-39E24356D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62A76947-5B63-4FD1-9FEC-5686B61EB7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A668C8B-8468-4FF7-88BD-A1F843AAA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E907EC42-EA28-4609-A7BA-F3BF4800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C0D47F9-7EAE-47C4-BBF8-5C7F93980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762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D1CB4-2607-4FC8-91E2-25B909A0F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EFCF7FD6-5B29-4AD0-8B74-09FD53673F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BADAF66-0569-4D64-B85E-7BEC5D5F2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E16979D3-22FD-4063-BF66-C4AF067C3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F62CC5EE-9BB7-4185-8C3F-6AE56D45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DEBF3AA-4351-4CA6-B562-5BA5890FF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82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B1566-C5E6-4A1C-91E8-A769F665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BBF5748C-5A2A-407E-8485-4B9FA519F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04FE574-C0DB-4A53-B00A-78742D048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4D59B94-AD01-4A93-AF20-3A4352163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53AC920-EFCA-4A1C-999B-E20D683D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449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CDD0130F-6A9C-41BE-AE72-CC8238593E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98CFD172-D757-497B-8B51-BA278BDBB8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46030DA-CE56-43E6-8992-F36CDE05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894F81E-BC38-4FFC-8B5E-3F30655DE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E4268BC-EC64-478B-A8C8-6D7DE884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05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D8EC4839-7D56-4E3D-8BCE-59805C6D8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37390446-314B-4AF4-B6CF-7B57E35AD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E1FB66E3-CE23-469F-91A7-2917B421B7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C77D-B4FA-43EB-B1B3-427794385645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845F13F-8FC7-48BC-99BD-54A2DB592C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7C30996-2C2E-48DD-82E9-BDAFE3214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4A52E-982D-41D7-9D65-B9581A5C8D24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23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556212" y="1914803"/>
            <a:ext cx="110795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Стоял Ты пред всем творением, вечность держа в руках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Всю землю привёл Ты в движение Стою 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склонясь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04164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556212" y="1914803"/>
            <a:ext cx="110795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Стоял пред моим падением,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крест Ты пронёс за меня,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 плечи Свои взял весь грех мой Стою 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склонясь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6488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556212" y="1905506"/>
            <a:ext cx="110795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Но что сделать мне?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Что мне сказать?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Лишь сердце своё Тебе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могу я отдать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73655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556212" y="1905506"/>
            <a:ext cx="110795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буду храним спасеньем,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ведёт Дух Святой меня,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жизнь мою дал обещания     Стою я </a:t>
            </a:r>
            <a:r>
              <a:rPr lang="ru-RU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склонясь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33018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, sky, nature, mountain&#10;&#10;Description automatically generated">
            <a:extLst>
              <a:ext uri="{FF2B5EF4-FFF2-40B4-BE49-F238E27FC236}">
                <a16:creationId xmlns:a16="http://schemas.microsoft.com/office/drawing/2014/main" id="{BDE397ED-A972-41DD-4967-7556DE1E1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1000"/>
                    </a14:imgEffect>
                    <a14:imgEffect>
                      <a14:brightnessContrast bright="-15000" contrast="-2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765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556212" y="1914803"/>
            <a:ext cx="110795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Стою, подняв взгляд и руки к небу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Тому, кто Один отдал мне всё.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Стою к Тебе, Бог, склоняю сердце Всё во мне Твоё.</a:t>
            </a:r>
          </a:p>
        </p:txBody>
      </p:sp>
    </p:spTree>
    <p:extLst>
      <p:ext uri="{BB962C8B-B14F-4D97-AF65-F5344CB8AC3E}">
        <p14:creationId xmlns:p14="http://schemas.microsoft.com/office/powerpoint/2010/main" val="28449281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108</Words>
  <Application>Microsoft Office PowerPoint</Application>
  <PresentationFormat>Широкий екран</PresentationFormat>
  <Paragraphs>15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2024-04-06T19:36:07Z</dcterms:created>
  <dcterms:modified xsi:type="dcterms:W3CDTF">2025-10-25T19:02:20Z</dcterms:modified>
</cp:coreProperties>
</file>