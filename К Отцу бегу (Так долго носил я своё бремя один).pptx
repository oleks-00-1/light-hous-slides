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314" r:id="rId2"/>
    <p:sldId id="315" r:id="rId3"/>
    <p:sldId id="317" r:id="rId4"/>
    <p:sldId id="316" r:id="rId5"/>
    <p:sldId id="318" r:id="rId6"/>
    <p:sldId id="319" r:id="rId7"/>
    <p:sldId id="320" r:id="rId8"/>
    <p:sldId id="321" r:id="rId9"/>
    <p:sldId id="322" r:id="rId10"/>
    <p:sldId id="323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5" autoAdjust="0"/>
    <p:restoredTop sz="94660"/>
  </p:normalViewPr>
  <p:slideViewPr>
    <p:cSldViewPr snapToGrid="0">
      <p:cViewPr>
        <p:scale>
          <a:sx n="86" d="100"/>
          <a:sy n="86" d="100"/>
        </p:scale>
        <p:origin x="557" y="-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2E2F2D-DEB1-44A8-A8A1-C2130A98AC8B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BB7FCC-F0AC-4BF7-81B4-88D9645E67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7769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1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5440997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2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8689528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3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9163973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4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3089018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5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4890217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6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7184480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7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4012389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8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4281995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9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0566087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10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1540772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BA73D6-3448-4908-8805-AFBA6FAA37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72B4E92F-0FA1-4072-B0BF-8C657EFA17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10A254F-215F-41E9-9A10-74259A2FF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7D076-6A18-4433-B2EF-68ACB4FC349F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8702500-032C-4AE9-9C5E-85A83A7C3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539C82BB-09D4-4473-9750-65BDD6E73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32601-B696-47FB-A246-9AA4EBF65C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65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AB29D3-D8AE-4698-982B-59C7CD88A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15B3DAE-A78D-49AA-A850-01E020012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E56C5D4-A3AC-42B8-93C3-BD9F5D90B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7D076-6A18-4433-B2EF-68ACB4FC349F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1C24CED0-3BFD-4194-8407-7B0B1BB9E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F3F43299-F412-4462-88DF-AE4A33213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32601-B696-47FB-A246-9AA4EBF65C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5153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7994A0-2320-4B5F-A3C5-107F1E5C0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7C777BEE-8179-4DCB-B2A7-FE302F0B3A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1DA1393A-39BB-48C0-9EDB-4983590FC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7D076-6A18-4433-B2EF-68ACB4FC349F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A622B06-C60A-4A59-BC66-03CFCDB2E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31F87E3-CABF-4CEB-907C-BF7975523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32601-B696-47FB-A246-9AA4EBF65C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8356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C2BFB3-09EC-4529-A4DC-C3AE233D7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95B1D43-3922-4577-A05E-58F913D0C5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55D8633E-B621-4793-833F-5E8E663A9F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CA48A2EC-7C58-4BFB-B21D-FD63CA423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7D076-6A18-4433-B2EF-68ACB4FC349F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735501AC-0361-4EAE-89C8-EA7EF7DD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9C852853-F5CE-4D01-9C59-4AFB8F260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32601-B696-47FB-A246-9AA4EBF65C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7301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412D8A-1B6A-4FF5-B447-FF08A49BB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D5DA41CD-9B73-423C-B4BD-077F777805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7F5F559A-A946-4AC9-BADB-95988AFFC9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13D12EE6-DECF-41FA-B77B-0F4AE48828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93A3490D-099B-411D-B75A-F94A68A1C0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52676643-0D30-42D5-9492-239CAC6F2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7D076-6A18-4433-B2EF-68ACB4FC349F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7E258C18-C90E-444E-8464-6008D38DB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718DB67E-C89E-4FC0-A042-2426952B5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32601-B696-47FB-A246-9AA4EBF65C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0131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6237E6-799C-4C63-BC18-A3DF88471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D3D9D779-057C-4B8E-9271-9F9409168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7D076-6A18-4433-B2EF-68ACB4FC349F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8B791B81-DBDD-4D9B-A2C1-3E8C68C0C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13925157-996E-47F2-A89C-2C497428A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32601-B696-47FB-A246-9AA4EBF65C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2432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22F6A63A-4829-4DAF-AB28-FD2FC7C51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7D076-6A18-4433-B2EF-68ACB4FC349F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9EA721C6-7E62-47C0-A595-65CF0E45D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C9E3214D-1A0F-4358-9A0A-20D478672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32601-B696-47FB-A246-9AA4EBF65C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880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B93698-FA66-4B44-AF18-F489D95CA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3F806A3-D580-4CBE-8F32-13CCFF1C1D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B7301403-4A2F-487A-A009-2B8091EDFE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6BFADA37-D8C8-4E4B-94F4-8D418B413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7D076-6A18-4433-B2EF-68ACB4FC349F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8410B11E-0590-48E2-AB70-9C96BF5EE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A94CB365-4341-477A-9646-2DB5A0F0C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32601-B696-47FB-A246-9AA4EBF65C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2892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F6D891-1FEB-42BE-8EC7-38DFAFC9F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006104D8-8234-434F-8B73-143FDFAA98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4FA9C15C-D947-4936-9582-17E9C9C8A5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B08E20A1-58EA-42E2-A435-8AC09E2F1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7D076-6A18-4433-B2EF-68ACB4FC349F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4E191947-3115-4100-AB2E-DEF48D417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4B16483E-ACC5-4B8F-BCD1-7F2FA06A4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32601-B696-47FB-A246-9AA4EBF65C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6797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9D290E-2449-435D-B949-E91B81429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9E881413-8431-4180-9D09-BEED071D2D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E316992-0298-4596-A2D7-36591F63A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7D076-6A18-4433-B2EF-68ACB4FC349F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866318D-493E-4D71-AC13-916F149B3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2AF460D3-3DAB-4E9A-8258-B664829C2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32601-B696-47FB-A246-9AA4EBF65C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0432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7D00B303-61FD-48D4-97EF-F5574D3F8F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8212B0EA-3E9B-4CA8-97E7-50DDFFC0B4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506E3C0-031C-4A2D-A5A0-F3F077BE3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7D076-6A18-4433-B2EF-68ACB4FC349F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8A20B519-9FEB-4D41-B5B4-BCC39D587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9B4CB60-461B-42DB-9BB7-BABD699AF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32601-B696-47FB-A246-9AA4EBF65C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258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6C986FD7-A951-407E-904B-54942952A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72903343-1147-4C8F-A78E-DC56EB9112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6F4494D-24BF-425B-9F29-6FD1172896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17D076-6A18-4433-B2EF-68ACB4FC349F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9F35BF4-9FC9-4D4B-A399-380F30EEDD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41B77DDC-162D-45EB-B649-116A46450E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E32601-B696-47FB-A246-9AA4EBF65C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2246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ody of water with mountains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FFCF8811-5DCA-5BFC-2D8B-F6905E261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70307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444832" y="2730529"/>
            <a:ext cx="1130233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Так долго носил я своё бремя один,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Но нельзя в одиночку его унести…</a:t>
            </a:r>
          </a:p>
        </p:txBody>
      </p:sp>
    </p:spTree>
    <p:extLst>
      <p:ext uri="{BB962C8B-B14F-4D97-AF65-F5344CB8AC3E}">
        <p14:creationId xmlns:p14="http://schemas.microsoft.com/office/powerpoint/2010/main" val="148418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ody of water with mountains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FFCF8811-5DCA-5BFC-2D8B-F6905E261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70307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501737" y="1905506"/>
            <a:ext cx="1118852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Отпустить всё, что было –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Твой слышу призыв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ношу мою Тебе отдаю,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знаю, мне нужен Ты!</a:t>
            </a:r>
          </a:p>
        </p:txBody>
      </p:sp>
    </p:spTree>
    <p:extLst>
      <p:ext uri="{BB962C8B-B14F-4D97-AF65-F5344CB8AC3E}">
        <p14:creationId xmlns:p14="http://schemas.microsoft.com/office/powerpoint/2010/main" val="511387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ody of water with mountains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FFCF8811-5DCA-5BFC-2D8B-F6905E261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70307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501737" y="1991865"/>
            <a:ext cx="1118852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Отцу вновь бегу я,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Его благодать,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Нет силы скрываться,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причины нет ждать!</a:t>
            </a:r>
          </a:p>
        </p:txBody>
      </p:sp>
    </p:spTree>
    <p:extLst>
      <p:ext uri="{BB962C8B-B14F-4D97-AF65-F5344CB8AC3E}">
        <p14:creationId xmlns:p14="http://schemas.microsoft.com/office/powerpoint/2010/main" val="3138710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ody of water with mountains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FFCF8811-5DCA-5BFC-2D8B-F6905E261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70307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501737" y="1905506"/>
            <a:ext cx="1118852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Нужен сердцу целитель,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душе нужен друг,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Так что снова и снова к Отцу я бегу,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Вновь к Отцу бегу!</a:t>
            </a:r>
          </a:p>
        </p:txBody>
      </p:sp>
    </p:spTree>
    <p:extLst>
      <p:ext uri="{BB962C8B-B14F-4D97-AF65-F5344CB8AC3E}">
        <p14:creationId xmlns:p14="http://schemas.microsoft.com/office/powerpoint/2010/main" val="3031759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ody of water with mountains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FFCF8811-5DCA-5BFC-2D8B-F6905E261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70307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501737" y="2361197"/>
            <a:ext cx="1118852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Отец, от начала как помочь Ты знал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Твой Сын искупление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дарует сердцам</a:t>
            </a:r>
          </a:p>
        </p:txBody>
      </p:sp>
    </p:spTree>
    <p:extLst>
      <p:ext uri="{BB962C8B-B14F-4D97-AF65-F5344CB8AC3E}">
        <p14:creationId xmlns:p14="http://schemas.microsoft.com/office/powerpoint/2010/main" val="50170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ody of water with mountains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FFCF8811-5DCA-5BFC-2D8B-F6905E261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70307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501737" y="1991865"/>
            <a:ext cx="1118852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Осмыслить не в силах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безмерной любви,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Никак не понять, умом не об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Lantinghei SC Demibold" panose="02000000000000000000" pitchFamily="2" charset="-122"/>
                <a:cs typeface="Times New Roman" panose="02020603050405020304" pitchFamily="18" charset="0"/>
              </a:rPr>
              <a:t>ъ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ять…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Лишь знаю, мне нужен Ты!</a:t>
            </a:r>
            <a:endParaRPr lang="ru-RU" sz="4800" b="1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ea typeface="Lantinghei SC Demibold" panose="02000000000000000000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4929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ody of water with mountains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FFCF8811-5DCA-5BFC-2D8B-F6905E261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70307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501737" y="1991865"/>
            <a:ext cx="1118852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Ещё до рождения Ты,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Сердце моё хранил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об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Lantinghei SC Demibold" panose="02000000000000000000" pitchFamily="2" charset="-122"/>
                <a:cs typeface="Times New Roman" panose="02020603050405020304" pitchFamily="18" charset="0"/>
              </a:rPr>
              <a:t>ъ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ятия бегу Твои,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словно из смерти в жизнь!</a:t>
            </a:r>
            <a:endParaRPr lang="ru-RU" sz="4800" b="1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ea typeface="Lantinghei SC Demibold" panose="02000000000000000000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7233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ody of water with mountains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FFCF8811-5DCA-5BFC-2D8B-F6905E261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70307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501737" y="1991865"/>
            <a:ext cx="1118852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Нежно влечёт милость Твоя,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Вновь ожило всё внутри,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Принял таким как есть меня!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Знаю, мне нужен Ты!</a:t>
            </a:r>
            <a:endParaRPr lang="ru-RU" sz="4800" b="1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ea typeface="Lantinghei SC Demibold" panose="02000000000000000000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2297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ody of water with mountains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FFCF8811-5DCA-5BFC-2D8B-F6905E261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70307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501737" y="1991865"/>
            <a:ext cx="1118852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Отцу вновь бегу я,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Его благодать,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Нет силы скрываться,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причины нет ждать!</a:t>
            </a:r>
          </a:p>
        </p:txBody>
      </p:sp>
    </p:spTree>
    <p:extLst>
      <p:ext uri="{BB962C8B-B14F-4D97-AF65-F5344CB8AC3E}">
        <p14:creationId xmlns:p14="http://schemas.microsoft.com/office/powerpoint/2010/main" val="2288878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ody of water with mountains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FFCF8811-5DCA-5BFC-2D8B-F6905E261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70307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501737" y="1905506"/>
            <a:ext cx="1118852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Целителя сердцу, и друга душе,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снова и снова нахожусь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лишь в Отце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нахожусь лишь в Отце!</a:t>
            </a:r>
          </a:p>
        </p:txBody>
      </p:sp>
    </p:spTree>
    <p:extLst>
      <p:ext uri="{BB962C8B-B14F-4D97-AF65-F5344CB8AC3E}">
        <p14:creationId xmlns:p14="http://schemas.microsoft.com/office/powerpoint/2010/main" val="112810116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203</Words>
  <Application>Microsoft Office PowerPoint</Application>
  <PresentationFormat>Широкоэкранный</PresentationFormat>
  <Paragraphs>47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Helvetica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3</cp:revision>
  <dcterms:created xsi:type="dcterms:W3CDTF">2024-10-05T16:33:49Z</dcterms:created>
  <dcterms:modified xsi:type="dcterms:W3CDTF">2025-05-21T20:13:04Z</dcterms:modified>
</cp:coreProperties>
</file>