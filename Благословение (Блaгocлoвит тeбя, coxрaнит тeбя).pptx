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9" r:id="rId3"/>
    <p:sldId id="280" r:id="rId4"/>
    <p:sldId id="281" r:id="rId5"/>
    <p:sldId id="282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6AA576-F916-4E5C-BD8F-F42EF13C9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95A90FE0-0E78-45C5-B4B9-4403F57D42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CBC9087-D916-4532-AF58-E8A41D15E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B9-1EC3-4A30-A77B-5519B217CDDD}" type="datetimeFigureOut">
              <a:rPr lang="ru-RU" smtClean="0"/>
              <a:t>30.11.2025</a:t>
            </a:fld>
            <a:endParaRPr lang="ru-RU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B8070FC-9206-4649-B81B-EB4BA1FC7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1533CA8-5207-43D6-91F9-B3014E6FE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C9F3-4842-4483-A267-7C468D5672CC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7665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05A1C2-757A-47FB-9B2F-F93D838A2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247547B-B124-430C-AC3B-F6F622132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8EB602F-897F-4411-BE99-F38C2DCF4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B9-1EC3-4A30-A77B-5519B217CDDD}" type="datetimeFigureOut">
              <a:rPr lang="ru-RU" smtClean="0"/>
              <a:t>30.11.2025</a:t>
            </a:fld>
            <a:endParaRPr lang="ru-RU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398CFB7-98B7-463F-AE74-46C2575AB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2147191-02F1-44DA-B5A4-CE8579B4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C9F3-4842-4483-A267-7C468D5672CC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1237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21CF38-71A1-4980-861A-5143B9A8F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1888ACF-B2BC-4CD4-847E-5FB5A5719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1503BE6-7C6A-4BD9-92DF-A5D49E98F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B9-1EC3-4A30-A77B-5519B217CDDD}" type="datetimeFigureOut">
              <a:rPr lang="ru-RU" smtClean="0"/>
              <a:t>30.11.2025</a:t>
            </a:fld>
            <a:endParaRPr lang="ru-RU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09A37DD-5CAE-4298-B86A-628DEACEE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46A6759-96A4-4610-A70E-67F404CFF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C9F3-4842-4483-A267-7C468D5672CC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9821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11658C-6501-4B51-933C-0949016B7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F520BD1-92C9-4584-84E3-26B390D7B9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DD9E6D3-F6C7-4669-8ACC-54D73C82C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88DB4FF-6D71-49F2-8C44-463D52592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B9-1EC3-4A30-A77B-5519B217CDDD}" type="datetimeFigureOut">
              <a:rPr lang="ru-RU" smtClean="0"/>
              <a:t>30.11.2025</a:t>
            </a:fld>
            <a:endParaRPr lang="ru-RU" dirty="0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87012EF-2287-40FD-BCD8-A3EDD1695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9BF993B-8654-4923-A2AF-8C925199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C9F3-4842-4483-A267-7C468D5672CC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6183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649474-0F5B-49C9-8B2C-04989CEE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1645CAC-A392-43B4-9727-575CEAAF3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00BA882-F37C-4F6B-9B82-7D7157E82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7A3F2C51-AE85-4008-B439-95F8D4875B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A4AC5F29-D876-44B6-9EA5-250E864A11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372E3871-B14B-4443-8753-1F28886EA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B9-1EC3-4A30-A77B-5519B217CDDD}" type="datetimeFigureOut">
              <a:rPr lang="ru-RU" smtClean="0"/>
              <a:t>30.11.2025</a:t>
            </a:fld>
            <a:endParaRPr lang="ru-RU" dirty="0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4196D22D-5800-439B-A874-BFF09C7BE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A828CA66-B455-4A7F-9077-F7772058B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C9F3-4842-4483-A267-7C468D5672CC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8961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D4964F-CB4D-4426-8C7C-47362FC31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9864FFB1-8BEC-4CDA-AF56-C78A3CD30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B9-1EC3-4A30-A77B-5519B217CDDD}" type="datetimeFigureOut">
              <a:rPr lang="ru-RU" smtClean="0"/>
              <a:t>30.11.2025</a:t>
            </a:fld>
            <a:endParaRPr lang="ru-RU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91F60E4D-26C0-4D56-8D9C-54828564B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2E22571F-3CA9-4E6B-85D1-F45F04940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C9F3-4842-4483-A267-7C468D5672CC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4872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982C37E9-A50E-40A2-8BE1-72BB8F270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B9-1EC3-4A30-A77B-5519B217CDDD}" type="datetimeFigureOut">
              <a:rPr lang="ru-RU" smtClean="0"/>
              <a:t>30.11.2025</a:t>
            </a:fld>
            <a:endParaRPr lang="ru-RU" dirty="0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F9024D7C-9F7E-4DEE-B0B1-1431F3DA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02C7022C-2247-4F1A-97E3-8DAD1583B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C9F3-4842-4483-A267-7C468D5672CC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260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318F5A-8587-4366-BF6B-3E07C92BE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9DBB74B-8372-4CDF-B0EC-89DBD4D8C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E113B09-73C2-45A9-BC6D-61D71BA35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05A1147-F0C4-4867-BD5C-C4B7C0018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B9-1EC3-4A30-A77B-5519B217CDDD}" type="datetimeFigureOut">
              <a:rPr lang="ru-RU" smtClean="0"/>
              <a:t>30.11.2025</a:t>
            </a:fld>
            <a:endParaRPr lang="ru-RU" dirty="0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14E3ACE-DBD1-4E13-814C-1FD48D094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6E4C4E2-A52E-4E6D-8402-182C4D00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C9F3-4842-4483-A267-7C468D5672CC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6170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FC2782-19D9-439E-B0E3-9085E5966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EEF82748-C05A-4DB0-853D-738624F7FF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6ABA260-A346-4F1F-A364-57F185716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F974506-6344-4EB8-8102-23890C08E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B9-1EC3-4A30-A77B-5519B217CDDD}" type="datetimeFigureOut">
              <a:rPr lang="ru-RU" smtClean="0"/>
              <a:t>30.11.2025</a:t>
            </a:fld>
            <a:endParaRPr lang="ru-RU" dirty="0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30FEE90-B161-4742-89DE-4C835BAD6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D6A52D9-5FD1-4A31-B14F-899A8C54B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C9F3-4842-4483-A267-7C468D5672CC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8549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D730C-3F21-4FC7-9060-02E9EEF09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CAF1921-CCE3-483A-A843-AB000DF70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27F4FFB-69A6-4947-A6D1-F1E1EE29E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B9-1EC3-4A30-A77B-5519B217CDDD}" type="datetimeFigureOut">
              <a:rPr lang="ru-RU" smtClean="0"/>
              <a:t>30.11.2025</a:t>
            </a:fld>
            <a:endParaRPr lang="ru-RU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8E9EFE3-186F-4AC1-881B-FDF1A0785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E1DC58A-7156-49B3-B146-4DAD744B3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C9F3-4842-4483-A267-7C468D5672CC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9492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9FB5877D-3326-4966-9D25-BF033B218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27B64EDB-9C2B-46A9-8BCA-2E1B9B89B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2ADC604-726F-4779-9666-94C36449A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B9-1EC3-4A30-A77B-5519B217CDDD}" type="datetimeFigureOut">
              <a:rPr lang="ru-RU" smtClean="0"/>
              <a:t>30.11.2025</a:t>
            </a:fld>
            <a:endParaRPr lang="ru-RU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4890EF3-9965-436E-BB83-A35824712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AC437F4-FF23-4B09-B935-330542793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C9F3-4842-4483-A267-7C468D5672CC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0404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8E30E066-DA36-4F32-89E7-3EF0802C6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AB468FB-951F-4ED9-A693-4B3047636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4B1864A-39F0-4722-B22A-F5108D1E9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465B9-1EC3-4A30-A77B-5519B217CDDD}" type="datetimeFigureOut">
              <a:rPr lang="ru-RU" smtClean="0"/>
              <a:t>30.11.2025</a:t>
            </a:fld>
            <a:endParaRPr lang="ru-RU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810CD08-7843-443E-BB9B-E04B37E90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48FDD9E-007B-43FA-AC21-0D562F538B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9C9F3-4842-4483-A267-7C468D5672CC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2432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cky cliff next to a body of water&#10;&#10;Description automatically generated with medium confidence">
            <a:extLst>
              <a:ext uri="{FF2B5EF4-FFF2-40B4-BE49-F238E27FC236}">
                <a16:creationId xmlns:a16="http://schemas.microsoft.com/office/drawing/2014/main" id="{0FC2FCE4-FC11-91C6-A7F2-0453534C1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25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61757" y="1536173"/>
            <a:ext cx="1206848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вит 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бя,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cox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нит 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бя, </a:t>
            </a:r>
          </a:p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рит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 Св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лиц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endParaRPr lang="uk-UA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милу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</a:p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тит 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дь к 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лиц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 мир</a:t>
            </a:r>
          </a:p>
        </p:txBody>
      </p:sp>
    </p:spTree>
    <p:extLst>
      <p:ext uri="{BB962C8B-B14F-4D97-AF65-F5344CB8AC3E}">
        <p14:creationId xmlns:p14="http://schemas.microsoft.com/office/powerpoint/2010/main" val="3618139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cky cliff next to a body of water&#10;&#10;Description automatically generated with medium confidence">
            <a:extLst>
              <a:ext uri="{FF2B5EF4-FFF2-40B4-BE49-F238E27FC236}">
                <a16:creationId xmlns:a16="http://schemas.microsoft.com/office/drawing/2014/main" id="{0FC2FCE4-FC11-91C6-A7F2-0453534C1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25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2003765" y="2967334"/>
            <a:ext cx="81844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Аминь, Аминь, Аминь </a:t>
            </a:r>
          </a:p>
        </p:txBody>
      </p:sp>
    </p:spTree>
    <p:extLst>
      <p:ext uri="{BB962C8B-B14F-4D97-AF65-F5344CB8AC3E}">
        <p14:creationId xmlns:p14="http://schemas.microsoft.com/office/powerpoint/2010/main" val="3299058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cky cliff next to a body of water&#10;&#10;Description automatically generated with medium confidence">
            <a:extLst>
              <a:ext uri="{FF2B5EF4-FFF2-40B4-BE49-F238E27FC236}">
                <a16:creationId xmlns:a16="http://schemas.microsoft.com/office/drawing/2014/main" id="{0FC2FCE4-FC11-91C6-A7F2-0453534C1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25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61757" y="1905505"/>
            <a:ext cx="1206848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ди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ты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яч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ний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 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мья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тя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  <a:endParaRPr lang="en-US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внук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ax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</a:p>
        </p:txBody>
      </p:sp>
    </p:spTree>
    <p:extLst>
      <p:ext uri="{BB962C8B-B14F-4D97-AF65-F5344CB8AC3E}">
        <p14:creationId xmlns:p14="http://schemas.microsoft.com/office/powerpoint/2010/main" val="1576210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cky cliff next to a body of water&#10;&#10;Description automatically generated with medium confidence">
            <a:extLst>
              <a:ext uri="{FF2B5EF4-FFF2-40B4-BE49-F238E27FC236}">
                <a16:creationId xmlns:a16="http://schemas.microsoft.com/office/drawing/2014/main" id="{0FC2FCE4-FC11-91C6-A7F2-0453534C1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25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61757" y="1905505"/>
            <a:ext cx="1206848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ид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 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 ряд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</a:t>
            </a:r>
          </a:p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круж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я, з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щищ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oc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вит,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кин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</a:p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ю,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ю</a:t>
            </a:r>
          </a:p>
        </p:txBody>
      </p:sp>
    </p:spTree>
    <p:extLst>
      <p:ext uri="{BB962C8B-B14F-4D97-AF65-F5344CB8AC3E}">
        <p14:creationId xmlns:p14="http://schemas.microsoft.com/office/powerpoint/2010/main" val="1650574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cky cliff next to a body of water&#10;&#10;Description automatically generated with medium confidence">
            <a:extLst>
              <a:ext uri="{FF2B5EF4-FFF2-40B4-BE49-F238E27FC236}">
                <a16:creationId xmlns:a16="http://schemas.microsoft.com/office/drawing/2014/main" id="{0FC2FCE4-FC11-91C6-A7F2-0453534C1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25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61757" y="1905505"/>
            <a:ext cx="1206848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Pa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нним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утр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м, 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чью</a:t>
            </a:r>
          </a:p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 ты не был 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ю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и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шь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</a:t>
            </a:r>
          </a:p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ю,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ю</a:t>
            </a:r>
          </a:p>
        </p:txBody>
      </p:sp>
    </p:spTree>
    <p:extLst>
      <p:ext uri="{BB962C8B-B14F-4D97-AF65-F5344CB8AC3E}">
        <p14:creationId xmlns:p14="http://schemas.microsoft.com/office/powerpoint/2010/main" val="390726890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252</Words>
  <Application>Microsoft Office PowerPoint</Application>
  <PresentationFormat>Широкий екран</PresentationFormat>
  <Paragraphs>18</Paragraphs>
  <Slides>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2025-11-30T08:12:37Z</dcterms:created>
  <dcterms:modified xsi:type="dcterms:W3CDTF">2025-11-30T08:16:36Z</dcterms:modified>
</cp:coreProperties>
</file>