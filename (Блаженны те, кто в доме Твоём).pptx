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6" r:id="rId3"/>
    <p:sldId id="327" r:id="rId4"/>
    <p:sldId id="32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0A438AB8-E390-44F9-944D-86F2AE749A1D}"/>
    <pc:docChg chg="delSld modSld">
      <pc:chgData name="Олександр Зик" userId="c7a628fe0823e5d5" providerId="LiveId" clId="{0A438AB8-E390-44F9-944D-86F2AE749A1D}" dt="2024-03-02T21:11:07.719" v="2" actId="20577"/>
      <pc:docMkLst>
        <pc:docMk/>
      </pc:docMkLst>
      <pc:sldChg chg="del">
        <pc:chgData name="Олександр Зик" userId="c7a628fe0823e5d5" providerId="LiveId" clId="{0A438AB8-E390-44F9-944D-86F2AE749A1D}" dt="2024-03-02T21:11:03.280" v="0" actId="47"/>
        <pc:sldMkLst>
          <pc:docMk/>
          <pc:sldMk cId="179325729" sldId="324"/>
        </pc:sldMkLst>
      </pc:sldChg>
      <pc:sldChg chg="modSp mod">
        <pc:chgData name="Олександр Зик" userId="c7a628fe0823e5d5" providerId="LiveId" clId="{0A438AB8-E390-44F9-944D-86F2AE749A1D}" dt="2024-03-02T21:11:07.719" v="2" actId="20577"/>
        <pc:sldMkLst>
          <pc:docMk/>
          <pc:sldMk cId="3148615575" sldId="327"/>
        </pc:sldMkLst>
        <pc:spChg chg="mod">
          <ac:chgData name="Олександр Зик" userId="c7a628fe0823e5d5" providerId="LiveId" clId="{0A438AB8-E390-44F9-944D-86F2AE749A1D}" dt="2024-03-02T21:11:07.719" v="2" actId="20577"/>
          <ac:spMkLst>
            <pc:docMk/>
            <pc:sldMk cId="3148615575" sldId="327"/>
            <ac:spMk id="7" creationId="{7EC00F75-C509-B5FE-DFA4-46DED52184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6BE89-285E-4689-AD3D-4D479EFDD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097B69A-5CC9-4EE8-A791-2521D4F81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46A2DCF-B207-45D9-96F0-1EDFB42A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6685241-A98C-488E-9F47-D0D4D6978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20D7A83-046D-4F57-81F6-447857D0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39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E646F-2C43-41A1-BB08-01B5EE97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C30355-D113-49C7-B57C-1E0827F2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40E5367-B81A-4E6D-B88F-40EDFEDA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093D79-30F4-40A2-B0A8-2F261BE4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84DAF59-FFB0-416A-92F5-5C70A126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51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1FA63-C7A4-47FB-8FE0-8C516B15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ADCED91-6EB1-4B89-8050-D13FE1E47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4482957-134A-4EA0-84AB-479BEB57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D21441C-2F37-4269-8933-54BD57B3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AABE5DD-D225-4077-BE2A-115EE640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17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53EFD-A29D-4F94-B088-9C7D87A8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6531975-EABD-4281-9CEC-0567F4B49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8EB3162-61C4-4D2F-9F8B-4D940FDCE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17ECEB1-008B-49A2-8278-8BB72E53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41FF837-70F5-4F47-BB1F-8D5BD05D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87A8AB5-2FCF-4D34-9552-9B449222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2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C61A5-650B-43EC-9B99-876258B5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CA63B6E-AAC5-4A65-8967-B79E194F6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51410EB-F6D7-47BF-A82C-726D84A03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4666196-A8DE-4738-9C77-F839FD3F2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231CB4E-04E3-4BCC-A027-C39FF01F2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2373FFB2-9D7A-425A-8D40-6EB2EDDF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535EE2C-B8BD-4C2F-9049-908ACE69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9F5C71E-EE74-4107-9AF3-8282B888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52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D147F-DF3A-4509-A6A1-A17F9BF8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5F3FD3B-34E2-4086-9DFE-9B415D27D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772C705-59FF-41A9-988D-916CF6DE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E1E9ED8-23F2-4097-870F-704E0E7C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21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CB50DA0-D30C-4FA7-9D87-0E6FAB03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AF8EAC7-B8F7-491C-A371-448C275B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940E0F4-74BA-4BE4-BC8A-CA16E32D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92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3F8AB-36B3-4DB9-956A-F70D3FD8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88E1B4E-A6BB-4914-8E2E-33997CD19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F66D6EA-5D4C-454A-8A11-9422E1C27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5B4B37E-EB14-41B2-881C-1B5904AB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70F05CC-84AF-4EE2-8683-1B69D325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5275AF0-4C8D-4D60-BCDE-1A987DD9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69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97FA3-75B0-4D29-979B-EF71BD88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884643D-D057-4DF1-BF26-5931A2304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8425821-4EBA-431F-BE0E-E04724A51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0C87132-AEE6-4926-A5D2-ED1134FC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9265703-A5FE-4011-BD1B-579C8E91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8E395A0-AB44-4D63-B020-CA2492EC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06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3AC88-BC0D-4319-AD20-06F2230F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694C757-2136-4010-BA4C-FF84C5D66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2CCD8DF-BEF8-42B3-878F-CF06688FD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AEED2FA-0817-44F2-BB8A-181B20EA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F4C9B0-9156-462B-ACA0-9F0C4F85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70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5815799-3899-44BF-B909-EA6AA53C9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9CBC053-F0B6-4484-A7B9-478058199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55E5739-7561-4BBE-9437-895DF6C0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004A621-75C8-45F4-A2DF-7E73ACE1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A5E0602-E506-491D-85A1-4969A273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44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6C95F31-4D8C-49CE-B931-297A5806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A650E87-8C33-4D4B-9440-5240993C0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BC6650E-5385-4EDF-954C-549D6AE92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FCAB6-F905-4AB9-A282-23F1AD598E46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D90B938-79CD-467F-BE84-7404C46F0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E985C84-DFC7-46B5-8BFA-57FA48BCC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857DA-F13F-4BE7-97BC-F3C0DDA8BDC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009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1897039"/>
            <a:ext cx="103632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Блаженн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те,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 доме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Твоём</a:t>
            </a:r>
            <a:endParaRPr lang="uk-UA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Восхваляют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Блаженны те, кто сердце своё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Направит лишь к Тебе, Бог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6112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2635703"/>
            <a:ext cx="103632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 силы в силу мы пойдём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Пока не встретимся с Тобой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6741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2274838"/>
            <a:ext cx="103632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Нас услышь, о Бог Всемогущий.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Благослови нашу землю,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просим мы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4861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3005034"/>
            <a:ext cx="10363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святой, Бог!</a:t>
            </a:r>
          </a:p>
        </p:txBody>
      </p:sp>
    </p:spTree>
    <p:extLst>
      <p:ext uri="{BB962C8B-B14F-4D97-AF65-F5344CB8AC3E}">
        <p14:creationId xmlns:p14="http://schemas.microsoft.com/office/powerpoint/2010/main" val="41911326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</Words>
  <Application>Microsoft Office PowerPoint</Application>
  <PresentationFormat>Широкий екран</PresentationFormat>
  <Paragraphs>10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2023-11-29T13:31:16Z</dcterms:created>
  <dcterms:modified xsi:type="dcterms:W3CDTF">2024-11-19T19:25:24Z</dcterms:modified>
</cp:coreProperties>
</file>