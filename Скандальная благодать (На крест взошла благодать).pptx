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1" r:id="rId5"/>
    <p:sldId id="342" r:id="rId6"/>
    <p:sldId id="34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2F9DF-A0A8-47E4-A4B8-CCCD6EE70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07E604-6A5B-46CF-899D-D7E94A3C2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CA7DD1-59CF-4C97-9A64-2EDCAADF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11416A-1C48-4654-B9B4-A06F0406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2D0AE3-B34D-4EF2-9A87-862069A7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35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E7A24-695E-4A8F-B726-51F1CEC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D0B97-5429-4E07-951C-95281E3B6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94E7E-D374-4A88-8EDD-F6F9B486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98617-A488-48CA-AE2F-59E3C196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6DBF7-BF86-4F61-8FE1-BFC4D703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26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7AD59-6950-44BE-A3B8-D62ADE08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042D50-A984-4EB8-9943-DE3093A1F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0C3441-3247-4B12-8AB1-3CD1CE0A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6BA46B-DF55-4655-A421-D3BC6044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C76AE2-D7EB-43FD-A090-FE01F912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5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312E1-5902-4E3E-8441-50086E0B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06003-4155-4A7D-993C-1803D2C04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2D4AAE-DCAC-4137-8C52-C4A58DC3E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57FC85-CA4C-4211-AE72-FFE3F587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69C93F-0299-4259-8042-D2B7BFBE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34322F-1FC3-44FF-920B-7FA5A168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14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EC402-C0DC-47DB-A8BF-F63A2489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F9C42E-0337-44C9-8431-C44BF3199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121813-A75C-4CBB-B662-1816D7778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BA1CCC-CF6E-4AF9-9FB0-F8D65FEEA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2E5D55-CFE1-4636-9DDC-245633ED1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1CB701-067A-474B-B7BD-9B43A8E7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CC0137-4209-4BC6-8CA7-6660579F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67A0B5-78FB-4FA5-84B8-F7E47124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07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693A2-B4E9-4411-B315-86CEE5B2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A69F58-DA97-47D6-A398-8211E504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155DA4-C6AF-42D2-8F92-171E27E0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965B1D-DD6A-40DA-A4F9-B6DA33DE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65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8ADC74-90B7-42C3-A023-3A7CA424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2C5979F-E40C-4AEB-BAFA-9F4C5383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1254F9-5507-4999-87C8-324E975E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5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929A9-4C61-4A91-96C6-39E1EEF9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6FE31-5170-4BDC-82BE-A3E938778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539FDD-FAFF-4A2E-9665-E55DF7D8B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0A0D0A-F501-4EA6-A15B-C4C2C443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D5A2E7-6F54-46E9-B189-4C4818E7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A3B16C-5509-4360-89DB-2D67A521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6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71898-4EDA-4FAD-AA17-21D46749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F78112F-2F6C-434A-BD1A-67CF2DF09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6D2BCC-BF1E-4D2F-B7AC-834C556CD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FF0DCF-2F29-4A64-AB04-971073EF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9A703E-016D-4FF5-AEC2-7F6F8F18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00268-864F-4EFE-8379-AC543BAF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93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AB02C-C1AC-4A38-AB21-1A920B1A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CB15B9-B3A7-486C-A41A-CFEA4DE02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837D78-11FD-40A9-A436-6FB63AA6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094B06-70B9-4D46-A6F8-08EB534A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175598-48F0-4C0C-9777-490934A1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15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DFC5E5-C185-47D7-A6F2-7860EC493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60CA4A-3C67-4C9D-B11D-9A69827AB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590C8-CFD0-46E7-884B-EF8BC308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AB1428-6529-4496-9BD2-18C82995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C3931D-81A4-49AE-AAB0-A0B53320B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3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35E73-743D-44CE-8397-A0031C8A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8326A7-3202-4F39-9673-E83B08EA7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F83C8D-A436-4DC6-A361-C13636164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792E4-2D00-4125-9ED3-BDDB81913EF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8007F8-D188-4B30-B504-413DABAE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BF7F6E-9853-48ED-999B-BC6601AC9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F5C8B-B7EE-4B16-A082-8CE5479985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87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крест взошла благодать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Вместо меня приняв смерть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Вину Ты взял без вины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кровью Своей смыл мой грех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трудно понять этот шаг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Скандальна Твоя благодать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умер тогда Ты вместо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жизнь мне дать</a:t>
            </a:r>
          </a:p>
        </p:txBody>
      </p:sp>
    </p:spTree>
    <p:extLst>
      <p:ext uri="{BB962C8B-B14F-4D97-AF65-F5344CB8AC3E}">
        <p14:creationId xmlns:p14="http://schemas.microsoft.com/office/powerpoint/2010/main" val="246559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все отдам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подобным Тебе стать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так жажду Тебя знать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веках Ты - надежда моя</a:t>
            </a:r>
          </a:p>
        </p:txBody>
      </p:sp>
    </p:spTree>
    <p:extLst>
      <p:ext uri="{BB962C8B-B14F-4D97-AF65-F5344CB8AC3E}">
        <p14:creationId xmlns:p14="http://schemas.microsoft.com/office/powerpoint/2010/main" val="400254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905506"/>
            <a:ext cx="10332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Смерть, где жало твоё?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Мертва твоя сила, как и грех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Мне жизнь Крест тот принес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 милость дала силы петь</a:t>
            </a:r>
          </a:p>
        </p:txBody>
      </p:sp>
    </p:spTree>
    <p:extLst>
      <p:ext uri="{BB962C8B-B14F-4D97-AF65-F5344CB8AC3E}">
        <p14:creationId xmlns:p14="http://schemas.microsoft.com/office/powerpoint/2010/main" val="2844632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50859" y="1905506"/>
            <a:ext cx="11090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скорбях знаю крепость мне дашь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Скандальна Твоя благодать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умер тогда Ты вместо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жизнь мне дать</a:t>
            </a:r>
          </a:p>
        </p:txBody>
      </p:sp>
    </p:spTree>
    <p:extLst>
      <p:ext uri="{BB962C8B-B14F-4D97-AF65-F5344CB8AC3E}">
        <p14:creationId xmlns:p14="http://schemas.microsoft.com/office/powerpoint/2010/main" val="359511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50859" y="1905506"/>
            <a:ext cx="11090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это все сделал Иисус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все сделал Иисус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Себя отдала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жизнь мне дать</a:t>
            </a:r>
          </a:p>
        </p:txBody>
      </p:sp>
    </p:spTree>
    <p:extLst>
      <p:ext uri="{BB962C8B-B14F-4D97-AF65-F5344CB8AC3E}">
        <p14:creationId xmlns:p14="http://schemas.microsoft.com/office/powerpoint/2010/main" val="1092031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1</cp:revision>
  <dcterms:created xsi:type="dcterms:W3CDTF">2025-02-01T21:17:00Z</dcterms:created>
  <dcterms:modified xsi:type="dcterms:W3CDTF">2025-02-01T21:22:28Z</dcterms:modified>
</cp:coreProperties>
</file>