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31" r:id="rId2"/>
    <p:sldId id="332" r:id="rId3"/>
    <p:sldId id="333" r:id="rId4"/>
    <p:sldId id="334" r:id="rId5"/>
    <p:sldId id="335" r:id="rId6"/>
    <p:sldId id="336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43" d="100"/>
          <a:sy n="43" d="100"/>
        </p:scale>
        <p:origin x="72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332487-4C93-488C-8E5F-2845595BF417}" type="datetimeFigureOut">
              <a:rPr lang="ru-RU" smtClean="0"/>
              <a:t>01.12.2024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E320C5-BE64-4973-8124-5D88C066566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3179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441265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536565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736569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8981666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5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497499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6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610455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FF5A77-7FFD-48EF-914F-676F620C0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A3B3665C-7148-4409-84DD-57C43D4556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5559444-40E5-4EC8-94BC-F3D5C12BC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57EC6-63AF-4228-A61E-5C26F842F80D}" type="datetimeFigureOut">
              <a:rPr lang="ru-RU" smtClean="0"/>
              <a:t>01.12.2024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5E891A2-5A00-4749-BA5A-CA889D330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B978BFB-C674-497A-AA51-BC792A6C4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E1D1A-5228-414B-B002-5FFFD584754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836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F153EE-1305-4FC4-8C12-67448BC51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C4E9F0B-43CB-462B-8490-5B4524EF5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95E9033-214E-40CD-AD61-E9B35505A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57EC6-63AF-4228-A61E-5C26F842F80D}" type="datetimeFigureOut">
              <a:rPr lang="ru-RU" smtClean="0"/>
              <a:t>01.12.2024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3B00239-A410-40A3-A2A9-E271D7B2F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613D2C9-0583-4979-9E5E-EDEA15EB6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E1D1A-5228-414B-B002-5FFFD584754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7417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6CF2-28E4-4B9C-9A37-0F5835E4E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C5E5453-EE59-4637-BCB2-1E6EA0542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7A1409B-5BFC-46BF-A2AC-66D01E18F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57EC6-63AF-4228-A61E-5C26F842F80D}" type="datetimeFigureOut">
              <a:rPr lang="ru-RU" smtClean="0"/>
              <a:t>01.12.2024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797C220-88C8-49AB-B5F6-895542CBE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0BC638F-5D82-41E9-BF0F-5FB2326C8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E1D1A-5228-414B-B002-5FFFD584754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5041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F4ED24-9D99-4FFE-A343-AEA6EBCAA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40A9F5E-E69B-45B1-BE3C-50F0A63844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AD517BF-29B6-44CF-9D4D-C1FCB0AFE3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414C5FE-2B44-4039-9752-D80A952C5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57EC6-63AF-4228-A61E-5C26F842F80D}" type="datetimeFigureOut">
              <a:rPr lang="ru-RU" smtClean="0"/>
              <a:t>01.12.2024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91FB1F5-4DE0-499E-BC3A-FB7D5A074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160D62B7-6683-4428-A200-505EE95B8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E1D1A-5228-414B-B002-5FFFD584754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1459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80396-0890-4DEC-9079-52C5BEE89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AF2CD520-20B3-4D78-B351-17851F898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813B9DD-F9DF-4BF5-BE00-A9C1F73070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4D175A25-7785-4093-BF7F-E48B65985F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2A6802D9-5342-4C3B-A0ED-5A83A0B0B1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242572FC-6079-42FE-932A-A25922582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57EC6-63AF-4228-A61E-5C26F842F80D}" type="datetimeFigureOut">
              <a:rPr lang="ru-RU" smtClean="0"/>
              <a:t>01.12.2024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F0E453A0-FBE3-46B0-960B-5A66BBC3C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098918DF-A455-4E3C-9852-9AD40428D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E1D1A-5228-414B-B002-5FFFD584754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507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9A6079-1515-49B4-92C9-74E360A49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A2B676F6-282E-4718-9AB9-453FDE211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57EC6-63AF-4228-A61E-5C26F842F80D}" type="datetimeFigureOut">
              <a:rPr lang="ru-RU" smtClean="0"/>
              <a:t>01.12.2024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63A204CC-2698-4C14-B2B9-FCA32CCE6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2BF6A2D5-67B2-46D7-8E72-0C3946DF8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E1D1A-5228-414B-B002-5FFFD584754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4432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E858AEDE-1670-42F7-AB9A-CC6BA6D7E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57EC6-63AF-4228-A61E-5C26F842F80D}" type="datetimeFigureOut">
              <a:rPr lang="ru-RU" smtClean="0"/>
              <a:t>01.12.2024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B0C70A23-2D9D-4DED-B338-1DE6EE473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36356417-12D5-4E5E-82EB-597E0D99A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E1D1A-5228-414B-B002-5FFFD584754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4142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99452F-44F6-4AEB-8F5B-79DA0A290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8E520F2-4917-41A4-9D15-163B796C1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F8B54B47-D849-42A2-AD17-04CADD8E7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D8F729AE-6694-43B2-A01A-C109EEE54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57EC6-63AF-4228-A61E-5C26F842F80D}" type="datetimeFigureOut">
              <a:rPr lang="ru-RU" smtClean="0"/>
              <a:t>01.12.2024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4FD142F8-3D24-48FA-B0F9-4B44DEEA2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8F2B7E2B-40BA-4D6C-94A2-94ED5EA30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E1D1A-5228-414B-B002-5FFFD584754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3286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DE7381-0134-4CBB-B317-51A12EE1C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3D9D2E76-EB68-4FD3-9DE7-5FA67939EA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4D664CBF-AAAA-42D6-B7F1-C4478DEBAD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049A35E7-59E3-4CA2-B629-F84EB3C14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57EC6-63AF-4228-A61E-5C26F842F80D}" type="datetimeFigureOut">
              <a:rPr lang="ru-RU" smtClean="0"/>
              <a:t>01.12.2024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D533C21B-DC20-4763-A7D1-5FC7B0D5F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08BDF77-A7A1-43E6-9A77-BE29BAA47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E1D1A-5228-414B-B002-5FFFD584754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7811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37BAEA-4D85-4070-922A-3B85816EB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1A816B00-2FDD-4C7C-866D-55CFFBF8B4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25BEF7F-FF21-43E4-A15D-BB94D3819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57EC6-63AF-4228-A61E-5C26F842F80D}" type="datetimeFigureOut">
              <a:rPr lang="ru-RU" smtClean="0"/>
              <a:t>01.12.2024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36C0DCB-505C-4824-90CB-A10733C56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9C0AC77-A6E7-499B-A7B8-CAA251C7A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E1D1A-5228-414B-B002-5FFFD584754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5622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C3CACFB6-ED50-463A-99E6-27D5F21B4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E74F389B-C687-4F0B-B7F4-D7F835FFEF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8906B9F-5C3D-4183-9852-614FF9252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57EC6-63AF-4228-A61E-5C26F842F80D}" type="datetimeFigureOut">
              <a:rPr lang="ru-RU" smtClean="0"/>
              <a:t>01.12.2024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46AF11D-301D-4A27-AD71-40D2C3A68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3280F11-1E09-46FD-9D82-27D29D6DD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E1D1A-5228-414B-B002-5FFFD584754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0047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F9A5EA0A-FD08-4558-AD5E-EC79B6ABA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1CB9787-2B30-467C-A6F3-6265C6ED0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FB29844-5172-46F7-9B4F-303686DC2E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457EC6-63AF-4228-A61E-5C26F842F80D}" type="datetimeFigureOut">
              <a:rPr lang="ru-RU" smtClean="0"/>
              <a:t>01.12.2024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D41535E-049A-4B1B-B3F6-DD32D8FA12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9C186A4-1D67-401E-96F3-1E1BBFDC69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E1D1A-5228-414B-B002-5FFFD584754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8391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A picture containing nature, dune, clouds&#10;&#10;Description automatically generated">
            <a:extLst>
              <a:ext uri="{FF2B5EF4-FFF2-40B4-BE49-F238E27FC236}">
                <a16:creationId xmlns:a16="http://schemas.microsoft.com/office/drawing/2014/main" id="{2E7B3A2C-5074-43FB-9CE0-5ACDDF901D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7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2174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39870" y="1905506"/>
            <a:ext cx="1153766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Богу молюсь я в пустыне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Когда все иссохло внутри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Голод и жажду мой Бог утолит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Все нужды восполнит мои</a:t>
            </a:r>
          </a:p>
        </p:txBody>
      </p:sp>
      <p:sp>
        <p:nvSpPr>
          <p:cNvPr id="7" name="Місце для вмісту 6">
            <a:extLst>
              <a:ext uri="{FF2B5EF4-FFF2-40B4-BE49-F238E27FC236}">
                <a16:creationId xmlns:a16="http://schemas.microsoft.com/office/drawing/2014/main" id="{5CC9E117-B51A-4821-8FE8-B236F62ED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99515" y="76705"/>
            <a:ext cx="530629" cy="352310"/>
          </a:xfrm>
        </p:spPr>
        <p:txBody>
          <a:bodyPr>
            <a:normAutofit fontScale="77500" lnSpcReduction="20000"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9792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A picture containing nature, dune, clouds&#10;&#10;Description automatically generated">
            <a:extLst>
              <a:ext uri="{FF2B5EF4-FFF2-40B4-BE49-F238E27FC236}">
                <a16:creationId xmlns:a16="http://schemas.microsoft.com/office/drawing/2014/main" id="{2E7B3A2C-5074-43FB-9CE0-5ACDDF901D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7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2174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39870" y="1905506"/>
            <a:ext cx="1153766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Богу молюсь я в проблемах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Когда боль так трудно терпеть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Ценнее, чем золото вера, когда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Её закалит Бог в огне</a:t>
            </a:r>
          </a:p>
        </p:txBody>
      </p:sp>
      <p:sp>
        <p:nvSpPr>
          <p:cNvPr id="7" name="Місце для вмісту 6">
            <a:extLst>
              <a:ext uri="{FF2B5EF4-FFF2-40B4-BE49-F238E27FC236}">
                <a16:creationId xmlns:a16="http://schemas.microsoft.com/office/drawing/2014/main" id="{5CC9E117-B51A-4821-8FE8-B236F62ED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99515" y="76705"/>
            <a:ext cx="530629" cy="352310"/>
          </a:xfrm>
        </p:spPr>
        <p:txBody>
          <a:bodyPr>
            <a:normAutofit fontScale="77500" lnSpcReduction="20000"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3529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A picture containing nature, dune, clouds&#10;&#10;Description automatically generated">
            <a:extLst>
              <a:ext uri="{FF2B5EF4-FFF2-40B4-BE49-F238E27FC236}">
                <a16:creationId xmlns:a16="http://schemas.microsoft.com/office/drawing/2014/main" id="{2E7B3A2C-5074-43FB-9CE0-5ACDDF901D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7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2174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39870" y="1905506"/>
            <a:ext cx="1153766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Снова хвалу я вознесу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Против меня бессилен враг любой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Радостно я провозглашу: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Боге моя победа – Он со мной</a:t>
            </a:r>
          </a:p>
        </p:txBody>
      </p:sp>
      <p:sp>
        <p:nvSpPr>
          <p:cNvPr id="7" name="Місце для вмісту 6">
            <a:extLst>
              <a:ext uri="{FF2B5EF4-FFF2-40B4-BE49-F238E27FC236}">
                <a16:creationId xmlns:a16="http://schemas.microsoft.com/office/drawing/2014/main" id="{5CC9E117-B51A-4821-8FE8-B236F62ED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99515" y="76705"/>
            <a:ext cx="530629" cy="352310"/>
          </a:xfrm>
        </p:spPr>
        <p:txBody>
          <a:bodyPr>
            <a:normAutofit fontScale="77500" lnSpcReduction="20000"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863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A picture containing nature, dune, clouds&#10;&#10;Description automatically generated">
            <a:extLst>
              <a:ext uri="{FF2B5EF4-FFF2-40B4-BE49-F238E27FC236}">
                <a16:creationId xmlns:a16="http://schemas.microsoft.com/office/drawing/2014/main" id="{2E7B3A2C-5074-43FB-9CE0-5ACDDF901D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7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2174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39870" y="1905506"/>
            <a:ext cx="1153766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Богу молюсь я в сражении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Еще мой триумф не настал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Но буду я как сонаследник Христу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Его обещаньях стоять</a:t>
            </a:r>
          </a:p>
        </p:txBody>
      </p:sp>
      <p:sp>
        <p:nvSpPr>
          <p:cNvPr id="7" name="Місце для вмісту 6">
            <a:extLst>
              <a:ext uri="{FF2B5EF4-FFF2-40B4-BE49-F238E27FC236}">
                <a16:creationId xmlns:a16="http://schemas.microsoft.com/office/drawing/2014/main" id="{5CC9E117-B51A-4821-8FE8-B236F62ED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99515" y="76705"/>
            <a:ext cx="530629" cy="352310"/>
          </a:xfrm>
        </p:spPr>
        <p:txBody>
          <a:bodyPr>
            <a:normAutofit fontScale="77500" lnSpcReduction="20000"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4065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A picture containing nature, dune, clouds&#10;&#10;Description automatically generated">
            <a:extLst>
              <a:ext uri="{FF2B5EF4-FFF2-40B4-BE49-F238E27FC236}">
                <a16:creationId xmlns:a16="http://schemas.microsoft.com/office/drawing/2014/main" id="{2E7B3A2C-5074-43FB-9CE0-5ACDDF901D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7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2174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39870" y="1905506"/>
            <a:ext cx="1153766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жизни моей в каждый период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мой Господь -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 этой причине пою: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Бог, я Тебе поклоняюсь</a:t>
            </a:r>
          </a:p>
        </p:txBody>
      </p:sp>
      <p:sp>
        <p:nvSpPr>
          <p:cNvPr id="7" name="Місце для вмісту 6">
            <a:extLst>
              <a:ext uri="{FF2B5EF4-FFF2-40B4-BE49-F238E27FC236}">
                <a16:creationId xmlns:a16="http://schemas.microsoft.com/office/drawing/2014/main" id="{5CC9E117-B51A-4821-8FE8-B236F62ED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99515" y="76705"/>
            <a:ext cx="530629" cy="352310"/>
          </a:xfrm>
        </p:spPr>
        <p:txBody>
          <a:bodyPr>
            <a:normAutofit fontScale="77500" lnSpcReduction="20000"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14156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A picture containing nature, dune, clouds&#10;&#10;Description automatically generated">
            <a:extLst>
              <a:ext uri="{FF2B5EF4-FFF2-40B4-BE49-F238E27FC236}">
                <a16:creationId xmlns:a16="http://schemas.microsoft.com/office/drawing/2014/main" id="{2E7B3A2C-5074-43FB-9CE0-5ACDDF901D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7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2174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39870" y="1905506"/>
            <a:ext cx="1153766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Богу молюсь я и в жатве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Когда есть избыток во всем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Знаю, что Бог наполняет, чтоб вновь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Мы сеяли семя своё</a:t>
            </a:r>
          </a:p>
        </p:txBody>
      </p:sp>
      <p:sp>
        <p:nvSpPr>
          <p:cNvPr id="7" name="Місце для вмісту 6">
            <a:extLst>
              <a:ext uri="{FF2B5EF4-FFF2-40B4-BE49-F238E27FC236}">
                <a16:creationId xmlns:a16="http://schemas.microsoft.com/office/drawing/2014/main" id="{5CC9E117-B51A-4821-8FE8-B236F62ED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99515" y="76705"/>
            <a:ext cx="530629" cy="352310"/>
          </a:xfrm>
        </p:spPr>
        <p:txBody>
          <a:bodyPr>
            <a:normAutofit fontScale="77500" lnSpcReduction="20000"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195587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131</Words>
  <Application>Microsoft Office PowerPoint</Application>
  <PresentationFormat>Широкий екран</PresentationFormat>
  <Paragraphs>30</Paragraphs>
  <Slides>6</Slides>
  <Notes>6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1</cp:revision>
  <dcterms:created xsi:type="dcterms:W3CDTF">2024-12-01T08:17:12Z</dcterms:created>
  <dcterms:modified xsi:type="dcterms:W3CDTF">2024-12-01T08:24:29Z</dcterms:modified>
</cp:coreProperties>
</file>