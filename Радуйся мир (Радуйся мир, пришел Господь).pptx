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7" r:id="rId2"/>
    <p:sldId id="301" r:id="rId3"/>
    <p:sldId id="298" r:id="rId4"/>
    <p:sldId id="302" r:id="rId5"/>
    <p:sldId id="30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0" autoAdjust="0"/>
    <p:restoredTop sz="94660"/>
  </p:normalViewPr>
  <p:slideViewPr>
    <p:cSldViewPr snapToGrid="0">
      <p:cViewPr varScale="1">
        <p:scale>
          <a:sx n="44" d="100"/>
          <a:sy n="44" d="100"/>
        </p:scale>
        <p:origin x="1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2A6B1-52D1-4F86-A6E9-9896D32DA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7236775A-F078-4C3D-B987-6F4EC91A4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0BEF0C2-AA8C-4455-8926-8B523AFEC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5DA0B6A-AC44-4A12-9E15-7F847A9D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17B80EF-9B91-4DB2-ADF7-C3C50C0D8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418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C70AA-F731-4502-9C7B-96D23C0B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6138D693-C048-443B-8C3B-CA1733E1F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03AFFA-2AC6-4356-99D5-32BB60576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5EDDA6D-6D11-4FE6-AEA7-FFA2A4851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EF701D1D-9D94-471B-BACE-53496CF3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65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56718B-A9C5-4CCD-B3A8-25A5FB23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062AD03-6358-4EED-BBE5-E483FC1A23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17A673B-93CE-4032-93FE-63111E98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6774E43-9A4C-4FE7-A6D8-5C4C7CD79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A0FCEF1-9B22-465B-95A4-0E5E4C94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9102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11EEF-142B-4EB4-A63B-904F67C0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3F20BE56-F32F-4C4D-97E0-7C1C5D45C7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E1178233-D437-4090-8090-7F5000E9E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4EE5DBAB-2DD5-4FCB-8883-593E0212D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4F04D60-E937-4EB2-8410-2DB993F1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47C42002-9382-48CF-9EE4-3FD8A1475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296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F9C0A-8A0F-4258-A5F7-530DF3FF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4A0EACB3-623C-4D5E-BED8-FD0639C55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5D888FF9-E189-4E9E-A6C9-6263FBA58D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950014DE-A03B-475C-B66F-16815DE5E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ED01A941-90AD-4555-9113-A3C7AE7EBC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909A8C8D-7ABB-47DF-8356-27EFA10E0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2D5B923-9526-49FC-B82A-12527A3A8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D7BC233F-F6A8-4ACC-ADDD-17C78CEB9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8318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CD549-F932-4226-9C37-1A5F2A9E6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A60BD92A-CB74-4921-B388-2185BA1C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CBCF4DB1-3357-4654-9CF7-22C1AC97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08EA73F9-DFD0-4766-8E50-4896192EC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782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46D0CFD7-C53C-46A7-9A89-4B315C06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CA63D27D-D19E-4962-83BB-99F04FAEE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25A560EE-32CB-4AF4-B5ED-1C17F5B4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6043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AE656A-53D3-4621-9DAF-8316DC8F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11398C40-57BF-42CF-ACB3-CB89A1156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A3482F2-AC10-4C3D-9D64-821D05A85B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917A95BC-56EB-4368-8241-4149EF17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38EAE583-13D6-4E35-838F-890761F4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66A0D1B-FF80-4F12-AB42-51248257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8362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101EC7-7665-4FD6-BA08-16F3B6BA7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2717D7DA-37FD-4434-8609-96D4CB930C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375E844-C7D0-4018-B265-A39B96C895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882ED7D-3CFA-400B-8E3E-B8C5CE35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D1F20FF-4048-49FC-A6C3-15B226EFB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F7B7F169-40FE-4578-8C91-D9EF7F8A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797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E86AC3-49E6-4C89-9CF9-CAE59DB3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D0B84C6C-A097-4A4B-B9AF-B1A4B2C2A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8FF9CA8-6B5A-4ACF-869A-532198DD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D17FBB26-4E71-4722-8E6F-ED17AAB4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713BAE1-43E4-4E76-B40B-44D14D7BC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7707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6396FDFB-FBFF-486A-9270-687EFD5A7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36EFC02-6707-4229-B310-2CE1497646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268E40C1-5A5E-46E0-99C4-3425A4C09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689E28D3-BFB2-4964-AED8-1315FB5A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364714C9-1AD9-4BC4-BCAF-731E7292B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023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EF72CAF0-B9D7-411D-AFA3-70BF3820D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990ADDAE-01A8-4188-B567-DF2BD9565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4D6078ED-530C-425B-A5BD-36B9906CC4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5E12D-6437-4304-BD9F-B46299C01B69}" type="datetimeFigureOut">
              <a:rPr lang="ru-RU" smtClean="0"/>
              <a:t>03.01.2026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F85F25A-A40C-4497-8816-FAC75E42E9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F0B81E67-9616-4752-8772-E3B98C694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54FC8-8990-4050-9B7A-DA4CECE528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11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644170"/>
            <a:ext cx="96013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Радуйся мир, пришел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Встречай, твой Царь идет</a:t>
            </a:r>
          </a:p>
        </p:txBody>
      </p:sp>
    </p:spTree>
    <p:extLst>
      <p:ext uri="{BB962C8B-B14F-4D97-AF65-F5344CB8AC3E}">
        <p14:creationId xmlns:p14="http://schemas.microsoft.com/office/powerpoint/2010/main" val="567374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1729305"/>
            <a:ext cx="960130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все сердца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Откроются пред Ним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небо и вся земля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Радостно поет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18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644170"/>
            <a:ext cx="960130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Радуйся мир,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паситель наш пришел, Ему хвала</a:t>
            </a:r>
          </a:p>
        </p:txBody>
      </p:sp>
    </p:spTree>
    <p:extLst>
      <p:ext uri="{BB962C8B-B14F-4D97-AF65-F5344CB8AC3E}">
        <p14:creationId xmlns:p14="http://schemas.microsoft.com/office/powerpoint/2010/main" val="1510127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144803"/>
            <a:ext cx="960130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Все реки и поля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горы, и моря</a:t>
            </a:r>
          </a:p>
          <a:p>
            <a:pPr algn="ctr"/>
            <a:r>
              <a:rPr lang="ru-RU" sz="54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радостно воспоют</a:t>
            </a:r>
            <a:endParaRPr lang="ru-RU" sz="54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3705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utdoor, nature, sandy, highland&#10;&#10;Description automatically generated">
            <a:extLst>
              <a:ext uri="{FF2B5EF4-FFF2-40B4-BE49-F238E27FC236}">
                <a16:creationId xmlns:a16="http://schemas.microsoft.com/office/drawing/2014/main" id="{AB4D6692-2439-17AF-1E2E-F767168141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20000" contrast="-1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8749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95349" y="2467969"/>
            <a:ext cx="96013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Радуйся и пой</a:t>
            </a:r>
          </a:p>
          <a:p>
            <a:pPr algn="ctr"/>
            <a:r>
              <a:rPr lang="ru-RU" sz="60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Пой для Царя</a:t>
            </a:r>
            <a:endParaRPr lang="ru-RU" sz="60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247702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50</Words>
  <Application>Microsoft Office PowerPoint</Application>
  <PresentationFormat>Широкий екран</PresentationFormat>
  <Paragraphs>12</Paragraphs>
  <Slides>5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2024-12-07T19:49:03Z</dcterms:created>
  <dcterms:modified xsi:type="dcterms:W3CDTF">2026-01-03T18:08:43Z</dcterms:modified>
</cp:coreProperties>
</file>