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8" r:id="rId3"/>
    <p:sldId id="303" r:id="rId4"/>
    <p:sldId id="306" r:id="rId5"/>
    <p:sldId id="304" r:id="rId6"/>
    <p:sldId id="307" r:id="rId7"/>
    <p:sldId id="30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45" d="100"/>
          <a:sy n="45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6F3D5CD7-D4FC-4755-8FCB-874777B0D60C}"/>
    <pc:docChg chg="undo custSel addSld modSld">
      <pc:chgData name="Олександр Зик" userId="c7a628fe0823e5d5" providerId="LiveId" clId="{6F3D5CD7-D4FC-4755-8FCB-874777B0D60C}" dt="2024-08-17T10:40:56.507" v="30" actId="1076"/>
      <pc:docMkLst>
        <pc:docMk/>
      </pc:docMkLst>
      <pc:sldChg chg="modSp mod">
        <pc:chgData name="Олександр Зик" userId="c7a628fe0823e5d5" providerId="LiveId" clId="{6F3D5CD7-D4FC-4755-8FCB-874777B0D60C}" dt="2024-08-17T10:39:00.350" v="4" actId="20577"/>
        <pc:sldMkLst>
          <pc:docMk/>
          <pc:sldMk cId="2228200287" sldId="302"/>
        </pc:sldMkLst>
        <pc:spChg chg="mod">
          <ac:chgData name="Олександр Зик" userId="c7a628fe0823e5d5" providerId="LiveId" clId="{6F3D5CD7-D4FC-4755-8FCB-874777B0D60C}" dt="2024-08-17T10:39:00.350" v="4" actId="20577"/>
          <ac:spMkLst>
            <pc:docMk/>
            <pc:sldMk cId="2228200287" sldId="302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6F3D5CD7-D4FC-4755-8FCB-874777B0D60C}" dt="2024-08-17T10:39:36.399" v="11" actId="1076"/>
        <pc:sldMkLst>
          <pc:docMk/>
          <pc:sldMk cId="1812253757" sldId="303"/>
        </pc:sldMkLst>
        <pc:spChg chg="mod">
          <ac:chgData name="Олександр Зик" userId="c7a628fe0823e5d5" providerId="LiveId" clId="{6F3D5CD7-D4FC-4755-8FCB-874777B0D60C}" dt="2024-08-17T10:39:36.399" v="11" actId="1076"/>
          <ac:spMkLst>
            <pc:docMk/>
            <pc:sldMk cId="1812253757" sldId="303"/>
            <ac:spMk id="11" creationId="{C1431629-8DEA-0DDD-6161-8DCB099E78B0}"/>
          </ac:spMkLst>
        </pc:spChg>
        <pc:picChg chg="mod">
          <ac:chgData name="Олександр Зик" userId="c7a628fe0823e5d5" providerId="LiveId" clId="{6F3D5CD7-D4FC-4755-8FCB-874777B0D60C}" dt="2024-08-17T10:39:33.893" v="10" actId="1076"/>
          <ac:picMkLst>
            <pc:docMk/>
            <pc:sldMk cId="1812253757" sldId="303"/>
            <ac:picMk id="3" creationId="{D23868F7-8A98-3CAF-1866-8483C715D308}"/>
          </ac:picMkLst>
        </pc:picChg>
      </pc:sldChg>
      <pc:sldChg chg="modSp mod">
        <pc:chgData name="Олександр Зик" userId="c7a628fe0823e5d5" providerId="LiveId" clId="{6F3D5CD7-D4FC-4755-8FCB-874777B0D60C}" dt="2024-08-17T10:40:40.355" v="24" actId="1076"/>
        <pc:sldMkLst>
          <pc:docMk/>
          <pc:sldMk cId="2608608512" sldId="304"/>
        </pc:sldMkLst>
        <pc:spChg chg="mod">
          <ac:chgData name="Олександр Зик" userId="c7a628fe0823e5d5" providerId="LiveId" clId="{6F3D5CD7-D4FC-4755-8FCB-874777B0D60C}" dt="2024-08-17T10:40:40.355" v="24" actId="1076"/>
          <ac:spMkLst>
            <pc:docMk/>
            <pc:sldMk cId="2608608512" sldId="304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6F3D5CD7-D4FC-4755-8FCB-874777B0D60C}" dt="2024-08-17T10:39:46.285" v="16" actId="1076"/>
        <pc:sldMkLst>
          <pc:docMk/>
          <pc:sldMk cId="2943050690" sldId="306"/>
        </pc:sldMkLst>
        <pc:spChg chg="mod">
          <ac:chgData name="Олександр Зик" userId="c7a628fe0823e5d5" providerId="LiveId" clId="{6F3D5CD7-D4FC-4755-8FCB-874777B0D60C}" dt="2024-08-17T10:39:46.285" v="16" actId="1076"/>
          <ac:spMkLst>
            <pc:docMk/>
            <pc:sldMk cId="2943050690" sldId="306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6F3D5CD7-D4FC-4755-8FCB-874777B0D60C}" dt="2024-08-17T10:40:56.507" v="30" actId="1076"/>
        <pc:sldMkLst>
          <pc:docMk/>
          <pc:sldMk cId="3250846209" sldId="307"/>
        </pc:sldMkLst>
        <pc:spChg chg="mod">
          <ac:chgData name="Олександр Зик" userId="c7a628fe0823e5d5" providerId="LiveId" clId="{6F3D5CD7-D4FC-4755-8FCB-874777B0D60C}" dt="2024-08-17T10:40:56.507" v="30" actId="1076"/>
          <ac:spMkLst>
            <pc:docMk/>
            <pc:sldMk cId="3250846209" sldId="307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04927810-C508-42D6-A83C-B1C70CF270A1}"/>
    <pc:docChg chg="modSld">
      <pc:chgData name="Олександр Зик" userId="c7a628fe0823e5d5" providerId="LiveId" clId="{04927810-C508-42D6-A83C-B1C70CF270A1}" dt="2024-06-22T19:15:54.451" v="10" actId="1076"/>
      <pc:docMkLst>
        <pc:docMk/>
      </pc:docMkLst>
      <pc:sldChg chg="modSp mod">
        <pc:chgData name="Олександр Зик" userId="c7a628fe0823e5d5" providerId="LiveId" clId="{04927810-C508-42D6-A83C-B1C70CF270A1}" dt="2024-06-22T19:13:34.063" v="1" actId="20577"/>
        <pc:sldMkLst>
          <pc:docMk/>
          <pc:sldMk cId="2228200287" sldId="302"/>
        </pc:sldMkLst>
        <pc:spChg chg="mod">
          <ac:chgData name="Олександр Зик" userId="c7a628fe0823e5d5" providerId="LiveId" clId="{04927810-C508-42D6-A83C-B1C70CF270A1}" dt="2024-06-22T19:13:34.063" v="1" actId="20577"/>
          <ac:spMkLst>
            <pc:docMk/>
            <pc:sldMk cId="2228200287" sldId="302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04927810-C508-42D6-A83C-B1C70CF270A1}" dt="2024-06-22T19:15:54.451" v="10" actId="1076"/>
        <pc:sldMkLst>
          <pc:docMk/>
          <pc:sldMk cId="2608608512" sldId="304"/>
        </pc:sldMkLst>
        <pc:spChg chg="mod">
          <ac:chgData name="Олександр Зик" userId="c7a628fe0823e5d5" providerId="LiveId" clId="{04927810-C508-42D6-A83C-B1C70CF270A1}" dt="2024-06-22T19:15:54.451" v="10" actId="1076"/>
          <ac:spMkLst>
            <pc:docMk/>
            <pc:sldMk cId="2608608512" sldId="30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04927810-C508-42D6-A83C-B1C70CF270A1}" dt="2024-06-22T19:15:41.585" v="8" actId="20577"/>
        <pc:sldMkLst>
          <pc:docMk/>
          <pc:sldMk cId="979093242" sldId="305"/>
        </pc:sldMkLst>
        <pc:spChg chg="mod">
          <ac:chgData name="Олександр Зик" userId="c7a628fe0823e5d5" providerId="LiveId" clId="{04927810-C508-42D6-A83C-B1C70CF270A1}" dt="2024-06-22T19:15:41.585" v="8" actId="20577"/>
          <ac:spMkLst>
            <pc:docMk/>
            <pc:sldMk cId="979093242" sldId="305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C6011B9B-6725-47F8-A935-4620F170A9B3}"/>
    <pc:docChg chg="modSld">
      <pc:chgData name="Олександр Зик" userId="c7a628fe0823e5d5" providerId="LiveId" clId="{C6011B9B-6725-47F8-A935-4620F170A9B3}" dt="2024-03-14T20:35:32.650" v="7" actId="1076"/>
      <pc:docMkLst>
        <pc:docMk/>
      </pc:docMkLst>
      <pc:sldChg chg="modSp mod">
        <pc:chgData name="Олександр Зик" userId="c7a628fe0823e5d5" providerId="LiveId" clId="{C6011B9B-6725-47F8-A935-4620F170A9B3}" dt="2024-03-14T20:35:21.184" v="4" actId="1076"/>
        <pc:sldMkLst>
          <pc:docMk/>
          <pc:sldMk cId="2228200287" sldId="302"/>
        </pc:sldMkLst>
        <pc:spChg chg="mod">
          <ac:chgData name="Олександр Зик" userId="c7a628fe0823e5d5" providerId="LiveId" clId="{C6011B9B-6725-47F8-A935-4620F170A9B3}" dt="2024-03-14T20:34:13.925" v="3" actId="20577"/>
          <ac:spMkLst>
            <pc:docMk/>
            <pc:sldMk cId="2228200287" sldId="302"/>
            <ac:spMk id="11" creationId="{C1431629-8DEA-0DDD-6161-8DCB099E78B0}"/>
          </ac:spMkLst>
        </pc:spChg>
        <pc:picChg chg="mod">
          <ac:chgData name="Олександр Зик" userId="c7a628fe0823e5d5" providerId="LiveId" clId="{C6011B9B-6725-47F8-A935-4620F170A9B3}" dt="2024-03-14T20:35:21.184" v="4" actId="1076"/>
          <ac:picMkLst>
            <pc:docMk/>
            <pc:sldMk cId="2228200287" sldId="302"/>
            <ac:picMk id="3" creationId="{D23868F7-8A98-3CAF-1866-8483C715D308}"/>
          </ac:picMkLst>
        </pc:picChg>
      </pc:sldChg>
      <pc:sldChg chg="modSp mod">
        <pc:chgData name="Олександр Зик" userId="c7a628fe0823e5d5" providerId="LiveId" clId="{C6011B9B-6725-47F8-A935-4620F170A9B3}" dt="2024-03-14T20:35:25.590" v="5" actId="1076"/>
        <pc:sldMkLst>
          <pc:docMk/>
          <pc:sldMk cId="1812253757" sldId="303"/>
        </pc:sldMkLst>
        <pc:picChg chg="mod">
          <ac:chgData name="Олександр Зик" userId="c7a628fe0823e5d5" providerId="LiveId" clId="{C6011B9B-6725-47F8-A935-4620F170A9B3}" dt="2024-03-14T20:35:25.590" v="5" actId="1076"/>
          <ac:picMkLst>
            <pc:docMk/>
            <pc:sldMk cId="1812253757" sldId="303"/>
            <ac:picMk id="3" creationId="{D23868F7-8A98-3CAF-1866-8483C715D308}"/>
          </ac:picMkLst>
        </pc:picChg>
      </pc:sldChg>
      <pc:sldChg chg="modSp mod">
        <pc:chgData name="Олександр Зик" userId="c7a628fe0823e5d5" providerId="LiveId" clId="{C6011B9B-6725-47F8-A935-4620F170A9B3}" dt="2024-03-14T20:35:29.611" v="6" actId="1076"/>
        <pc:sldMkLst>
          <pc:docMk/>
          <pc:sldMk cId="2608608512" sldId="304"/>
        </pc:sldMkLst>
        <pc:picChg chg="mod">
          <ac:chgData name="Олександр Зик" userId="c7a628fe0823e5d5" providerId="LiveId" clId="{C6011B9B-6725-47F8-A935-4620F170A9B3}" dt="2024-03-14T20:35:29.611" v="6" actId="1076"/>
          <ac:picMkLst>
            <pc:docMk/>
            <pc:sldMk cId="2608608512" sldId="304"/>
            <ac:picMk id="3" creationId="{D23868F7-8A98-3CAF-1866-8483C715D308}"/>
          </ac:picMkLst>
        </pc:picChg>
      </pc:sldChg>
      <pc:sldChg chg="modSp mod">
        <pc:chgData name="Олександр Зик" userId="c7a628fe0823e5d5" providerId="LiveId" clId="{C6011B9B-6725-47F8-A935-4620F170A9B3}" dt="2024-03-14T20:35:32.650" v="7" actId="1076"/>
        <pc:sldMkLst>
          <pc:docMk/>
          <pc:sldMk cId="979093242" sldId="305"/>
        </pc:sldMkLst>
        <pc:picChg chg="mod">
          <ac:chgData name="Олександр Зик" userId="c7a628fe0823e5d5" providerId="LiveId" clId="{C6011B9B-6725-47F8-A935-4620F170A9B3}" dt="2024-03-14T20:35:32.650" v="7" actId="1076"/>
          <ac:picMkLst>
            <pc:docMk/>
            <pc:sldMk cId="979093242" sldId="305"/>
            <ac:picMk id="3" creationId="{D23868F7-8A98-3CAF-1866-8483C715D3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9E458-7C06-4BF3-ACF7-AFB4DCB96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1FDD67C-54ED-43E5-948E-34C9619C3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933B10E-20A6-4D0F-AC48-C464CAD8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AAB97F-CD2A-462F-B355-348C8E14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88D2DCB-BDE6-4869-9999-CDE30AFB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05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4182B-74F4-4444-BFA1-A9CA363E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9E7159-E832-4D76-991F-11385520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1F048B-2FD5-4D45-84CD-250B3703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CBB95DC-06D6-46D7-AE11-03427329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3D1F07-B53C-4C6D-A46F-FD6EB537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87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40283-3561-453C-A819-D51F2DAF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047E0DD-6F15-4063-920B-822C6821F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548216-2A1F-4F71-B7F2-1D57F774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60F934E-432D-4218-97F2-F5F14FB1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03297-FF3E-4B37-BC8D-26398F83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ACEED-71B5-4B40-BC0B-FD865D03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AEA9AF8-7AD1-4969-AAE5-8F62A6E1E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5904326-72C7-4051-95B0-DA83CE021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A286600-2353-406E-BDAF-93D072AD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8230584-A0A2-4F4C-879B-63089C61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D09794-EC91-47B5-BA78-4EEEE808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67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24B22-0BD2-4238-A9AB-74E0E443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1D46A16-C679-4E44-8F38-2248D88E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FD558BD-B849-4FF6-A0A8-48985EF46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00DED6F-56B2-4348-87D8-89D4207AE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56EFECA-5936-4A28-867D-83E9BA80E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3324941-63D8-4F6D-871D-52F93EA9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0F902B6-7C07-493C-9828-F7707433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1FC8EBF-43B6-427E-B2C5-135611EC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1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E8364-FC9E-4F1F-904B-AB064C65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DC63EDD-D08D-40E3-8FBC-0EC124BA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234657C-13DD-4D68-899D-34CD0E6F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9115BD3-5C1E-456B-AD65-5DD782F2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80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10EEE44-508A-4934-B6E8-92483512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A4662C1-DF32-44E4-9D43-EB9CFE9F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954B5A5-2288-43C7-A694-7DC3BF39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85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C3D9E-4BCB-472D-B33C-19E4C528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021B90-E33C-4473-BF2A-71E40FB69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F766FD1-DD22-4C78-B661-A132991A7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9EBF75E-BDFB-4C85-9D4C-775177D9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0BB54DB-C61B-4F02-A0B7-7A13C30C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02E683E-E1A5-40DB-A5CA-F6202928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00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7C6AA-B7B8-4B7F-885A-EC6136CF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7FA98DF-3164-470C-825D-448C2896F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F9EC951-5865-4BD5-A5A3-6136F170E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FAB1D72-559F-4028-9F65-B60205D2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B171849-1CCF-47D0-80BA-5197E3CB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A7E8C5F-A4B2-4621-803C-46FDB50D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6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17724-90F3-4E80-8BE4-5D302AF6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7102BA3-6558-4486-8E0D-8AFC4603D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D13C18-AB6A-49E1-A56B-7D68BA56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5361DF5-A6F7-4892-B18D-EF5A6E50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A351560-844D-4631-A1A0-A915D53C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67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65E97E8-3521-4C3A-A11E-3ED45B6E3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0D955B8-50B8-4354-9CE7-160F6B96E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2F68C5C-458E-48A3-A335-86E8778A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4AA3096-46EF-4029-AD4E-41F18705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581CB4-CCE3-4621-85B8-57335468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00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C68ACDE-57CC-4672-B5FD-DFAC033B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8F95F75-8762-40B3-BA79-BBF288293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03A2E78-16F2-4952-84C4-289EFEF4D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FFDD-237E-4DA2-BC0C-555FC91C0005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CA1462A-17FB-4C61-AC24-4889B8F09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915CBA1-D126-45F0-92CF-4531D5DB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9ADA5-0EDB-4473-AAE5-F1A0F20DF39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60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250947F3-B2AA-4C41-85DD-2C4A8CC48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87655" y="2136338"/>
            <a:ext cx="100166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смолкнет всё,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тиши утонет звук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к Тебе приду</a:t>
            </a: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F104EF7-BB1F-4914-8427-3109064DA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87655" y="2644170"/>
            <a:ext cx="100166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Принести хочу из сер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дца своего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Нежную хвалу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7533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20BC5CDA-12A1-4CC0-9812-F9E9C842E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43827" y="2136338"/>
            <a:ext cx="111043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я песню спою,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не просто, чтоб спеть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не этого ждёшь</a:t>
            </a:r>
          </a:p>
        </p:txBody>
      </p:sp>
    </p:spTree>
    <p:extLst>
      <p:ext uri="{BB962C8B-B14F-4D97-AF65-F5344CB8AC3E}">
        <p14:creationId xmlns:p14="http://schemas.microsoft.com/office/powerpoint/2010/main" val="181225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4ADCD59F-652E-4A16-B9C0-A06DF12A0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43827" y="2136338"/>
            <a:ext cx="111043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знаешь мысли мои,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ничего мне не скрыть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смотришь в сердце моё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4305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27CD9172-D215-4530-967D-F3263C3A5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6743" y="1720840"/>
            <a:ext cx="11958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возвращаюсь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сердцу поклонения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Поклонения Тебе,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Тебе, Иисус</a:t>
            </a:r>
          </a:p>
        </p:txBody>
      </p:sp>
    </p:spTree>
    <p:extLst>
      <p:ext uri="{BB962C8B-B14F-4D97-AF65-F5344CB8AC3E}">
        <p14:creationId xmlns:p14="http://schemas.microsoft.com/office/powerpoint/2010/main" val="260860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D3B4C503-C926-49DE-88A4-0E9E0039A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16743" y="2274838"/>
            <a:ext cx="11958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Прости, что я допустил сомнение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теперь для Тебя,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для Тебя, Иисус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084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0CF221EE-D59C-48BF-ACC1-541FA6193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956" y="1905506"/>
            <a:ext cx="119200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Драгоценный Царь, не выразить того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его достоин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Беден я и слаб, и всё что есть - Твоё Даже просто вздох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90932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</Words>
  <Application>Microsoft Office PowerPoint</Application>
  <PresentationFormat>Широкий екран</PresentationFormat>
  <Paragraphs>21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2024-02-24T21:10:12Z</dcterms:created>
  <dcterms:modified xsi:type="dcterms:W3CDTF">2026-01-31T18:58:27Z</dcterms:modified>
</cp:coreProperties>
</file>