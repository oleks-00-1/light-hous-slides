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1" r:id="rId2"/>
    <p:sldId id="343" r:id="rId3"/>
    <p:sldId id="342" r:id="rId4"/>
    <p:sldId id="344" r:id="rId5"/>
    <p:sldId id="345" r:id="rId6"/>
    <p:sldId id="346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4660"/>
  </p:normalViewPr>
  <p:slideViewPr>
    <p:cSldViewPr snapToGrid="0">
      <p:cViewPr varScale="1">
        <p:scale>
          <a:sx n="45" d="100"/>
          <a:sy n="45" d="100"/>
        </p:scale>
        <p:origin x="43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BE529B-A7E9-4F55-8E0B-7D9D4FF3E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041AAB8-4212-444F-A38F-6A05C4860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3D51386-B809-4C8C-A394-4BB693185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B0E9-BF13-4108-BEF3-83973D109A3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125039C-E10F-428E-9139-09775882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3BEDE19-B9B5-4CAD-B1D8-8BAA7D97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6BC0-A596-4D08-8E2E-E1FCB4C51D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19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E3BA63-6ED3-42B4-BE92-3494E9C11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4611B14-4005-44C9-B09A-FF43E00DF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0800B20-8D57-4F94-A2CC-53ECFA193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B0E9-BF13-4108-BEF3-83973D109A3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5E28168-C46C-4B67-82C1-06779CCC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43D8E76-B072-43D7-A49C-5D38BA6B7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6BC0-A596-4D08-8E2E-E1FCB4C51D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42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48BFA-BD92-4946-95D4-38B3E7D7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FF721C9-2349-4A40-8CBD-32B992996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6440BE1-1971-4FED-A2CE-004D3559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B0E9-BF13-4108-BEF3-83973D109A3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D0E0B49-F75B-48D7-8DFB-7F56D865C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B82321B-2457-4335-911C-BAD54C139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6BC0-A596-4D08-8E2E-E1FCB4C51D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58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374DE-8987-4EEE-99E3-5D683D76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A9A1B4-2E72-4C6D-AA78-7865E7F80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FA8FFA2-1A17-4D61-A57F-B5EB53638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F56E73E-FA1A-4BDA-8C9C-405F7463F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B0E9-BF13-4108-BEF3-83973D109A3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A1C3025-4DCF-4E94-967A-EBCC115FD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004DAA2-7297-47FE-8E70-2F687145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6BC0-A596-4D08-8E2E-E1FCB4C51D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11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62C27-DB04-469A-AC44-17A6CF1B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D83C5B8-B274-4DDC-89DD-DAF18EC4E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419F64E-433A-466D-9B52-D58D9AC84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580C8BF0-0652-4144-9D64-12AF351B3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D780530-5EB0-48F9-9B1D-B1A42BB513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4C7BFC5-2893-42B6-A7C4-EE52B09F8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B0E9-BF13-4108-BEF3-83973D109A3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0F9406A5-127D-4CE3-B018-FFB568AED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E3D6E57F-FC9B-4C2A-9136-EFD83FA7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6BC0-A596-4D08-8E2E-E1FCB4C51D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64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ED229B-47B2-4B42-90E7-F82D36B5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13B4B962-9E56-4E5D-AA50-566DBF54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B0E9-BF13-4108-BEF3-83973D109A3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ED3B87E-6EF8-4461-A6F1-3CB182DE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D02877A-6A66-49C2-82FC-4388FC69D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6BC0-A596-4D08-8E2E-E1FCB4C51D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453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FF7F46B-1503-4C56-A54D-0319B6DC0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B0E9-BF13-4108-BEF3-83973D109A3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6114FC1-41A0-48A7-A38A-5A756C409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64A1798-8B1F-4F09-806F-73DBBEEC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6BC0-A596-4D08-8E2E-E1FCB4C51D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377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1C7238-DA46-4529-B55B-CACEFD578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D5963B5-5C4A-42E8-9F15-236BA8174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802E990-28AE-4073-89F6-DE2EB1CAB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2404068-D2A2-495B-9973-A933CFA3A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B0E9-BF13-4108-BEF3-83973D109A3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F705CDD-BF1C-4E0D-98BC-8052F257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D4A180F-75F1-4A38-8C53-C6AE1090D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6BC0-A596-4D08-8E2E-E1FCB4C51D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48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D732E-7FB4-4E53-A1BC-482879163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D59A821-1FDD-4222-81D3-0F8FC13B3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4F646C6-58D8-4625-A61C-C29408EC8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BB99EBA-08EB-4F78-AF1D-7EECFB11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B0E9-BF13-4108-BEF3-83973D109A3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5528215-1D47-4A01-B247-7A2511BFD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DB81062-FF29-471C-912C-E156BFEB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6BC0-A596-4D08-8E2E-E1FCB4C51D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76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28BE0-DE8B-4A91-A370-DCB1612F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5840065-C97C-4AAC-AD2E-3D2635960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730413F-BD8C-4839-BE73-6A9A69D2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B0E9-BF13-4108-BEF3-83973D109A3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D715B00-0015-48B7-B1E4-A7AFA3559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F8AF81F-14F7-482A-902E-93305F04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6BC0-A596-4D08-8E2E-E1FCB4C51D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211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DD0DE89B-996A-4A11-8346-151E0E2A07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45C6DFA-94C2-4D5F-B0DA-69D800BFC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A39A800-23E8-4DAD-B886-CC1FD5C1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B0E9-BF13-4108-BEF3-83973D109A3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3901633-5181-4624-985E-3330936FF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8770B8A-D50C-4DF1-918A-EAB9CB4E1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26BC0-A596-4D08-8E2E-E1FCB4C51D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417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E718C43-FB01-4609-8E74-268DB6FD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6ED5B40-2D8F-48F8-BEF3-6E9328177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3A35368-67D2-471E-B16A-2E49BB9AC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4B0E9-BF13-4108-BEF3-83973D109A3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AA2B703-490A-4391-BC30-B0CE1B61B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4FEF286-7304-4605-93DC-758C34A81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26BC0-A596-4D08-8E2E-E1FCB4C51DE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412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0" y="1905506"/>
            <a:ext cx="121914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Имя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згл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ю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Ег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лыш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ce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круг 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мир 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твии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- я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ю!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жу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-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98386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-375427" y="1905506"/>
            <a:ext cx="129422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Имя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згл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ю 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вы тьмы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дут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круг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дь</a:t>
            </a:r>
            <a:r>
              <a:rPr lang="ru-RU" sz="3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льк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Нём</a:t>
            </a:r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а</a:t>
            </a:r>
            <a:r>
              <a:rPr lang="uk-UA" sz="4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чн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ю!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жу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-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90213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-375427" y="1905506"/>
            <a:ext cx="129422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Нём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 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Нём 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 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Нём 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жизнь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рдыни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рушит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 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ияни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 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тьм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 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91443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-375427" y="1905506"/>
            <a:ext cx="129422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Имя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згл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ю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нит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який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ax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 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ми,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ecc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жу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-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0618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-375427" y="2274838"/>
            <a:ext cx="129422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згл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 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ca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зд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 з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Ta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</a:t>
            </a:r>
            <a:r>
              <a:rPr lang="ru-RU" sz="4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тьм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</a:t>
            </a:r>
            <a:r>
              <a:rPr lang="ru-RU" sz="4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уж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,</a:t>
            </a:r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</a:t>
            </a:r>
            <a:r>
              <a:rPr lang="ru-RU" sz="4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e</a:t>
            </a:r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круг</a:t>
            </a:r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вр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97511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-375427" y="2551837"/>
            <a:ext cx="129422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 м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й 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мьей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a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жу</a:t>
            </a:r>
            <a:endParaRPr lang="ru-RU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Свят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oe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имя Ии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у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c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48611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291</Words>
  <Application>Microsoft Office PowerPoint</Application>
  <PresentationFormat>Широкий екран</PresentationFormat>
  <Paragraphs>21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2026-01-17T22:05:58Z</dcterms:created>
  <dcterms:modified xsi:type="dcterms:W3CDTF">2026-01-31T18:22:42Z</dcterms:modified>
</cp:coreProperties>
</file>