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4" r:id="rId2"/>
    <p:sldId id="335" r:id="rId3"/>
    <p:sldId id="336" r:id="rId4"/>
    <p:sldId id="337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4D4D3-7C0F-4EC8-91B0-CB35105BCB8A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C9094-2CC0-4848-BBCC-56298FCFF2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17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6166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7246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4082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05420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400C8-50FE-4922-A866-FC61F644E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2BC711-FB92-4688-A0A3-3FCF9F6F0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7D3D0B-B158-4FF0-989F-9D8BC1AD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056BFB-0157-4FFE-A99C-9064B75C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46D80A-90A3-4CBA-AF0D-A8637041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17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26D39-67DA-40B5-BC37-2180A0FD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FF166E-7350-4EF7-91EC-710A06F3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7A983-69E2-4A9A-9624-DD7AEC46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0755B0-0771-4373-9380-271DECD1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12AC61-5419-496E-B5E4-73838591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51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80A7B-E86C-44BC-B27F-2C39CD66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FA926-4ABE-4EDE-ACDF-B77050145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756DC9-DCEE-4830-A6FF-A3401A64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4F341B-2D54-4D4D-8998-E32EB01E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D8EA68-51AD-47CE-8576-CEB344B2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66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7A1C8-29C5-47DF-9EDC-CFB4329A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258AE-7A7A-4869-91BE-AD04CB61D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423618-8D05-4416-BA6C-305C3E9B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FE6A1C-B405-4878-9093-E824E086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271629-39A2-4CC5-8CBD-FC37D574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B92B70-D287-4262-BBBC-0476D741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61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82C7F-8641-43DD-A2FB-9AFA64AA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2CC817-9B0C-4DFE-913B-9EBEC7B3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76C39A-40CB-41A7-9402-1DFD6EB41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E33A66-2B1C-488E-9230-2CCA4E24F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9033BB-D72E-4D68-9EDA-BC97944F1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019319-F34D-45FB-88EE-FE9DBB6D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975AAB3-D661-48ED-B01C-81BE5720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AD9476C-384E-459A-A34F-CC2E181B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21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058F1-D939-47D2-A6B9-81DB2F35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3171F5-EB74-4D0D-A6A3-8C9A1547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269ECF-2AA3-421B-88C6-45F26E10C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6A404D-CB52-4560-BB8B-91E524A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8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DB8CEA-ABDB-4981-A844-CD539955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1355B-54BC-41C0-BA28-D2357F64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3E73F9-13BC-4D95-B605-A0AC5ABD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75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733E4-7352-433B-A977-9B004B8F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1E1F64-4C7C-4108-9B05-4DAE0607E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625F9C-728D-4D95-8C8C-AB298630E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933C3F-63CA-48E6-8DE5-161CBEF0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2DFD37-627F-4182-A39E-A4D6CE48E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9B73EF-B6CC-4471-BE97-113530C3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35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03A66-DEB8-48A3-9EAF-219630F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AF039AF-7CD4-4357-B6DB-C57D2FCE1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A2F03B-01C5-45B2-A6B8-B4955F724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585390-1133-47CE-9927-589389D5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18E4BC-F0B8-4B60-8751-F01504D8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D6E5DE-6DF6-4C23-A554-A40DE4E3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4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235D9-D36A-480D-A3EA-28D2D7A5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74F3D6-5BD1-487C-9281-E3D895E86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35986B-5FCB-414B-A236-E0A7D8BA0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A7059-92E4-4EA7-9171-4ADEA8AA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37849D-1FA5-4A85-961E-4E835D899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31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EAF7E00-A58D-412B-88E0-0D0EF8639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E0A4F4-E41A-4B34-B812-456377B25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C7BFB8-179F-4D0A-95AB-DB07D719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FE3E1-D090-4EBA-ACA3-C8BD6B7F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77F8A9-1D59-4108-9297-9D7ADA49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3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F8B42-5EFB-4F7D-8F3F-8BCE5FB3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F9DAFC-788C-4E9A-BF0B-0256FBA06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9B3674-4B1D-4221-A058-F3197E528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25D7E-3244-4BEA-968D-FBB3FB9E7652}" type="datetimeFigureOut">
              <a:rPr lang="ru-RU" smtClean="0"/>
              <a:t>01.02.2025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AC5F9D-3519-4F4A-A3B7-F188BF42E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6D3147-FFDD-476F-A15B-CF8830A8D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40BEB-A163-4765-81DE-B738FBE859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56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1913479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Чем больше жажду,     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Тем ближе 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чем Ты ближе,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тем сильней влюбляюсь</a:t>
            </a:r>
          </a:p>
        </p:txBody>
      </p:sp>
    </p:spTree>
    <p:extLst>
      <p:ext uri="{BB962C8B-B14F-4D97-AF65-F5344CB8AC3E}">
        <p14:creationId xmlns:p14="http://schemas.microsoft.com/office/powerpoint/2010/main" val="139489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680384" y="1905506"/>
            <a:ext cx="88312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Дай мне сидеть у ног Твоих, пить из чаши Твоей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Лежать на Твоей груди, слышать сердца стук</a:t>
            </a:r>
          </a:p>
        </p:txBody>
      </p:sp>
    </p:spTree>
    <p:extLst>
      <p:ext uri="{BB962C8B-B14F-4D97-AF65-F5344CB8AC3E}">
        <p14:creationId xmlns:p14="http://schemas.microsoft.com/office/powerpoint/2010/main" val="235076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2" y="1905506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так глубока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выразить в словах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таю изнутри в Твоём присутствии</a:t>
            </a:r>
          </a:p>
        </p:txBody>
      </p:sp>
    </p:spTree>
    <p:extLst>
      <p:ext uri="{BB962C8B-B14F-4D97-AF65-F5344CB8AC3E}">
        <p14:creationId xmlns:p14="http://schemas.microsoft.com/office/powerpoint/2010/main" val="323715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nature, outdoor, spring&#10;&#10;Description automatically generated">
            <a:extLst>
              <a:ext uri="{FF2B5EF4-FFF2-40B4-BE49-F238E27FC236}">
                <a16:creationId xmlns:a16="http://schemas.microsoft.com/office/drawing/2014/main" id="{C9671AFC-0DB1-287F-F31B-8D06BA32E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3000"/>
                    </a14:imgEffect>
                    <a14:imgEffect>
                      <a14:brightnessContrast bright="-14000" contrast="-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73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97822" y="1913479"/>
            <a:ext cx="99963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источник, мой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Твоей любви - моя надежда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источник, мой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для Тебя живу и дышу я</a:t>
            </a:r>
          </a:p>
        </p:txBody>
      </p:sp>
    </p:spTree>
    <p:extLst>
      <p:ext uri="{BB962C8B-B14F-4D97-AF65-F5344CB8AC3E}">
        <p14:creationId xmlns:p14="http://schemas.microsoft.com/office/powerpoint/2010/main" val="6769409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</Words>
  <Application>Microsoft Office PowerPoint</Application>
  <PresentationFormat>Широкоэкранный</PresentationFormat>
  <Paragraphs>17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2</cp:revision>
  <dcterms:created xsi:type="dcterms:W3CDTF">2025-01-18T14:15:18Z</dcterms:created>
  <dcterms:modified xsi:type="dcterms:W3CDTF">2025-02-01T21:39:50Z</dcterms:modified>
</cp:coreProperties>
</file>