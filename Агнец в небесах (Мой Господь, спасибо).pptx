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3" r:id="rId3"/>
    <p:sldId id="344" r:id="rId4"/>
    <p:sldId id="34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C8BDF-7470-4696-980B-05BC50DF0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E8496DB-E69D-415A-9B7E-0C007AED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B5CDDC-E19A-4D69-A497-139EC323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676046-E922-424A-B926-82890398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EB275E-EDF0-4739-A3BB-B6EDDA89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81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50B86-12F7-43A3-9542-F37B0A29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5213D1-7E70-439E-9EF5-0AF78FDA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954161-0657-4895-A878-4A677813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355E47E-68CE-4E7D-B824-F412783B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5130FB-6A38-454C-A6BF-8DFE6F93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07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C8F3A-6A09-47CC-941F-4DB816A5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56534E-3453-4C8A-9B84-6391C422C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F1ADA8E-559C-47FB-AD57-F95524FF4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D96642B-E44B-494D-A47B-48033375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B5144B-2382-403E-BAE6-C024A120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57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F0E6F-76AE-4F75-89C5-79F24EB7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ABCD56-6054-4FB9-8643-0382810A3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0DF36D7-E70C-453C-8FC4-36806E8A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30CA705-3C89-42D4-8DC8-4ECC7B86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ED6E2F2-C1F7-4C4F-90F1-09F9E1CD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0D6C404-3021-4890-8E78-F5ECCE71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2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2200D-CFB8-4A79-9F09-2BF3AA49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746101E-F31A-4099-8F8B-A4CB40F3E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1DBC54E-41B6-45F0-B27F-FF72AFDBB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720FD66-83A4-488C-A8BE-497D19BE4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D5D19B0-234B-4A48-A935-8A5DD7314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C097BFE-8E45-45AA-860D-BC134A4B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745D446-405E-46A3-A060-CF32F687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583DC74-6E9F-48FD-AF41-E6F63E61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21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34EAF-E9A1-4748-9832-8DB6FAA6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F9380DD-2EFD-42B7-A58D-D52055E3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8533722-9CA0-4BFD-A500-B035861D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C01D159-A39C-4B35-998E-375A20A9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68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56E4B61-FEEC-4456-979B-E6D61FD0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678D763-3B0E-4FF1-AAA5-3306F2B7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BA7B33B-0D92-4FB3-AB6C-0B7E83E3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79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EE7B3-0831-491E-9C60-1BC270F6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B5D19F0-CAC7-410A-9C44-FAB5E094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EB838EB-BE4B-4C63-8CD2-81BE28EF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2CB1C87-C325-423E-970F-61762F04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595F629-D71C-4295-BA90-FF3CB1D8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86A9F94-6832-463A-8772-66AA22E9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5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70E40-E906-403E-A13F-114C993E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2BA6986-97D9-4CD6-9F7F-2F13AFE8A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0E1F154-5FE6-407C-9722-E248ADF28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6D8BBA8-BFD1-45D8-B1E1-0D0B78DE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71EC0C1-7805-494B-9863-0D4DE4C6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E432609-0ABD-4137-BA08-492B40DC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33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2075E-093E-4AB2-B352-64A7D19E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966D016-EFD5-4F46-98FE-BF8623F3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CB934AA-20DF-4FD8-B973-0C1481B9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2ACB380-F3D7-4CFD-864C-958CF976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FD36385-DB2B-4B33-B48D-3C6F2D6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58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19A0B89-8949-43BE-AD90-B78AC8434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23B720E-1E31-4423-9253-0F229B2A8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F71B6FD-7C3E-4CE1-87EB-7EDA2D65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6863C54-29C9-4577-9BA9-CB1BF91F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DD3320-D8E0-4F12-8D0B-8C290B43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63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F89CDC9-7F3C-4A95-8F3A-361406C1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B2B6069-C841-4335-907E-7EC28FFE3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B9E73F-7DCD-4861-B602-9A303BF46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C2E3B-EAE4-4920-9D90-85390F1E4D82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9DF1CFF-8FD3-484E-9250-BB51BE301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ABF733-59B7-4170-910D-E4ED4165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CA4CD-7138-451C-B41F-67D7FB99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62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305341"/>
            <a:ext cx="103326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Господь, спасибо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 меня Ты жизнь отдал,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грехи на крест забрал, любовь мне дал,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ролил Свою благодать</a:t>
            </a:r>
          </a:p>
        </p:txBody>
      </p:sp>
    </p:spTree>
    <p:extLst>
      <p:ext uri="{BB962C8B-B14F-4D97-AF65-F5344CB8AC3E}">
        <p14:creationId xmlns:p14="http://schemas.microsoft.com/office/powerpoint/2010/main" val="339622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55892" y="1854706"/>
            <a:ext cx="116802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юбовь спасибо,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раны на Твоих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 омыта жизнь моя, и знаю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навсегда простил меня</a:t>
            </a:r>
          </a:p>
        </p:txBody>
      </p:sp>
    </p:spTree>
    <p:extLst>
      <p:ext uri="{BB962C8B-B14F-4D97-AF65-F5344CB8AC3E}">
        <p14:creationId xmlns:p14="http://schemas.microsoft.com/office/powerpoint/2010/main" val="356823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969034" y="1720840"/>
            <a:ext cx="82539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Агнец в небесах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вознесён на трон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Коронован на века,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победе правит Он.</a:t>
            </a:r>
          </a:p>
        </p:txBody>
      </p:sp>
    </p:spTree>
    <p:extLst>
      <p:ext uri="{BB962C8B-B14F-4D97-AF65-F5344CB8AC3E}">
        <p14:creationId xmlns:p14="http://schemas.microsoft.com/office/powerpoint/2010/main" val="134455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96900" y="1854706"/>
            <a:ext cx="117981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Принял всю хвалу Божий Сын Иисус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Подарок небесный был распят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Агнец в небесах,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Достоин честь принять </a:t>
            </a:r>
          </a:p>
        </p:txBody>
      </p:sp>
    </p:spTree>
    <p:extLst>
      <p:ext uri="{BB962C8B-B14F-4D97-AF65-F5344CB8AC3E}">
        <p14:creationId xmlns:p14="http://schemas.microsoft.com/office/powerpoint/2010/main" val="4075124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76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Lenovo</cp:lastModifiedBy>
  <cp:revision>2</cp:revision>
  <dcterms:created xsi:type="dcterms:W3CDTF">2023-11-29T14:13:23Z</dcterms:created>
  <dcterms:modified xsi:type="dcterms:W3CDTF">2025-03-02T09:43:58Z</dcterms:modified>
</cp:coreProperties>
</file>