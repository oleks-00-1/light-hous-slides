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29" r:id="rId2"/>
    <p:sldId id="326" r:id="rId3"/>
    <p:sldId id="331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03855-72EE-4191-B067-31E1A7E00284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CD3B9-0EA7-4585-9A62-3DF59066CC6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86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68644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53750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836902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F06EA-5ECC-487E-AC0A-1C7322ED5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0D78750-1C0A-4138-80DA-C17B9535A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3CC440E-A5DC-4B7C-AF68-A974EE401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0407205-A27E-4AFC-91B5-D1F64FF5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53BE0E6-9A04-4397-A9B0-A04ABD2A6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40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B7365-287C-4BCC-A794-58F2A51F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1544AFD-8F19-4883-A31D-6108D31F1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D5AD540-FB81-4816-9181-76891158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7B3FE86-2881-43FA-B2E4-D11AAE7A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8576203-7B5E-4C3D-93A1-0374D9A8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35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CDEC8B-81B0-43F8-942E-391717A10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F066610-314F-47D3-91FE-3D6B15AF8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A76B9B0-8EDA-4737-993F-8565D530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8DAD49E-CFEA-4A21-9193-AFB36F90E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5F76CF4-6EE9-4163-984A-D92A707D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42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BF077-788F-436B-9CF5-DA2EE3F3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8EFB287-5409-4525-BC3B-F37BCA139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52918EA-1EF9-40B0-A0EB-6B0E2DD10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18B58E0-39E6-4804-809E-188D9F4C2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10C4E9A-44DB-4CD7-A728-7489A99E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35FED97-48FF-4555-896B-8A912F5D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624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1F70B-26FD-40CC-82F0-B81CE726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A5E5DCB-CE3D-49D1-96AB-2AC02B9AB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190F6E9-ABC9-4A37-AF67-2E01A396B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FFF0555-C726-4C39-B13A-5FEBB1172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6E77D087-0185-4C70-AA69-0B0464AE1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075B6CB1-CD54-4F22-9502-4084C65A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502F9A6D-646F-4DB6-A568-849B65A0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F1B587E-C765-4F40-BE85-8B960926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52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15863-BCD1-491B-8B3B-79A156114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08D05518-A7F4-4263-88AB-4710FDE3D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CF58C24-8423-4106-B83A-01F8E56E5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80BE52B-F249-4100-8DBB-4EFED182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4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DA381F8-4E7C-4E8C-960E-BA8D9527A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387B45D-0788-4AB5-BD0E-E5F3BC16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F95AA9C-6030-4868-BD7F-B2582F81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26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EECEA-CD1D-4469-ABD0-BA1C667DC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B0E1A4D-6365-46D4-B7EC-1B1707D72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3DFBE63-7FC4-40D0-BA3F-73DE0CA3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6931F91-746F-4099-9F5D-24542C170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A6ADB9F-04ED-4A15-B9AB-1B11D5C6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AE08DFA-45A9-4675-9FE8-72A89814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873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1C1E7-5B6E-4F7D-8322-9B3028CE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5FEBDAD-BF39-4983-837F-75D051DC8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9833E82-B125-48B1-896F-AC295CFD4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94AFE80-BEEA-4278-B935-D65EEED73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B4B7BF2-BEEA-463F-AFED-D8BF74D6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B05BB6D-3C18-48F2-83EA-FAEC2597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623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EAAC2-7D5A-4909-B8B0-86E81750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0AB8949-7838-48CF-B0AB-323BF0BB7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3E9BD7B-CD9A-4519-A6AA-F865B1F65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0E7A489-1A5E-42AC-835F-86B515A17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0683BDC-F73B-47A9-AEE4-1377A47E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77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10C7ED99-8111-42B7-B6A9-118B6594E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EBBDB57-51EE-4AEF-9BEC-EFE11617F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BADB15A-C215-4BB1-B67E-098CAF73C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19D5F67-B469-46CC-B551-2B60D6E9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501D53E-940D-41BA-9D08-5B7D9AC9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77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E8458EB9-439B-4891-A02C-BE7A6993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01517E4-ACF6-4031-A750-64E5093FD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9F55083-DAB2-4283-B16D-1028AD2BA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BC5C7-8394-4B2C-BC3A-477E61F1E9B6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713FA1A-0AAB-480C-B3E6-40649204C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E3C92D8-26ED-46D1-9CBC-D29FF09BC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7CA2E-8D39-4C3A-AEBD-D16BC8F1AE4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592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753402"/>
            <a:ext cx="10595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открою дверь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Дух Святой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умолкнет всё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Говори со мной</a:t>
            </a:r>
          </a:p>
        </p:txBody>
      </p:sp>
    </p:spTree>
    <p:extLst>
      <p:ext uri="{BB962C8B-B14F-4D97-AF65-F5344CB8AC3E}">
        <p14:creationId xmlns:p14="http://schemas.microsoft.com/office/powerpoint/2010/main" val="20544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753402"/>
            <a:ext cx="10595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от слов Твоих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Расцвета как сад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 ты во мне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тебе так рад</a:t>
            </a:r>
          </a:p>
        </p:txBody>
      </p:sp>
    </p:spTree>
    <p:extLst>
      <p:ext uri="{BB962C8B-B14F-4D97-AF65-F5344CB8AC3E}">
        <p14:creationId xmlns:p14="http://schemas.microsoft.com/office/powerpoint/2010/main" val="1783263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753402"/>
            <a:ext cx="10595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Слышу голос твой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во мне звучит Навсегда с тобой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Нас не разлучить</a:t>
            </a:r>
          </a:p>
        </p:txBody>
      </p:sp>
    </p:spTree>
    <p:extLst>
      <p:ext uri="{BB962C8B-B14F-4D97-AF65-F5344CB8AC3E}">
        <p14:creationId xmlns:p14="http://schemas.microsoft.com/office/powerpoint/2010/main" val="22647551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Широкий екран</PresentationFormat>
  <Paragraphs>14</Paragraphs>
  <Slides>3</Slides>
  <Notes>3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2023-12-09T19:25:57Z</dcterms:created>
  <dcterms:modified xsi:type="dcterms:W3CDTF">2023-12-09T19:26:12Z</dcterms:modified>
</cp:coreProperties>
</file>