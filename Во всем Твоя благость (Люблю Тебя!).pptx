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2" r:id="rId2"/>
    <p:sldId id="353" r:id="rId3"/>
    <p:sldId id="354" r:id="rId4"/>
    <p:sldId id="355" r:id="rId5"/>
    <p:sldId id="356" r:id="rId6"/>
    <p:sldId id="35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57303-3717-4CC4-9BF5-9CBEB0D8A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B2F968-43D8-4F95-BE75-914218E32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A63D12-DD79-45DD-A04C-D4B02699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2BBDBE-9E1B-4F10-AEFB-179B6EAB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D86E72-8D10-47C8-A659-2F7D651A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32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F43CA-6957-4150-BD45-445D5C91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DF1A3A-35FD-4C29-A286-56F082431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44356A-4A4D-4CD8-946B-2F4169A6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9BD2A7-09B6-42B4-8746-D45987D7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9956F-80B7-45D4-9CA1-E7D5159B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32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FF631-FFEC-4156-80A5-E1306F37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76EB57-9F99-4DD1-9E9B-4CE1F41C1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90F749-70E2-4368-9A59-97D0B2FE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D9F70-8D9C-43AF-9069-A5ED3C6B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BDC7F-3874-453F-AA1D-5BF1BAC9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83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4E708-97E3-4321-919D-E8ACAC98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28B2E6-0586-454D-9711-AE5D5C243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D869EF-EE1E-4670-86F9-292B7AA30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6A6DA8-074F-4B98-82F6-1AC34FF4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EE5761-B142-4EAB-AB44-93A25E15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DEA35B-6A78-40E4-B9F3-D6C2E85A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51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33170-1FC2-4C23-86F4-F6FAAA9D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4D158A-0612-4CF4-BC03-D85D5E716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D55CBE-82BF-4C09-9D98-FA390A552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F1B3B8-46BA-4DBA-8791-9028D7450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454EFB-9D6C-423F-A607-EDF3094D3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4E54AA-6184-4118-B919-12765962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CA79F1-4795-4564-BFFD-4DFEC724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C49AD9-12D8-473B-A346-94912B1A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89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5A1CE-2901-45A6-A316-464815E2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C0CF92-17B8-48CE-A805-D497E885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CC6074-4A38-42B0-97BD-DD4BB826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71A5B9-A0B6-4154-85F7-E5E132B6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4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613EF7-9F37-4966-BA70-AE28557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7F65AB1-5BA5-426F-A520-18C180C1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2365CA-5B29-4AE7-A795-7D6087A9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19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E28D2-0B72-43FC-AEC8-3055DC34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7104F6-57C4-48BD-9B80-2866F526F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C7105B-362E-4061-89BB-CC5B5E512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EAC75A-25F3-4195-9B7A-2C842F5C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A6E318-C86D-4247-9A23-47DF3DC7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62FBDD-CE6A-40C3-81E2-3565B0EE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30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628C2-BB78-4376-9B9D-82A9AE95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3092F2-ECD5-498C-84F6-7C4004D03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2275F-B79C-43BC-8273-C838F94AC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01CDC2-C104-4B2B-88EE-8A9AE7D1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61A7CC-EF31-453D-80A4-72B48CCE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CB1E8B-F2D9-425B-81F9-75CBBABA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5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F6DCF-989E-46D4-9849-25034817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128683-12B3-4B9C-8633-3346B834D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1C38C3-32B3-46D6-B1E5-92C3135F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A46A92-5736-442B-B517-47E3BD3D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1529C-A258-4B5B-9D7A-D7D5B566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87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65B325-7B04-4015-8B56-1A7E26332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E72032-79C6-41F8-AB0C-831F9B019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2117B6-A6C0-41D0-ADAF-43108A33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FFDE80-940B-4409-97C9-E6B68549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32384-2BE4-423F-ADC4-87FB7DDD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82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53388-502F-4155-A25C-F5415C2A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748965-6EBE-498D-BAAD-87FB27C8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3FAD1F-856E-45B6-A8CF-9EAA4BD91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22D41-FE93-44D0-A1BD-AF20FB9EFB5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7DB90C-DB81-40A1-B7BF-E5D37B628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3D1167-5094-4B5E-9D20-F6B2E015F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EBC01-CE5B-422B-918C-30C49CF5DAA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751911" y="2255140"/>
            <a:ext cx="10688174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Люблю Тебя!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Бесконечна Твоя милость!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все дни держишь за руку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меня</a:t>
            </a:r>
          </a:p>
        </p:txBody>
      </p:sp>
    </p:spTree>
    <p:extLst>
      <p:ext uri="{BB962C8B-B14F-4D97-AF65-F5344CB8AC3E}">
        <p14:creationId xmlns:p14="http://schemas.microsoft.com/office/powerpoint/2010/main" val="428035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641298" y="2255140"/>
            <a:ext cx="109094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Воспеваю Твою благость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утра, когда встаю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до ночи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Тебе, Бог, пою!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286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320647" y="1905506"/>
            <a:ext cx="11550702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жизнь мою Ты был так верен!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все года Ты был так благ ко мне!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Твоей благости, Господь мой,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буду петь во все дни на земле</a:t>
            </a:r>
          </a:p>
        </p:txBody>
      </p:sp>
    </p:spTree>
    <p:extLst>
      <p:ext uri="{BB962C8B-B14F-4D97-AF65-F5344CB8AC3E}">
        <p14:creationId xmlns:p14="http://schemas.microsoft.com/office/powerpoint/2010/main" val="229375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320647" y="1905506"/>
            <a:ext cx="11550702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голос, Бог,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роводил меня сквозь пламя!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Среди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тьмы ночной 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со мною, Бог, Ты рядом!</a:t>
            </a:r>
          </a:p>
        </p:txBody>
      </p:sp>
    </p:spTree>
    <p:extLst>
      <p:ext uri="{BB962C8B-B14F-4D97-AF65-F5344CB8AC3E}">
        <p14:creationId xmlns:p14="http://schemas.microsoft.com/office/powerpoint/2010/main" val="190085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320647" y="2274838"/>
            <a:ext cx="1155070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Ты Отец мой!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Ты мой Друг!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Твоей любви каждый день я живу!</a:t>
            </a:r>
          </a:p>
        </p:txBody>
      </p:sp>
    </p:spTree>
    <p:extLst>
      <p:ext uri="{BB962C8B-B14F-4D97-AF65-F5344CB8AC3E}">
        <p14:creationId xmlns:p14="http://schemas.microsoft.com/office/powerpoint/2010/main" val="381656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320647" y="1905506"/>
            <a:ext cx="11550702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всем Твоя благость, Бог,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Идёт всегда со мной!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Полагаю жизнь я у ног Твоих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весь навеки Твой</a:t>
            </a:r>
          </a:p>
        </p:txBody>
      </p:sp>
    </p:spTree>
    <p:extLst>
      <p:ext uri="{BB962C8B-B14F-4D97-AF65-F5344CB8AC3E}">
        <p14:creationId xmlns:p14="http://schemas.microsoft.com/office/powerpoint/2010/main" val="982164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</Words>
  <Application>Microsoft Office PowerPoint</Application>
  <PresentationFormat>Широкий екран</PresentationFormat>
  <Paragraphs>21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4</cp:revision>
  <dcterms:created xsi:type="dcterms:W3CDTF">2025-01-18T13:24:40Z</dcterms:created>
  <dcterms:modified xsi:type="dcterms:W3CDTF">2025-12-20T18:15:15Z</dcterms:modified>
</cp:coreProperties>
</file>