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  <p:sldId id="299" r:id="rId3"/>
    <p:sldId id="300" r:id="rId4"/>
    <p:sldId id="301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46" d="100"/>
          <a:sy n="46" d="100"/>
        </p:scale>
        <p:origin x="5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Олександр Зик" userId="c7a628fe0823e5d5" providerId="LiveId" clId="{C97DD5BB-7B3B-4F25-8FE0-2B631D3B723E}"/>
    <pc:docChg chg="modSld">
      <pc:chgData name="Олександр Зик" userId="c7a628fe0823e5d5" providerId="LiveId" clId="{C97DD5BB-7B3B-4F25-8FE0-2B631D3B723E}" dt="2024-05-25T18:54:44.984" v="5" actId="1076"/>
      <pc:docMkLst>
        <pc:docMk/>
      </pc:docMkLst>
      <pc:sldChg chg="modSp mod">
        <pc:chgData name="Олександр Зик" userId="c7a628fe0823e5d5" providerId="LiveId" clId="{C97DD5BB-7B3B-4F25-8FE0-2B631D3B723E}" dt="2024-05-25T18:54:16.785" v="1" actId="20577"/>
        <pc:sldMkLst>
          <pc:docMk/>
          <pc:sldMk cId="3721148816" sldId="298"/>
        </pc:sldMkLst>
        <pc:spChg chg="mod">
          <ac:chgData name="Олександр Зик" userId="c7a628fe0823e5d5" providerId="LiveId" clId="{C97DD5BB-7B3B-4F25-8FE0-2B631D3B723E}" dt="2024-05-25T18:54:16.785" v="1" actId="20577"/>
          <ac:spMkLst>
            <pc:docMk/>
            <pc:sldMk cId="3721148816" sldId="298"/>
            <ac:spMk id="5" creationId="{A2D25EDA-65FF-02F8-B6E2-29CE580C5690}"/>
          </ac:spMkLst>
        </pc:spChg>
      </pc:sldChg>
      <pc:sldChg chg="modSp mod">
        <pc:chgData name="Олександр Зик" userId="c7a628fe0823e5d5" providerId="LiveId" clId="{C97DD5BB-7B3B-4F25-8FE0-2B631D3B723E}" dt="2024-05-25T18:54:13.830" v="0" actId="20577"/>
        <pc:sldMkLst>
          <pc:docMk/>
          <pc:sldMk cId="3593350793" sldId="299"/>
        </pc:sldMkLst>
        <pc:spChg chg="mod">
          <ac:chgData name="Олександр Зик" userId="c7a628fe0823e5d5" providerId="LiveId" clId="{C97DD5BB-7B3B-4F25-8FE0-2B631D3B723E}" dt="2024-05-25T18:54:13.830" v="0" actId="20577"/>
          <ac:spMkLst>
            <pc:docMk/>
            <pc:sldMk cId="3593350793" sldId="299"/>
            <ac:spMk id="5" creationId="{A2D25EDA-65FF-02F8-B6E2-29CE580C5690}"/>
          </ac:spMkLst>
        </pc:spChg>
      </pc:sldChg>
      <pc:sldChg chg="modSp mod">
        <pc:chgData name="Олександр Зик" userId="c7a628fe0823e5d5" providerId="LiveId" clId="{C97DD5BB-7B3B-4F25-8FE0-2B631D3B723E}" dt="2024-05-25T18:54:44.984" v="5" actId="1076"/>
        <pc:sldMkLst>
          <pc:docMk/>
          <pc:sldMk cId="1777490258" sldId="301"/>
        </pc:sldMkLst>
        <pc:spChg chg="mod">
          <ac:chgData name="Олександр Зик" userId="c7a628fe0823e5d5" providerId="LiveId" clId="{C97DD5BB-7B3B-4F25-8FE0-2B631D3B723E}" dt="2024-05-25T18:54:44.984" v="5" actId="1076"/>
          <ac:spMkLst>
            <pc:docMk/>
            <pc:sldMk cId="1777490258" sldId="301"/>
            <ac:spMk id="5" creationId="{A2D25EDA-65FF-02F8-B6E2-29CE580C569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131086-5D7D-458C-A7AA-3BEEAA4153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544DF53B-CE44-4140-B9CF-B3E4129F8C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4F4262F-B074-4256-95B1-9F98514DD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39970-E183-480C-8D3E-25DCC99AFA59}" type="datetimeFigureOut">
              <a:rPr lang="ru-RU" smtClean="0"/>
              <a:t>25.05.2024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B70EF19-2DAA-4901-A793-12AC8C50A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A6BBDC6-8818-4653-93EF-D47194CD0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BF4BA-59BC-494E-8789-0CB24EA3D51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4659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4DB775-B057-4150-A54A-26E4BE15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38226A1-287F-457C-B0EC-EA52D3806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5483BC2-DE4D-48DA-B54B-BBDAF2E1A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39970-E183-480C-8D3E-25DCC99AFA59}" type="datetimeFigureOut">
              <a:rPr lang="ru-RU" smtClean="0"/>
              <a:t>25.05.2024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AD4672C-4268-4700-9D4A-B11BDBCEE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80CF086-FAEA-48E3-A856-F5C2BC4E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BF4BA-59BC-494E-8789-0CB24EA3D51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8894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DF5FB0-33C8-497E-BA7A-A30064B59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F6BD6515-0F61-4FE9-AEC2-20E67A729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F9ADA18-6779-4F44-A164-687E8DBA0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39970-E183-480C-8D3E-25DCC99AFA59}" type="datetimeFigureOut">
              <a:rPr lang="ru-RU" smtClean="0"/>
              <a:t>25.05.2024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F6817AD-4D94-448A-9D9F-1CB2588FE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43159F1-5572-4FF5-A715-641BB720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BF4BA-59BC-494E-8789-0CB24EA3D51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1482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81E22A-2DF6-44D1-966B-E416A2772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BD70AAA-1D26-48F8-94F8-AF4C535CF4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1DA867B8-9B49-4A02-87AF-2591ED05CA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3AEC59DA-345C-4C47-9779-9FE6B7A07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39970-E183-480C-8D3E-25DCC99AFA59}" type="datetimeFigureOut">
              <a:rPr lang="ru-RU" smtClean="0"/>
              <a:t>25.05.2024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68A0FC0B-2789-419E-A0C3-40AFE5865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70049C92-7432-47D8-B770-5AF53E82A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BF4BA-59BC-494E-8789-0CB24EA3D51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8850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7E1299-A17F-49AA-AA4D-2FEC3387B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CE4ED80B-CE49-40EA-988E-8A1E94CDAF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FCFD60B-1ED3-4AF1-9A6C-D58223CEFE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9EE1A71D-9E7F-4ACA-A3C5-21A75C840F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D0D23FAE-711D-4052-910C-836F3F4DD3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79EC605D-55C9-4102-A3F7-E4A4C16A7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39970-E183-480C-8D3E-25DCC99AFA59}" type="datetimeFigureOut">
              <a:rPr lang="ru-RU" smtClean="0"/>
              <a:t>25.05.2024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76B683E3-A2D0-47F8-92A5-8FAC9F207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27FA0DEB-85DB-45DC-A3FE-C80459DDE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BF4BA-59BC-494E-8789-0CB24EA3D51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9396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78D7F9-844A-4136-91E9-D8454B67D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50009E2B-1394-44FE-8107-E601D05BB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39970-E183-480C-8D3E-25DCC99AFA59}" type="datetimeFigureOut">
              <a:rPr lang="ru-RU" smtClean="0"/>
              <a:t>25.05.2024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53340ECF-AC6D-4422-BB4F-55C0870F6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B436220B-1877-4275-AFE4-2DC25EEC8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BF4BA-59BC-494E-8789-0CB24EA3D51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466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291B0A4B-64C4-425C-9902-EF2BF95C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39970-E183-480C-8D3E-25DCC99AFA59}" type="datetimeFigureOut">
              <a:rPr lang="ru-RU" smtClean="0"/>
              <a:t>25.05.2024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CE188E3C-9322-49E8-B987-9B639DC8D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D50AF14C-3A7B-42E6-A5A6-5391B1470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BF4BA-59BC-494E-8789-0CB24EA3D51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0742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34D4F7-C463-4212-A77F-5751304E3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4383393-3B5A-477E-8426-173CC0B2F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8C03AF70-D4CC-4C24-A5BE-D4CBDFEE92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64293986-7CA3-4C76-B7A6-98C767CEE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39970-E183-480C-8D3E-25DCC99AFA59}" type="datetimeFigureOut">
              <a:rPr lang="ru-RU" smtClean="0"/>
              <a:t>25.05.2024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E4B83947-C395-4322-AC33-45CA35604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DD4FB0A4-37F4-4567-820C-9E4823975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BF4BA-59BC-494E-8789-0CB24EA3D51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3654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EC8048-5593-4D39-9DFB-C03AD8EE1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A596DE75-83DC-413D-9488-E2DAE487AE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F2E5801B-14D9-4EF4-8FD8-7AFA2BBADA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703E2DB6-B50B-4B4C-A2E0-1893CC634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39970-E183-480C-8D3E-25DCC99AFA59}" type="datetimeFigureOut">
              <a:rPr lang="ru-RU" smtClean="0"/>
              <a:t>25.05.2024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524ABC42-CE32-4566-9498-9AB03AE4D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074FC823-E843-4C66-BC96-BF44EAD79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BF4BA-59BC-494E-8789-0CB24EA3D51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4950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C04A2F-057C-46FD-9294-A1AAC9FF9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9B219380-D009-4DB5-8E6A-D16A0EF8F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CD01635-1511-47A9-9C6D-0A8B66224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39970-E183-480C-8D3E-25DCC99AFA59}" type="datetimeFigureOut">
              <a:rPr lang="ru-RU" smtClean="0"/>
              <a:t>25.05.2024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1E22BB3-35B9-4D1A-A85F-5991229EA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9C42CFC-06B0-4D4C-84DA-4C242B45E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BF4BA-59BC-494E-8789-0CB24EA3D51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4401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21C1B35C-EDB2-46B7-BD81-98888FA4B3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A6FCBE36-BBEF-47E8-8B81-F1C416B2BC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AFFFD44-0B4E-4991-8947-B46983465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39970-E183-480C-8D3E-25DCC99AFA59}" type="datetimeFigureOut">
              <a:rPr lang="ru-RU" smtClean="0"/>
              <a:t>25.05.2024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5653C01-B63D-432C-99E7-957A4E07A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880AE81-401C-4B94-AD69-97C58C402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BF4BA-59BC-494E-8789-0CB24EA3D51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3995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926D5548-4D83-4FD9-B0E7-842F2403A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17383DDD-6922-4D76-8126-ED396A66C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38524C0-49ED-4993-A1E4-8B321A70A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139970-E183-480C-8D3E-25DCC99AFA59}" type="datetimeFigureOut">
              <a:rPr lang="ru-RU" smtClean="0"/>
              <a:t>25.05.2024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0A60BAA-9779-4133-BAFC-62BF67648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F506C7C-12F8-4B6F-9D41-769FCA0334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BF4BA-59BC-494E-8789-0CB24EA3D51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6544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sky, outdoor, mountain, nature&#10;&#10;Description automatically generated">
            <a:extLst>
              <a:ext uri="{FF2B5EF4-FFF2-40B4-BE49-F238E27FC236}">
                <a16:creationId xmlns:a16="http://schemas.microsoft.com/office/drawing/2014/main" id="{212E1528-586A-263C-AAB0-061FB617A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0000"/>
                    </a14:imgEffect>
                    <a14:imgEffect>
                      <a14:brightnessContrast bright="-13000" contrast="-1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976368" y="2274838"/>
            <a:ext cx="102392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Воду в вино превратил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Слепые глаза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открыл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Нет таких, Бог, нет как Ты</a:t>
            </a:r>
          </a:p>
        </p:txBody>
      </p:sp>
    </p:spTree>
    <p:extLst>
      <p:ext uri="{BB962C8B-B14F-4D97-AF65-F5344CB8AC3E}">
        <p14:creationId xmlns:p14="http://schemas.microsoft.com/office/powerpoint/2010/main" val="3721148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sky, outdoor, mountain, nature&#10;&#10;Description automatically generated">
            <a:extLst>
              <a:ext uri="{FF2B5EF4-FFF2-40B4-BE49-F238E27FC236}">
                <a16:creationId xmlns:a16="http://schemas.microsoft.com/office/drawing/2014/main" id="{212E1528-586A-263C-AAB0-061FB617A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0000"/>
                    </a14:imgEffect>
                    <a14:imgEffect>
                      <a14:brightnessContrast bright="-13000" contrast="-1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976368" y="2274838"/>
            <a:ext cx="102392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нас из праха поднял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Свет Твой во тьме воссиял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Нет таких, Бог, нет как Ты</a:t>
            </a:r>
          </a:p>
        </p:txBody>
      </p:sp>
    </p:spTree>
    <p:extLst>
      <p:ext uri="{BB962C8B-B14F-4D97-AF65-F5344CB8AC3E}">
        <p14:creationId xmlns:p14="http://schemas.microsoft.com/office/powerpoint/2010/main" val="3593350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sky, outdoor, mountain, nature&#10;&#10;Description automatically generated">
            <a:extLst>
              <a:ext uri="{FF2B5EF4-FFF2-40B4-BE49-F238E27FC236}">
                <a16:creationId xmlns:a16="http://schemas.microsoft.com/office/drawing/2014/main" id="{212E1528-586A-263C-AAB0-061FB617A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0000"/>
                    </a14:imgEffect>
                    <a14:imgEffect>
                      <a14:brightnessContrast bright="-13000" contrast="-1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488184" y="1905506"/>
            <a:ext cx="1121563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Наш Бог Великий, Он Всемогущий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Бог, Ты превыше всего, что дышит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аш Бог целитель, всё в Его силе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Наш Бог,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наш Бог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961491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sky, outdoor, mountain, nature&#10;&#10;Description automatically generated">
            <a:extLst>
              <a:ext uri="{FF2B5EF4-FFF2-40B4-BE49-F238E27FC236}">
                <a16:creationId xmlns:a16="http://schemas.microsoft.com/office/drawing/2014/main" id="{212E1528-586A-263C-AAB0-061FB617A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0000"/>
                    </a14:imgEffect>
                    <a14:imgEffect>
                      <a14:brightnessContrast bright="-13000" contrast="-1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1078387" y="1905506"/>
            <a:ext cx="1003522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если Бог с нами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Кто против нас восстанет?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если Бог с нами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Кто может против быть?</a:t>
            </a:r>
          </a:p>
        </p:txBody>
      </p:sp>
    </p:spTree>
    <p:extLst>
      <p:ext uri="{BB962C8B-B14F-4D97-AF65-F5344CB8AC3E}">
        <p14:creationId xmlns:p14="http://schemas.microsoft.com/office/powerpoint/2010/main" val="177749025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81</Words>
  <Application>Microsoft Office PowerPoint</Application>
  <PresentationFormat>Широкий екран</PresentationFormat>
  <Paragraphs>14</Paragraphs>
  <Slides>4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1</cp:revision>
  <dcterms:created xsi:type="dcterms:W3CDTF">2023-10-14T18:46:09Z</dcterms:created>
  <dcterms:modified xsi:type="dcterms:W3CDTF">2024-05-25T18:55:04Z</dcterms:modified>
</cp:coreProperties>
</file>