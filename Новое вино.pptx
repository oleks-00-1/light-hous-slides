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2" r:id="rId5"/>
    <p:sldId id="343" r:id="rId6"/>
    <p:sldId id="34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B1525-7EB1-410F-A5EE-AA8A5909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727135-F834-4CED-9B16-AC6BC5481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1A4EBB-944C-4213-914D-2339D527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20FDE-4BEA-4A7F-B04A-CD799F87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4E5277-68FF-4F44-B7DE-537830BA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7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F22AA-C2F2-41A0-9B81-9BDBE454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18DCC3-B6E8-450D-A517-87A13DE1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5BB0BB-8E56-43D5-B54B-4C66CAA7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22E0E7-130B-41F1-99F1-9EA09B29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849EF8-E07F-43A4-8429-DCFEBDE5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4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34FF5-1661-4EBC-8AAC-707F650F2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40D20F-EAD8-4806-BBB3-EA789F5FE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88E987-C347-4EAC-95D1-EB49238B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CA156-1415-4344-B13C-54DBB2E1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1E2FC-EFE1-4E53-8D85-21A05E82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41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CBFE0-08DD-48A0-88EA-5E7136B3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8AF0A-6475-48D8-A471-8E0B2B894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87A30C-8F23-4D73-A3EC-EC040EF1F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B1D6A2-8A0E-406A-B38C-5762A178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1B69DC-82FC-4E3A-B876-22B5A0118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B09418-CACC-4297-BDE3-F6052E2F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11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2455E-6350-4710-B538-D904FCDA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DAC83C-A516-441C-B66C-76CB908D0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D65799-5C47-4A9C-B3FC-5F062A9F5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D1DEADB-43E7-46A0-9440-30204DB57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468886-BE46-48B8-B87D-D5B985AF9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CF7C0C-8084-409D-A508-79B90647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89CAFD-9726-4070-9475-BBD82C2C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F84CF-06D7-4D63-94ED-95EF2ADE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80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A95F6-7060-4463-B54B-CCE577293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E5E5D-6B45-4165-9CB9-FDC315A3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882551-7021-48E4-AFF7-5C9A24B2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EFBCB6-E60A-4861-9791-4AE4809D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63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866E98-9D66-45BF-8606-E5403A86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594061F-4809-4EBF-8A89-56457CB70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E7657B-519C-48BE-9BD3-48CD6FC7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00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5EB88-DE0C-466B-AFA0-49306F26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0EA29-D140-43B1-BF43-5DCB584C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E3F9AF-F830-44B5-988E-D60196B6C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677847-BC24-4A22-B2E1-53970D71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10B03F-EAE5-48BF-A844-D81F1F59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B362BF-8512-4146-9B06-70BADF44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22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42B46-CEC6-4833-9956-6BA7D76D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2517C9-22CB-4E50-A505-8C2867B97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2FA540-A7BF-45F1-8F2D-9C94F0A7A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BED4E-77C0-4BAC-AEE1-794CF3D6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C33D93-9FC9-4817-9B3A-EB9AE947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C0367B-3B90-47AB-9B7A-BB2A2EEB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94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B2B5C-F267-43C5-8644-15F56981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5BB541-1048-486E-8A18-91E49BC3A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4B779E-FAA9-4635-B187-091FE3DA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B5D30B-5062-48FC-A5CB-809A0C3A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980597-950D-41AA-A00E-43CE7425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73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6EF672-7F23-474E-81CC-7F2C9D080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3D8F30-1776-444D-AB99-D4AC2274E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B109B0-4641-44D3-B7DF-29F0DC16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6C8398-5E2F-4B75-99C4-7F7F7453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28E789-FD36-4883-B016-2290C17C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59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9073F-E748-4317-8D31-81BB3A5A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684315-02CE-4A4D-8084-33842C549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360818-C9DC-44CD-A17A-88CEB415D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7C346-B05E-45FE-B58B-55F4A61FF0A1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088FE7-D2B0-483B-AF76-E5D638DD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E16D9-A5AE-4174-AAC2-86D26BAB3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056F5-CEA3-4418-8868-105A9DD4F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64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1720840"/>
            <a:ext cx="10783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 давлением и под прессом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Создаешь Ты вино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Подчинюсь я, словно семя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Виноградарь Ты мой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1720840"/>
            <a:ext cx="10783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Покорюсь Твоей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заботливой руке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Без сомнений доверяю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Тебе</a:t>
            </a:r>
          </a:p>
        </p:txBody>
      </p:sp>
    </p:spTree>
    <p:extLst>
      <p:ext uri="{BB962C8B-B14F-4D97-AF65-F5344CB8AC3E}">
        <p14:creationId xmlns:p14="http://schemas.microsoft.com/office/powerpoint/2010/main" val="394638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08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1720840"/>
            <a:ext cx="10783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Сделай сосуд Свой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из меня,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Сделай таким, как Ты видишь меня </a:t>
            </a:r>
          </a:p>
        </p:txBody>
      </p:sp>
    </p:spTree>
    <p:extLst>
      <p:ext uri="{BB962C8B-B14F-4D97-AF65-F5344CB8AC3E}">
        <p14:creationId xmlns:p14="http://schemas.microsoft.com/office/powerpoint/2010/main" val="402695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2136338"/>
            <a:ext cx="107831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с чем в мир пришел я</a:t>
            </a:r>
            <a:endParaRPr lang="en-US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все Иисус мне дал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Новым наполнил вином меня</a:t>
            </a:r>
          </a:p>
        </p:txBody>
      </p:sp>
    </p:spTree>
    <p:extLst>
      <p:ext uri="{BB962C8B-B14F-4D97-AF65-F5344CB8AC3E}">
        <p14:creationId xmlns:p14="http://schemas.microsoft.com/office/powerpoint/2010/main" val="246638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1670040"/>
            <a:ext cx="10783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новом вине, Бог,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 Твоя сила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Свобода и Царство  пусть правят Твои 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599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2501037"/>
            <a:ext cx="10783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Оставлю все в прошлом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новый огонь Твой нести</a:t>
            </a:r>
          </a:p>
        </p:txBody>
      </p:sp>
    </p:spTree>
    <p:extLst>
      <p:ext uri="{BB962C8B-B14F-4D97-AF65-F5344CB8AC3E}">
        <p14:creationId xmlns:p14="http://schemas.microsoft.com/office/powerpoint/2010/main" val="21899906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Lenovo</cp:lastModifiedBy>
  <cp:revision>2</cp:revision>
  <dcterms:created xsi:type="dcterms:W3CDTF">2025-05-16T15:44:03Z</dcterms:created>
  <dcterms:modified xsi:type="dcterms:W3CDTF">2025-05-16T17:28:28Z</dcterms:modified>
</cp:coreProperties>
</file>