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276" r:id="rId3"/>
    <p:sldId id="277" r:id="rId4"/>
    <p:sldId id="278" r:id="rId5"/>
    <p:sldId id="279" r:id="rId6"/>
    <p:sldId id="28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4F8D8D0B-B94D-4298-849D-E0070EFFE908}"/>
    <pc:docChg chg="modSld">
      <pc:chgData name="Олександр Зик" userId="c7a628fe0823e5d5" providerId="LiveId" clId="{4F8D8D0B-B94D-4298-849D-E0070EFFE908}" dt="2024-08-17T10:33:46.012" v="11" actId="20577"/>
      <pc:docMkLst>
        <pc:docMk/>
      </pc:docMkLst>
      <pc:sldChg chg="modSp mod">
        <pc:chgData name="Олександр Зик" userId="c7a628fe0823e5d5" providerId="LiveId" clId="{4F8D8D0B-B94D-4298-849D-E0070EFFE908}" dt="2024-08-03T16:35:06.862" v="6" actId="20577"/>
        <pc:sldMkLst>
          <pc:docMk/>
          <pc:sldMk cId="396531312" sldId="278"/>
        </pc:sldMkLst>
        <pc:spChg chg="mod">
          <ac:chgData name="Олександр Зик" userId="c7a628fe0823e5d5" providerId="LiveId" clId="{4F8D8D0B-B94D-4298-849D-E0070EFFE908}" dt="2024-08-03T16:35:06.862" v="6" actId="20577"/>
          <ac:spMkLst>
            <pc:docMk/>
            <pc:sldMk cId="396531312" sldId="278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4F8D8D0B-B94D-4298-849D-E0070EFFE908}" dt="2024-08-03T16:35:42.172" v="7" actId="20577"/>
        <pc:sldMkLst>
          <pc:docMk/>
          <pc:sldMk cId="2813476402" sldId="279"/>
        </pc:sldMkLst>
        <pc:spChg chg="mod">
          <ac:chgData name="Олександр Зик" userId="c7a628fe0823e5d5" providerId="LiveId" clId="{4F8D8D0B-B94D-4298-849D-E0070EFFE908}" dt="2024-08-03T16:35:42.172" v="7" actId="20577"/>
          <ac:spMkLst>
            <pc:docMk/>
            <pc:sldMk cId="2813476402" sldId="279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4F8D8D0B-B94D-4298-849D-E0070EFFE908}" dt="2024-08-17T10:33:46.012" v="11" actId="20577"/>
        <pc:sldMkLst>
          <pc:docMk/>
          <pc:sldMk cId="65465013" sldId="280"/>
        </pc:sldMkLst>
        <pc:spChg chg="mod">
          <ac:chgData name="Олександр Зик" userId="c7a628fe0823e5d5" providerId="LiveId" clId="{4F8D8D0B-B94D-4298-849D-E0070EFFE908}" dt="2024-08-17T10:33:46.012" v="11" actId="20577"/>
          <ac:spMkLst>
            <pc:docMk/>
            <pc:sldMk cId="65465013" sldId="280"/>
            <ac:spMk id="6" creationId="{8B8B9F93-12AE-88AB-620C-6C359005DCB4}"/>
          </ac:spMkLst>
        </pc:spChg>
      </pc:sldChg>
    </pc:docChg>
  </pc:docChgLst>
  <pc:docChgLst>
    <pc:chgData name="Олександр Зик" userId="c7a628fe0823e5d5" providerId="LiveId" clId="{3CA23FCF-0C43-4852-9B37-3BA98598B8B4}"/>
    <pc:docChg chg="modSld">
      <pc:chgData name="Олександр Зик" userId="c7a628fe0823e5d5" providerId="LiveId" clId="{3CA23FCF-0C43-4852-9B37-3BA98598B8B4}" dt="2024-01-06T19:04:22.877" v="1" actId="1076"/>
      <pc:docMkLst>
        <pc:docMk/>
      </pc:docMkLst>
      <pc:sldChg chg="modSp mod">
        <pc:chgData name="Олександр Зик" userId="c7a628fe0823e5d5" providerId="LiveId" clId="{3CA23FCF-0C43-4852-9B37-3BA98598B8B4}" dt="2024-01-06T19:04:22.877" v="1" actId="1076"/>
        <pc:sldMkLst>
          <pc:docMk/>
          <pc:sldMk cId="788001126" sldId="332"/>
        </pc:sldMkLst>
        <pc:spChg chg="mod">
          <ac:chgData name="Олександр Зик" userId="c7a628fe0823e5d5" providerId="LiveId" clId="{3CA23FCF-0C43-4852-9B37-3BA98598B8B4}" dt="2024-01-06T19:04:22.877" v="1" actId="1076"/>
          <ac:spMkLst>
            <pc:docMk/>
            <pc:sldMk cId="788001126" sldId="332"/>
            <ac:spMk id="6" creationId="{8B8B9F93-12AE-88AB-620C-6C359005DC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9EEAE-2E8B-49FC-A87E-767BCD71C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C475A04-C0C9-4912-887C-AB84DB33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3ACB204-F002-4BBB-9B07-BC5E56FA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468312-299F-4AD8-83AC-6C3B930C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53ECD1D-61FF-4608-B96A-3097BA05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06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E08B0-AC85-4D4B-8672-BDAD34D7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0DD49B-C965-497A-8511-43DE36538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582CA0-654A-4B7E-B9A7-DD929DCA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93D0E2-DF19-421D-ACEB-F53BCE8F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F92D7B-B787-42FF-A8BE-FA60DE43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11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6FDCA-4DA8-4347-87E4-2B83A7C5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291AB2D-927E-40A0-A775-B8398C7F5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FF6631-EE03-47EC-AA64-B566E329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BBCD11A-52B7-4552-B134-ACCB8B18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C6D6213-8D2B-4C6B-98AF-0494F1D5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6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7F9A2-FDAA-43F7-A0B6-F77BBD90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9CF23D2-63D6-48C0-AFA2-0A0EE6919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459FF74-8A58-4D62-B46F-786E508A3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CD1966E-6F93-4D03-88F2-450AD837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AFF1C8C-AED1-464C-9C4A-8AFC0FD1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89DD3A2-93E1-45B5-90AC-1CB6ACBA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56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0B889-9010-49EA-9AF1-EB4EEAFF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C435FDC-FCA9-49C5-ADE9-5C16AAA71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4FB2E91-5AB0-4A0F-B0D8-296E6423D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394ADE0-D50C-4C15-BAF6-D2A3D8F99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CC066E0-C9A5-4E18-8E54-C1D415991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608B6D2-FA80-4662-B187-658062CC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0825C44-A1DF-4BF2-9CA7-C774C104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0AD4C49-076B-4676-9797-E7CD1E56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36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252A1-2853-4B87-88E4-857936CF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4B75754-373C-4451-80C7-B6EE91C3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D64991F-7405-4533-A357-D3C2F2C5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988FB47-3E2B-4B20-83C4-0150205F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F82D18F-41E7-48A3-8CB1-C61EEFCA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0C972F7-96BC-49C5-A2A0-354CBA7F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FEE2B46-E49A-40BB-89CA-3719841B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77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A5A8E-241A-4794-87D7-721268679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5DAB8B-5B2E-412A-995C-2DAF44181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6129FF8-B29B-4D1B-BA23-B2D34136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D947E44-8F2C-49DD-AF93-68BEE0A0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DCA8B22-6306-4468-9319-E0522B3E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26E855A-8A95-4B1D-93F0-1EA005F7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68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17B5B-FE76-47A6-8413-5B5F62B1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B9EE653-88B4-4B46-A9A0-4413FB27C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58E571B-28A6-4F65-ADF8-F3E7132F0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B99C3D0-0579-4CCE-9F55-8952A44F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384FAD2-5C8A-40B0-B392-A6370CE9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A1D6027-536E-4955-A703-F0ACB83E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26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994A6-66B5-434B-925B-D846779C5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EF58335-F776-4343-8485-4DAD1EDC9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3590B4-9CF0-4CF0-A6DC-FB72D229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7AAC29B-61AB-434A-BA24-AAA339FE5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1B34DD2-FF15-4DF8-9512-B8406385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50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AC91182-43C1-4B7F-9F40-593D35D18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BA85EAF-F159-4B83-B16F-F974176FE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069870-FBEC-45FC-AA11-3A22F07B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D23E2EC-7A3A-4DA3-AAEE-41B32355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613CA03-1823-4E0F-AC98-FDB95CEA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9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BBF8E06-E359-477C-8A0F-B9888284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75BFBDB-C466-43A2-89F2-DFE38B147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FD5E1F6-CAB4-4E23-B1E2-154E6177A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BA1B2-07BF-44A9-B57B-2FAA6DF89C3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5D5467B-5F22-4A34-83C3-19CD3D8E5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6FA1CEF-F9E3-468F-B8AC-B54346592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7EECA-1A55-4C78-A4B5-2A8B8FE530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29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660385" y="1720840"/>
            <a:ext cx="1087123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Успокоюсь, и познаю я вновь, что Ты Господь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Укрепится снова сердце моё лишь рядом с Тобой</a:t>
            </a:r>
          </a:p>
        </p:txBody>
      </p:sp>
    </p:spTree>
    <p:extLst>
      <p:ext uri="{BB962C8B-B14F-4D97-AF65-F5344CB8AC3E}">
        <p14:creationId xmlns:p14="http://schemas.microsoft.com/office/powerpoint/2010/main" val="788001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6029" y="2551837"/>
            <a:ext cx="10339942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Скажешь мне, и я пойду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Каждый день я вновь пою</a:t>
            </a:r>
            <a:endParaRPr lang="en-US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165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6029" y="1720840"/>
            <a:ext cx="10339942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Для меня ценней всего только Иисус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меня пролил Он кровь, жизнь теперь отдам Ему</a:t>
            </a:r>
          </a:p>
        </p:txBody>
      </p:sp>
    </p:spTree>
    <p:extLst>
      <p:ext uri="{BB962C8B-B14F-4D97-AF65-F5344CB8AC3E}">
        <p14:creationId xmlns:p14="http://schemas.microsoft.com/office/powerpoint/2010/main" val="1087029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6029" y="1268212"/>
            <a:ext cx="10339942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Там, где хаос, знаю, держишь Ты всё под взглядом Своим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миг сомнений Ты мне милость даёшь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воле Твоей идти</a:t>
            </a:r>
          </a:p>
        </p:txBody>
      </p:sp>
    </p:spTree>
    <p:extLst>
      <p:ext uri="{BB962C8B-B14F-4D97-AF65-F5344CB8AC3E}">
        <p14:creationId xmlns:p14="http://schemas.microsoft.com/office/powerpoint/2010/main" val="39653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6029" y="2551837"/>
            <a:ext cx="10339942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скажешь мне, и я пойду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Жизнью всей Тебе пою</a:t>
            </a:r>
          </a:p>
        </p:txBody>
      </p:sp>
    </p:spTree>
    <p:extLst>
      <p:ext uri="{BB962C8B-B14F-4D97-AF65-F5344CB8AC3E}">
        <p14:creationId xmlns:p14="http://schemas.microsoft.com/office/powerpoint/2010/main" val="281347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463014" y="1720840"/>
            <a:ext cx="11265971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Тебя так жажду,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Надежда моя, вся крепость моя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Тебя так жажду,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Жажду всегда</a:t>
            </a:r>
          </a:p>
        </p:txBody>
      </p:sp>
    </p:spTree>
    <p:extLst>
      <p:ext uri="{BB962C8B-B14F-4D97-AF65-F5344CB8AC3E}">
        <p14:creationId xmlns:p14="http://schemas.microsoft.com/office/powerpoint/2010/main" val="654650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</Words>
  <Application>Microsoft Office PowerPoint</Application>
  <PresentationFormat>Широкий екран</PresentationFormat>
  <Paragraphs>15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2023-10-28T18:26:12Z</dcterms:created>
  <dcterms:modified xsi:type="dcterms:W3CDTF">2026-06-06T20:50:12Z</dcterms:modified>
</cp:coreProperties>
</file>