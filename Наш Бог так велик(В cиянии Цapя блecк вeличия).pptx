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  <p:sldId id="339" r:id="rId3"/>
    <p:sldId id="340" r:id="rId4"/>
    <p:sldId id="341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3" autoAdjust="0"/>
    <p:restoredTop sz="94660"/>
  </p:normalViewPr>
  <p:slideViewPr>
    <p:cSldViewPr snapToGrid="0">
      <p:cViewPr varScale="1">
        <p:scale>
          <a:sx n="63" d="100"/>
          <a:sy n="63" d="100"/>
        </p:scale>
        <p:origin x="26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F058B-AC9E-4809-A5B6-B162036EF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7E1A997-75B1-49A7-AA1C-3219B2801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9AB42A9-517A-4C8E-88B1-6FFF1B48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10F1-F2F6-4186-9975-373F1DAAD8E2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1C073B4-F917-43A5-9E5A-013E88404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FFA608C-E4E4-456A-BF2E-EC10EEF0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B31B-7F28-4FEC-8B27-953FA0A31AB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290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56DC15-9B7B-4497-85D8-59A952FCF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783AFC1-6409-4F59-A46D-34D5C42E5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476A175-784B-4447-AFEA-49F4A3817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10F1-F2F6-4186-9975-373F1DAAD8E2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CB4C02B-E764-4ADE-BB00-FE60BFD1F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04BF3EB-DEC4-48BA-A4D4-D33EECDA3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B31B-7F28-4FEC-8B27-953FA0A31AB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318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49427-A054-490F-844C-DD516EBF5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954A696-5BB9-43DF-BA78-BEE5D2831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9486C53-EBF3-42A0-9AE2-871CD3411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10F1-F2F6-4186-9975-373F1DAAD8E2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76EFC72-594B-4425-A019-45C9DBA16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4254228-8066-45CC-A3C9-CE4D9A840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B31B-7F28-4FEC-8B27-953FA0A31AB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12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0E9EF2-B223-495F-95FC-86341A120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9915DB5-93E8-4FEB-A83D-C9B0EDDD9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C51DE74-7EF6-4FB5-A386-EB529E3C6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BD01230-5FE5-4812-B417-2768A54CC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10F1-F2F6-4186-9975-373F1DAAD8E2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2845838-7DD4-4D2A-9585-59208F0F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564013D-3636-4194-B630-91E98833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B31B-7F28-4FEC-8B27-953FA0A31AB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87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A7166F-7F5F-4750-AE4F-5B9FB25B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F1E2E60-3E92-4B1A-905E-47B9C6381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705FB80-F599-4655-8AAE-596E29235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87414C0-3818-443D-B1F0-18BD875CE1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F1077817-ADF8-444A-883D-08C4B7585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F2960187-FD2F-405D-9C01-7C6B3BA1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10F1-F2F6-4186-9975-373F1DAAD8E2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9E668143-6965-4F65-8918-631AABBD0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F6255357-D3EB-4A0E-A10E-FC640A28A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B31B-7F28-4FEC-8B27-953FA0A31AB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251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B9F2A-BEF2-44FF-9263-D298B39A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CDFB18B-582F-4287-9221-8A6993DED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10F1-F2F6-4186-9975-373F1DAAD8E2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9FC4FE3A-B2EE-4298-AEB2-F059EF175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E9AAB4B-51DC-430D-9EC6-0E3BAE12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B31B-7F28-4FEC-8B27-953FA0A31AB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191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5EF787B5-4B43-4143-B437-27DF45AE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10F1-F2F6-4186-9975-373F1DAAD8E2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421A1C71-9209-4DEB-A08F-375C90FF4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16A35F1-B64A-4AD9-B3E7-A2044B41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B31B-7F28-4FEC-8B27-953FA0A31AB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41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1E3B55-2846-4ED9-8AC9-AAD5F43FE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6E53DD8-5F43-4AE8-9BFD-7EFB538ED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24CAD69-1F8C-4D68-A745-BDE1FCFFE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2DBA112-1F2E-4CD9-B7EE-487BC5E3C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10F1-F2F6-4186-9975-373F1DAAD8E2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6E34444-E663-4A5B-B6E0-95EEC3C3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314D941-AD3D-412C-894E-FEA274F2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B31B-7F28-4FEC-8B27-953FA0A31AB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761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1D84B-6BA8-4241-96F1-B5E313132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9BEA2F48-A437-4C23-B506-DED76B32B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28253E5-DECD-442D-9E1F-A3C6CCBBE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D0234FD-D20C-45F0-93D8-8756B37A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10F1-F2F6-4186-9975-373F1DAAD8E2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1306EE4-AFB6-4C53-A374-6DB860D5C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7CB99D0-BE13-455B-8FB8-3F71BC91C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B31B-7F28-4FEC-8B27-953FA0A31AB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66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C9D4CB-DDD6-4A15-B705-E66D6823E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D884A5E-1C7D-4917-8122-08D196424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F07B8BE-09FA-49DA-9FCC-9C0A9EED1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10F1-F2F6-4186-9975-373F1DAAD8E2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625B238-123B-4872-9B62-47597D1A5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CC3C14D-140E-4288-A7E3-8253F57F5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B31B-7F28-4FEC-8B27-953FA0A31AB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19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62FFD0D0-156E-4133-942F-2BBCE0959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07DF8AF-E49E-460D-8A70-CB4E35364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DA8DBAF-600F-4184-86F0-28391AE71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10F1-F2F6-4186-9975-373F1DAAD8E2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884D883-5F76-487B-87C4-2FDFDD0B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3EEBAFD-1742-4CF5-80AD-CB5CB6786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B31B-7F28-4FEC-8B27-953FA0A31AB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18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C7642E56-AFDF-4223-812A-7FB0F9493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2DF219F-601B-4056-A293-D35CBECBE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BD2AC1C-9569-4FD5-9B1B-B704D19B6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410F1-F2F6-4186-9975-373F1DAAD8E2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9DD3119-CC33-415F-BAAC-15F965BE5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2A5DEBC-0997-4445-9B07-91A2F3E275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0B31B-7F28-4FEC-8B27-953FA0A31AB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187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-1211573" y="1536174"/>
            <a:ext cx="1461514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иянии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личия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мля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ёт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в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ёт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в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 С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бя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paxe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oca 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o, 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oca 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46352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89689" y="2224038"/>
            <a:ext cx="120126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 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 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лик,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co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 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 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лик,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видят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endParaRPr lang="en-US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 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г,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 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 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лик!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13060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-435804" y="1854706"/>
            <a:ext cx="1306360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ит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в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ax,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дни в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ax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ц,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 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дин: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x, 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 и Сын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Ягнён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и 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в,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Ягнён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и 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</a:p>
        </p:txBody>
      </p:sp>
    </p:spTree>
    <p:extLst>
      <p:ext uri="{BB962C8B-B14F-4D97-AF65-F5344CB8AC3E}">
        <p14:creationId xmlns:p14="http://schemas.microsoft.com/office/powerpoint/2010/main" val="233197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89689" y="1905506"/>
            <a:ext cx="1201261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выш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cex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имён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лы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д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ин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ёт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: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 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 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лик!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55700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270</Words>
  <Application>Microsoft Office PowerPoint</Application>
  <PresentationFormat>Широкий екран</PresentationFormat>
  <Paragraphs>16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2026-04-25T20:07:22Z</dcterms:created>
  <dcterms:modified xsi:type="dcterms:W3CDTF">2026-04-25T20:09:20Z</dcterms:modified>
</cp:coreProperties>
</file>