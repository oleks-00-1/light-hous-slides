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23" r:id="rId3"/>
    <p:sldId id="324" r:id="rId4"/>
    <p:sldId id="325" r:id="rId5"/>
    <p:sldId id="326" r:id="rId6"/>
    <p:sldId id="32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33136B3A-52C1-41BD-BA39-46A390120CBA}"/>
    <pc:docChg chg="addSld modSld">
      <pc:chgData name="Олександр Зик" userId="c7a628fe0823e5d5" providerId="LiveId" clId="{33136B3A-52C1-41BD-BA39-46A390120CBA}" dt="2024-05-19T18:04:22.413" v="2"/>
      <pc:docMkLst>
        <pc:docMk/>
      </pc:docMkLst>
      <pc:sldChg chg="modSp mod">
        <pc:chgData name="Олександр Зик" userId="c7a628fe0823e5d5" providerId="LiveId" clId="{33136B3A-52C1-41BD-BA39-46A390120CBA}" dt="2024-05-19T18:03:44.796" v="1" actId="20577"/>
        <pc:sldMkLst>
          <pc:docMk/>
          <pc:sldMk cId="580454104" sldId="324"/>
        </pc:sldMkLst>
        <pc:spChg chg="mod">
          <ac:chgData name="Олександр Зик" userId="c7a628fe0823e5d5" providerId="LiveId" clId="{33136B3A-52C1-41BD-BA39-46A390120CBA}" dt="2024-05-19T18:03:44.796" v="1" actId="20577"/>
          <ac:spMkLst>
            <pc:docMk/>
            <pc:sldMk cId="580454104" sldId="324"/>
            <ac:spMk id="11" creationId="{C1431629-8DEA-0DDD-6161-8DCB099E78B0}"/>
          </ac:spMkLst>
        </pc:spChg>
      </pc:sldChg>
      <pc:sldChg chg="add">
        <pc:chgData name="Олександр Зик" userId="c7a628fe0823e5d5" providerId="LiveId" clId="{33136B3A-52C1-41BD-BA39-46A390120CBA}" dt="2024-05-19T18:04:22.413" v="2"/>
        <pc:sldMkLst>
          <pc:docMk/>
          <pc:sldMk cId="3399420293" sldId="33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DEB55-CD1F-48F5-BF2D-D4A6E0BF7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4779EB6-CA50-4B4B-8C44-CACC06B48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6CB3C8-BCAD-4CB2-8309-CF75A673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64D9309-D3EA-46CE-B3F6-CEF50DF2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FE550A2-73BE-47A6-A705-C42CC87B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45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7B736-5C10-4415-AAA5-2F55387B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19F758E-739D-4C0E-98AC-7F498D4A0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D84688E-89F2-4577-ADDB-2F159098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A14E76F-A535-4091-87CC-4A5E880C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FC8C8CC-F4F3-4A39-B6F6-430C1F04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75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2B360-5017-4CA4-8242-2EFBFFE3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D82E7C9-A9D0-45FF-9318-22180548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7B8ADB-D6F0-4ECD-9D97-5D0D9815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ADD5E4-C5FA-4EF9-9F62-D9B65244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E3FD216-21B8-453D-852D-C1CEA1F0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63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2FBDB-579A-4568-BF90-0121F3FB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55D4E46-BBB8-4C94-A908-5D6962F4D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060AE4C-40E0-4D26-82A5-3F7E8051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60FDD74-7108-4597-A2D2-BD11254F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12EDE3F-FDAE-4F99-BA58-429BD0D9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BEB088E-3C4F-433C-87ED-37F540EE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34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1BA22-CD45-4C07-993A-649ECADD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CFEC787-262E-46CA-A692-DF5651DC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7299B0C-C1F6-40AC-B80B-77DC792BE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4937766-769A-49A0-A62A-F7F87FA89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616AD74-03B9-40CB-9AC4-B75F464AC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28E4C87-A159-49D1-976F-B14478C4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C5B1B10-FD24-497D-89A2-F214F476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AF455DE-98FB-45B9-A1BF-CC9D082F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4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E7FC0-FB69-4838-AE26-A9645467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A18C04C-08FD-488E-9F2E-695EB146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F5FAA2C-A098-45BC-A237-3FF9DD41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D62D24C-F885-4622-BF95-0DF11532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88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04378BB-5DE1-437F-931A-583812CF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63235FC-9D23-4B66-B147-5EF14CE0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13DA871-06D3-4ACD-99A0-9BB8A7FD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04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0603A-29E8-41C9-BC6D-79BCF6C0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B0B72D9-D5CA-4803-9711-DCA3F21C3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1A7BEED-4E07-43F7-8482-102E89DA1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300CD9-53A1-4C57-9027-F514585E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63E9F2C-AA7B-4FA9-85C0-F634EE19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E98C774-07E2-4E65-82B5-D6306F12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01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C2122-9DF9-4433-87AB-87CECC81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E9A0F39-9679-4BED-B106-B6BD9B669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936DC51-6998-4DC6-92BB-8DDC254F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581C587-1EA6-4BDC-9057-65DB9387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8642DED-8282-4CC0-8DA4-F58F529B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EC01331-432B-4264-926F-9ED6ACF7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43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CBD4D-82E1-479A-B204-EB931B2E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28F5F4D-EE95-40A4-B8ED-4072FAAD8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4C6814-E858-4D90-8B4F-B9F82C14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C920090-F3AB-4373-ACC8-67865547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BFED5F-C15A-4AA7-994D-78B427D4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90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2DFFB16-D181-4284-B399-61C216DBB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432F575-8ED6-4852-A9B5-6F70DCB8A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4502D6-F2C5-4751-A74A-A061790E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95D8467-2600-41EF-B6C4-54D96321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7D57D9-E9B4-4933-8C8F-C6FAB2D2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4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E880A14-9AE9-4C1B-ADDD-A52A039E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F9F4ADF-06EA-4B27-9683-4D61C076A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41C59FF-DCCF-4B9C-A02D-E543D61FD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CB94-6A07-42E8-8767-0000024E8CFF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4C7BDDD-6B88-4564-9D17-1C2A7B70F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234CB1B-073E-442B-85AB-6E7669DA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2DF37-0C6B-4510-8945-5ADF0838E2A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29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905506"/>
            <a:ext cx="81073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Позови, я услышу Позови, я пойду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Тобой, мой Бог, до края земли</a:t>
            </a: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905506"/>
            <a:ext cx="81073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всегда в моём сердце, Ты зажёг </a:t>
            </a:r>
            <a:r>
              <a:rPr lang="en-GB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вой огонь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хочу мой Бог идти за Тобой</a:t>
            </a:r>
          </a:p>
        </p:txBody>
      </p:sp>
    </p:spTree>
    <p:extLst>
      <p:ext uri="{BB962C8B-B14F-4D97-AF65-F5344CB8AC3E}">
        <p14:creationId xmlns:p14="http://schemas.microsoft.com/office/powerpoint/2010/main" val="222736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536174"/>
            <a:ext cx="8107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Веди меня, мой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знаешь,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Быть хочу там где Ты пребываешь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так люблю Тебя</a:t>
            </a:r>
          </a:p>
        </p:txBody>
      </p:sp>
    </p:spTree>
    <p:extLst>
      <p:ext uri="{BB962C8B-B14F-4D97-AF65-F5344CB8AC3E}">
        <p14:creationId xmlns:p14="http://schemas.microsoft.com/office/powerpoint/2010/main" val="58045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905506"/>
            <a:ext cx="81073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Знаешь Ты мое сердце, знаешь мысли мои.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Освяти меня, чтоб мог я идти</a:t>
            </a:r>
          </a:p>
        </p:txBody>
      </p:sp>
    </p:spTree>
    <p:extLst>
      <p:ext uri="{BB962C8B-B14F-4D97-AF65-F5344CB8AC3E}">
        <p14:creationId xmlns:p14="http://schemas.microsoft.com/office/powerpoint/2010/main" val="201280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905506"/>
            <a:ext cx="81073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Научи мою душу Тебя жаждать всегда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моя пусть будет Тобою полна</a:t>
            </a:r>
          </a:p>
        </p:txBody>
      </p:sp>
    </p:spTree>
    <p:extLst>
      <p:ext uri="{BB962C8B-B14F-4D97-AF65-F5344CB8AC3E}">
        <p14:creationId xmlns:p14="http://schemas.microsoft.com/office/powerpoint/2010/main" val="234802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042308" y="1166842"/>
            <a:ext cx="8107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Веди меня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следовать буду всегда лишь за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завоевал сердце моё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Тебя я жажду всегда</a:t>
            </a:r>
          </a:p>
        </p:txBody>
      </p:sp>
    </p:spTree>
    <p:extLst>
      <p:ext uri="{BB962C8B-B14F-4D97-AF65-F5344CB8AC3E}">
        <p14:creationId xmlns:p14="http://schemas.microsoft.com/office/powerpoint/2010/main" val="34719520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</Words>
  <Application>Microsoft Office PowerPoint</Application>
  <PresentationFormat>Широкий екран</PresentationFormat>
  <Paragraphs>16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2023-12-02T19:57:38Z</dcterms:created>
  <dcterms:modified xsi:type="dcterms:W3CDTF">2025-10-18T20:05:06Z</dcterms:modified>
</cp:coreProperties>
</file>