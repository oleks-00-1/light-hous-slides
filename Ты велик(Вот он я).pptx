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44" r:id="rId2"/>
    <p:sldId id="340" r:id="rId3"/>
    <p:sldId id="345" r:id="rId4"/>
    <p:sldId id="341" r:id="rId5"/>
    <p:sldId id="342" r:id="rId6"/>
    <p:sldId id="34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32" d="100"/>
          <a:sy n="32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79B4E-A76A-4F9F-A499-1A250D4E61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45C84-1FF8-4915-B358-9572F4483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73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6558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14033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643356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11054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38623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4772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19767-BEE0-4BC1-8F75-E6984B997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CCA8EF2-AF26-4C4A-9441-972200EFF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4935F9-3918-4968-BD73-86EA8CD4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A6345B7-F518-464C-AF79-CD0E9C6D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176AEA6-84F4-47C8-94A6-BCB273C8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DF151-7027-48B8-9724-C769D685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D8A10EF-0DB3-4805-B533-76E492EA5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AB9C91-0479-4FAA-91D2-DCDB5DD3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86173AB-9D4B-4525-96BF-42323B6F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FBC97B1-7280-46BA-908F-8235B971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13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E74E3-631E-44F6-9DE9-D7AF5052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063DEB4-EC6A-48CC-80FA-9F2276CA0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FB3BC0F-52AF-45C1-8C97-40BDAB93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04CE3F-9DA9-44A5-8A6A-07BD216D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9EA1C5-5BAD-4DA4-A71C-98A61A77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64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74D2B-17C9-4273-813F-7259DBDC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0BB482D-94E8-4393-8D63-6DDD6D20B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28FC85E-4D19-4EBD-A15C-38B0E3FF2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E2EA7E3-1381-4909-8A35-ABD70106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F65E3DB-AAA1-4291-AB86-7F1DF203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806BA94-1495-4D44-92C1-C97443AA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24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3BC15-A455-471D-8E80-05400C19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77C9973-1651-4A07-BF1D-63E55B778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FCE5F8F-97BB-4173-8BE9-C0BDBD396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B28DD88-EE58-4279-88F4-9B410B4B9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6E7E451-FF77-4622-91BC-6DA4786E0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00234DA-B36B-488D-AA9C-399CB61D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14C4086-975A-4C00-8313-2F55AF23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86784F8-E6E1-49DF-A234-A71909A7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19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078A6-25F1-4066-8640-DA176E34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9746534-7131-4DCE-9779-2C253468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8E0B77E-9C1D-4D9E-8FB1-BC4650A5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1BBB349-9340-4DBE-A60B-A419FFE8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11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ED87130-7F86-4EC0-B115-AEAAACA5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4FF66BD-A1B8-4B41-B970-CF488DA0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DACAFF0-9D6E-4E2D-A0BA-7B8D0720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27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921B8-8A13-4AD3-B623-6F6CA3F0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3548671-E271-4843-A395-8626E89E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E175781-F684-4B3F-A5B7-FDF48EF74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11B59E9-1B44-4126-9716-E2A16D7B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9A93127-6709-459E-BE32-6418A7372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212B520-F894-4AE4-9DAD-A5518C95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28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9D003-B5A6-4655-8F81-FB60BE58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90ECF83-730A-4231-959C-BB4A5F3DD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8691044-B52E-419F-8260-59B3A1DA5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A649FDB-65B5-4C2E-9F8B-E92A12CB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E4CD8D-86E7-42E2-9DB2-2A63FD05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E57F972-4929-427E-9758-079BB22C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05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21E1A2-1D1A-420A-B0D7-B47F1D1B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6B29B4C-B798-468E-BA0C-82DE04DB2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CBE93F6-E288-4E24-9066-D6E8D026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F60176-A472-4576-84C2-EF943958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56DF704-0079-4CE9-8F97-AD1A003F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1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71CA07D-E8B9-47A1-B18E-9356FC1B1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21658E9-5E0D-44AB-9ED4-EE1722D1C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908754D-0EC9-4444-99E7-21B7FDC7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ED7AA65-42D5-4913-9FFC-C351E9F4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8E260ED-E7B9-44F6-BCA8-0EB0956D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1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CBAC161-3282-4FC6-8042-76BC284BB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B7D7B43-4FC5-4F16-B6AF-4116D9ED8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F8E309A-D7B8-486A-9F37-5F2F71532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31D8B-01A2-4DD2-8D2A-3B9DCA0529F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1DCAA9-8F05-454D-94A7-3484E09F2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8FCF316-5D39-4BDC-9FFF-4DAABE1D4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2B506-5358-49C5-8F98-4EB0C99DAD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21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я здесь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Твоим величием смирён,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Благодатью освобождён</a:t>
            </a:r>
          </a:p>
        </p:txBody>
      </p:sp>
    </p:spTree>
    <p:extLst>
      <p:ext uri="{BB962C8B-B14F-4D97-AF65-F5344CB8AC3E}">
        <p14:creationId xmlns:p14="http://schemas.microsoft.com/office/powerpoint/2010/main" val="39412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я здесь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Нечистый, грешный человек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Омытый жертвою за грех</a:t>
            </a:r>
          </a:p>
        </p:txBody>
      </p:sp>
    </p:spTree>
    <p:extLst>
      <p:ext uri="{BB962C8B-B14F-4D97-AF65-F5344CB8AC3E}">
        <p14:creationId xmlns:p14="http://schemas.microsoft.com/office/powerpoint/2010/main" val="367810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кресте распятый Божий Сын страдал,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грех мой умирал, чтоб я свободным стал</a:t>
            </a:r>
          </a:p>
        </p:txBody>
      </p:sp>
    </p:spTree>
    <p:extLst>
      <p:ext uri="{BB962C8B-B14F-4D97-AF65-F5344CB8AC3E}">
        <p14:creationId xmlns:p14="http://schemas.microsoft.com/office/powerpoint/2010/main" val="26397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велик, Ты велик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покрыла милость Твоя,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новой жизни воскресила она</a:t>
            </a:r>
          </a:p>
        </p:txBody>
      </p:sp>
    </p:spTree>
    <p:extLst>
      <p:ext uri="{BB962C8B-B14F-4D97-AF65-F5344CB8AC3E}">
        <p14:creationId xmlns:p14="http://schemas.microsoft.com/office/powerpoint/2010/main" val="321583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я здесь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Твоей любовью, так восхищён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Прощаю, потому что прощён</a:t>
            </a:r>
          </a:p>
        </p:txBody>
      </p:sp>
    </p:spTree>
    <p:extLst>
      <p:ext uri="{BB962C8B-B14F-4D97-AF65-F5344CB8AC3E}">
        <p14:creationId xmlns:p14="http://schemas.microsoft.com/office/powerpoint/2010/main" val="81959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я здесь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что я нужен Тебе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Освящён, очищен в огне</a:t>
            </a:r>
          </a:p>
        </p:txBody>
      </p:sp>
    </p:spTree>
    <p:extLst>
      <p:ext uri="{BB962C8B-B14F-4D97-AF65-F5344CB8AC3E}">
        <p14:creationId xmlns:p14="http://schemas.microsoft.com/office/powerpoint/2010/main" val="27168942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</Words>
  <Application>Microsoft Office PowerPoint</Application>
  <PresentationFormat>Широкоэкранный</PresentationFormat>
  <Paragraphs>23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2023-10-28T18:56:06Z</dcterms:created>
  <dcterms:modified xsi:type="dcterms:W3CDTF">2025-01-18T14:24:43Z</dcterms:modified>
</cp:coreProperties>
</file>