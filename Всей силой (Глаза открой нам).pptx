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39" r:id="rId3"/>
    <p:sldId id="340" r:id="rId4"/>
    <p:sldId id="341" r:id="rId5"/>
    <p:sldId id="342" r:id="rId6"/>
    <p:sldId id="34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D9439-9EE5-4F8E-A8D2-380A4E0A1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84E80F3-436C-47BE-B84D-0CE67D584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52D77E-EFF6-4633-89DA-EC6E06AC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D72C394-9C66-43F4-89CD-34B5AA79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2F9FECB-9B7A-4833-936E-EEAC39D6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6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4BF98-EA7F-4DE4-A59E-949A4AC1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27F9905-9CC6-4435-838D-7CC93191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8564B0-86D0-4BA7-B8C5-054485C5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633BA1-BBF6-4BF5-A8A7-485EAA2D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B7703C8-A772-44A8-B60F-19104AA0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80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92091-AAA5-4F72-A0E4-E8B84A8F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18150C3-2CEA-46CD-B283-E024156C0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31AEE13-B27F-4FB6-89FC-85E3ED43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F152540-A73E-40F1-8363-068E4467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FCF67DC-3826-493A-BB0E-7BB6ECEE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02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D68BC-CAD4-4489-86F4-EAB458C7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7FDB7D-CA03-4287-9E78-F40A1CF9E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CD09AA-C463-4F61-9F5D-8E2BDF8A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89A1C39-D6D0-408B-A89D-BA70A68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ACBDE56-A42F-4107-8EFA-8F12A20E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801ED48-BF32-49AF-A52A-CB50063A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63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FC46F8-6FFE-45A5-A28A-A7C1A0BC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4503EF4-06C3-47E7-9DD5-675F5767C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1439BED-4C96-4603-9C52-969C39E0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39A17FC-7598-4037-8375-5AC8EAAF0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CE6926B-3FFE-4AC2-A88E-C2CA4D171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40D7D43D-8ACA-45ED-8BB0-B9C07AD2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3F6EFB1-494B-4976-876B-55942A61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67DCA6E-729B-41A3-9A21-2345B5AB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5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92F37-F27A-431C-A0CB-60014778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38B81FF-F69D-4AE5-9704-2275FB91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AFFE41A-AC54-476A-AC55-789AD105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200B6FD-6883-4D4E-8786-11650930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67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5D25B37-CFE1-4BF7-839A-824F78F1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63AE4E8-7815-4C04-8FFD-5235CEF1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0F79535-811D-425E-84E1-597342A1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40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7D88D-1900-47E6-8429-4C315172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FCA1DE-B9B2-46AF-8C0F-6317DA4B1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1B2BD52-FF83-4191-A5F2-D3F9FB0F0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6E5FA9D-7657-4D7B-99AE-8E4DCE71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0D74440-7E2E-4C1D-8AE6-0025168E5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307E6A7-622D-41F6-94C5-3CC93B08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3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AD3D6-1CE5-4219-BD9C-8831AD42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CFF21AC-6BC4-4030-A282-43DB6FA6A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1D08820-1B97-4EF3-AA58-152C00D9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F2AE5D9-B2D5-47C8-9E32-AC2773A47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4FE667B-734F-478C-8621-7D169B25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52565C2-65BC-441B-966C-4070D3C6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11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52764-8EF6-42C0-8FB4-EB27BF82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453D2E7-24C6-4860-9D88-E15271A6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BA282B-C2AF-4B70-9D1F-6DE8AEE5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FBA110F-69C9-4E31-9B03-28BC89E9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644FADA-F419-4B49-9856-62EDDFF3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520ADDD-461C-4930-A928-235DA75B8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228F9BE-ABFB-4FEE-87F4-45CB606B6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7DD666-9D2F-4566-8917-872FF623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7D4D22-B1A5-457D-AD63-837FD0CC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F300033-E74E-4E3C-AD70-30295B54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23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658DA3E-B232-4AB6-9502-A3609A3C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413FF3-D1F5-4428-BD23-59C672EF9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B2C673A-7244-4099-A1B6-157D0CEAF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B6BC-6A98-417B-A193-C0ABADD58DE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207B188-F604-4C4B-BDB7-A4B17CF44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A643C9-9DC4-487C-8DC9-AC70CD7B1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BD9B2-78A6-4E91-9526-A8F7BB7AC4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42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1536174"/>
            <a:ext cx="97740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Глаза нам открой на всё, что ранит с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ердце Твоё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нас послал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Церковь Свою сиять на весь мир</a:t>
            </a:r>
          </a:p>
        </p:txBody>
      </p:sp>
    </p:spTree>
    <p:extLst>
      <p:ext uri="{BB962C8B-B14F-4D97-AF65-F5344CB8AC3E}">
        <p14:creationId xmlns:p14="http://schemas.microsoft.com/office/powerpoint/2010/main" val="266090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51283" y="1116042"/>
            <a:ext cx="96894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Гордость смиряй в сердцах у нас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стены сломай к ногам Твоим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Возложим свой план и земные венцы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304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62923" y="839043"/>
            <a:ext cx="101430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надеждой встань, пусть тьма трепещет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Свет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вятой являй, и пусть увидят все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 – наш Бог, И Он достоин славы всей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1186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08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35241" y="1305341"/>
            <a:ext cx="99322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всех времён, славен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творении всём Твоём Имя чудно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 всей землей благодать для всех в Нём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499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08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29867" y="1905506"/>
            <a:ext cx="99322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силой мы. Всей силой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Возглашать будем славу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силой мы. Всей силой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Возглашать будем честь</a:t>
            </a:r>
          </a:p>
        </p:txBody>
      </p:sp>
    </p:spTree>
    <p:extLst>
      <p:ext uri="{BB962C8B-B14F-4D97-AF65-F5344CB8AC3E}">
        <p14:creationId xmlns:p14="http://schemas.microsoft.com/office/powerpoint/2010/main" val="47055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08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29867" y="1905506"/>
            <a:ext cx="99322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Сердца поют, прославлен будь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Превознес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ён превыше всех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Тебе, наш Царь, всем, что есть в нас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Возглашать будем честь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211080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</Words>
  <Application>Microsoft Office PowerPoint</Application>
  <PresentationFormat>Широкий екран</PresentationFormat>
  <Paragraphs>20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2023-09-30T19:06:36Z</dcterms:created>
  <dcterms:modified xsi:type="dcterms:W3CDTF">2023-09-30T19:10:01Z</dcterms:modified>
</cp:coreProperties>
</file>