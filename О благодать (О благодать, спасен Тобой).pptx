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9A2E7-735A-4545-BB76-52B21FF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CE97E6D-4655-427F-9D62-4E8BF9FA9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A97643-63B2-49D5-AE03-E55414B4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134C92-7B71-4D31-901E-0191AEC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424FA21-E9B2-4359-8D33-640753D8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86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6A3E3-412B-4812-90F3-A27C2F90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7BB534-29BC-4C8E-88E0-59BF5B795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0D40C73-44C9-43FF-8272-71262C80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2E4FFEF-ADA8-433B-92DB-319C522B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F6C750-FD6D-415A-AE16-8FEEFC90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36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5E96D-3CE0-4604-A9D9-61C1412A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522822C-761E-4D7F-92F3-B13AF2958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0AB4718-354F-4A10-B41C-A7083E4B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C987EC-600A-4382-86AD-EA653B21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94A8383-25A0-433B-9866-9DEA0370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98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1B30F-374F-462C-92F7-A1E71224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070DD1-F329-4912-9D1D-FC8534DE5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50C4038-758E-41C0-A617-F03AE1FC0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93E80C3-7437-4563-8994-0C95A93B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4680997-310D-4A68-A690-1995EBE4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AA2BFFA-8064-402C-BDB2-E5A813F8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B0A31-AC6A-4150-A367-9A50B589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2F0A6D4-413A-44EA-B5F7-258DA8CC8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A4A8362-B6D8-4453-B47A-9BFB88952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BC21C81-8C64-4CA1-A282-D25258073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3C5E568-A728-4774-A4E3-02E88AC87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248F07A-4245-4CAF-B654-11E6C351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73D06F5-2533-4D2A-BCD2-5850A569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0FEF7DC-BAAF-42D7-8613-4A139C1A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50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09039-5728-419B-BA56-0CFC5FDE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E9AEE5E-FA85-4B60-826F-4ECBA004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00D6C2C-400E-44A8-B197-30F52548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30AAB2E-846B-4105-8FE0-D5A369FA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7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DB61053-49E8-4991-A93E-B49562FC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419BD94-A6FD-4921-9CB6-3D8064F2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357A1A4-104C-49A0-9B69-4EACD185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90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7F5A6-E66E-4B80-8EE1-0400CC27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A38E21-8C72-4262-B18F-FF070DA2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1BA99E5-2960-4EF0-AFF3-6A330231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3E5B255-2E54-4045-8A10-E1A6EC7A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CB72F78-0AE5-4DC4-AE8E-D92C8412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DB9763F-7BAB-4FF8-98E0-B4B16358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89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2A1F-9A3E-490B-A301-2CD692CB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ECF15F6-7F03-47EC-8387-9A550B734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0EABAEA-63E9-417D-AB82-5E58BCB12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5DB38DB-27A3-4C3B-9AC8-CBA37A84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BE0CF69-274C-4769-8DB7-0769E6AB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80CD9D-05FE-4FE2-8FCA-DBDA2CFA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63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8791F-1ACC-4DD4-A953-0620831D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F940FAF-6D8D-4F17-8D23-A33C3CB0A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09DF26B-1BDC-4845-8B9A-D7E62465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C54572-8603-452D-9BB6-D990F4D0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1028CAF-9E98-4C68-A093-AFD92629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99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053AD37-C153-4359-96FB-5F9C38752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9D504C8-4B18-4997-843E-1850DBD20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E3DC94-9CBE-4B6C-BF8D-6D826B4C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1946784-F0E3-4ADD-AF63-778ACB99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F18B371-4C0D-46B7-8A88-DE25A972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86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92C5660-ECED-4C44-8E8F-C8A6CC86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BC74A42-114B-4F67-8C37-18BB3CEF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6CDEBE-856E-49FA-9A71-DA37D3B0E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6010-E300-4BC9-B241-A42415E28144}" type="datetimeFigureOut">
              <a:rPr lang="ru-RU" smtClean="0"/>
              <a:t>12.10.2024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266AB4E-9E45-4066-8051-BADFF97CF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CB85654-CA20-4DB8-A486-2313BA583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57A37-829E-4558-8A5E-41FB29252EA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83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8566" y="1905506"/>
            <a:ext cx="109948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благодать, спасен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Потерян был, но Ты позвал домой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Открыл глаза, вновь вижу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сердце все лишь для Тебя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8566" y="1905506"/>
            <a:ext cx="109948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слава здесь, мой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сила здесь, мой Бог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царство здесь, мой Бог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Вовеки, вовеки</a:t>
            </a:r>
          </a:p>
        </p:txBody>
      </p:sp>
    </p:spTree>
    <p:extLst>
      <p:ext uri="{BB962C8B-B14F-4D97-AF65-F5344CB8AC3E}">
        <p14:creationId xmlns:p14="http://schemas.microsoft.com/office/powerpoint/2010/main" val="47248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8566" y="2962701"/>
            <a:ext cx="10994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 я люблю, мой Бог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188649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</Words>
  <Application>Microsoft Office PowerPoint</Application>
  <PresentationFormat>Широкий екран</PresentationFormat>
  <Paragraphs>9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2024-10-12T16:47:54Z</dcterms:created>
  <dcterms:modified xsi:type="dcterms:W3CDTF">2024-10-12T16:51:42Z</dcterms:modified>
</cp:coreProperties>
</file>