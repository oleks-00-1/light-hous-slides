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6" r:id="rId4"/>
    <p:sldId id="287" r:id="rId5"/>
    <p:sldId id="288" r:id="rId6"/>
    <p:sldId id="291" r:id="rId7"/>
    <p:sldId id="290" r:id="rId8"/>
    <p:sldId id="285" r:id="rId9"/>
    <p:sldId id="292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8AD9D778-9F14-4569-9204-60F7F1BD8BAA}"/>
    <pc:docChg chg="modSld">
      <pc:chgData name="Олександр Зик" userId="c7a628fe0823e5d5" providerId="LiveId" clId="{8AD9D778-9F14-4569-9204-60F7F1BD8BAA}" dt="2024-07-20T20:01:19.447" v="5" actId="1076"/>
      <pc:docMkLst>
        <pc:docMk/>
      </pc:docMkLst>
      <pc:sldChg chg="modSp mod">
        <pc:chgData name="Олександр Зик" userId="c7a628fe0823e5d5" providerId="LiveId" clId="{8AD9D778-9F14-4569-9204-60F7F1BD8BAA}" dt="2024-07-20T20:00:16.204" v="1" actId="20577"/>
        <pc:sldMkLst>
          <pc:docMk/>
          <pc:sldMk cId="1212049459" sldId="286"/>
        </pc:sldMkLst>
        <pc:spChg chg="mod">
          <ac:chgData name="Олександр Зик" userId="c7a628fe0823e5d5" providerId="LiveId" clId="{8AD9D778-9F14-4569-9204-60F7F1BD8BAA}" dt="2024-07-20T20:00:16.204" v="1" actId="20577"/>
          <ac:spMkLst>
            <pc:docMk/>
            <pc:sldMk cId="1212049459" sldId="286"/>
            <ac:spMk id="7" creationId="{C50A12BB-3604-3B67-5CA8-B81DA8993E6A}"/>
          </ac:spMkLst>
        </pc:spChg>
      </pc:sldChg>
      <pc:sldChg chg="modSp mod">
        <pc:chgData name="Олександр Зик" userId="c7a628fe0823e5d5" providerId="LiveId" clId="{8AD9D778-9F14-4569-9204-60F7F1BD8BAA}" dt="2024-07-20T20:00:58.979" v="3" actId="1076"/>
        <pc:sldMkLst>
          <pc:docMk/>
          <pc:sldMk cId="824112263" sldId="288"/>
        </pc:sldMkLst>
        <pc:spChg chg="mod">
          <ac:chgData name="Олександр Зик" userId="c7a628fe0823e5d5" providerId="LiveId" clId="{8AD9D778-9F14-4569-9204-60F7F1BD8BAA}" dt="2024-07-20T20:00:58.979" v="3" actId="1076"/>
          <ac:spMkLst>
            <pc:docMk/>
            <pc:sldMk cId="824112263" sldId="288"/>
            <ac:spMk id="7" creationId="{C50A12BB-3604-3B67-5CA8-B81DA8993E6A}"/>
          </ac:spMkLst>
        </pc:spChg>
      </pc:sldChg>
      <pc:sldChg chg="modSp mod">
        <pc:chgData name="Олександр Зик" userId="c7a628fe0823e5d5" providerId="LiveId" clId="{8AD9D778-9F14-4569-9204-60F7F1BD8BAA}" dt="2024-07-20T20:01:19.447" v="5" actId="1076"/>
        <pc:sldMkLst>
          <pc:docMk/>
          <pc:sldMk cId="1075617305" sldId="291"/>
        </pc:sldMkLst>
        <pc:spChg chg="mod">
          <ac:chgData name="Олександр Зик" userId="c7a628fe0823e5d5" providerId="LiveId" clId="{8AD9D778-9F14-4569-9204-60F7F1BD8BAA}" dt="2024-07-20T20:01:19.447" v="5" actId="1076"/>
          <ac:spMkLst>
            <pc:docMk/>
            <pc:sldMk cId="1075617305" sldId="291"/>
            <ac:spMk id="7" creationId="{C50A12BB-3604-3B67-5CA8-B81DA8993E6A}"/>
          </ac:spMkLst>
        </pc:spChg>
      </pc:sldChg>
    </pc:docChg>
  </pc:docChgLst>
  <pc:docChgLst>
    <pc:chgData name="Олександр Зик" userId="c7a628fe0823e5d5" providerId="LiveId" clId="{11FCD6E0-BD7F-4316-AE3C-20A652CC60E5}"/>
    <pc:docChg chg="undo custSel modSld">
      <pc:chgData name="Олександр Зик" userId="c7a628fe0823e5d5" providerId="LiveId" clId="{11FCD6E0-BD7F-4316-AE3C-20A652CC60E5}" dt="2024-01-20T20:38:28.628" v="10" actId="20577"/>
      <pc:docMkLst>
        <pc:docMk/>
      </pc:docMkLst>
      <pc:sldChg chg="modSp mod">
        <pc:chgData name="Олександр Зик" userId="c7a628fe0823e5d5" providerId="LiveId" clId="{11FCD6E0-BD7F-4316-AE3C-20A652CC60E5}" dt="2024-01-20T20:36:28.466" v="1" actId="20577"/>
        <pc:sldMkLst>
          <pc:docMk/>
          <pc:sldMk cId="1735944084" sldId="284"/>
        </pc:sldMkLst>
        <pc:spChg chg="mod">
          <ac:chgData name="Олександр Зик" userId="c7a628fe0823e5d5" providerId="LiveId" clId="{11FCD6E0-BD7F-4316-AE3C-20A652CC60E5}" dt="2024-01-20T20:36:28.466" v="1" actId="20577"/>
          <ac:spMkLst>
            <pc:docMk/>
            <pc:sldMk cId="1735944084" sldId="284"/>
            <ac:spMk id="7" creationId="{C50A12BB-3604-3B67-5CA8-B81DA8993E6A}"/>
          </ac:spMkLst>
        </pc:spChg>
      </pc:sldChg>
      <pc:sldChg chg="modSp mod">
        <pc:chgData name="Олександр Зик" userId="c7a628fe0823e5d5" providerId="LiveId" clId="{11FCD6E0-BD7F-4316-AE3C-20A652CC60E5}" dt="2024-01-20T20:38:28.628" v="10" actId="20577"/>
        <pc:sldMkLst>
          <pc:docMk/>
          <pc:sldMk cId="1112031375" sldId="285"/>
        </pc:sldMkLst>
        <pc:spChg chg="mod">
          <ac:chgData name="Олександр Зик" userId="c7a628fe0823e5d5" providerId="LiveId" clId="{11FCD6E0-BD7F-4316-AE3C-20A652CC60E5}" dt="2024-01-20T20:38:28.628" v="10" actId="20577"/>
          <ac:spMkLst>
            <pc:docMk/>
            <pc:sldMk cId="1112031375" sldId="285"/>
            <ac:spMk id="7" creationId="{C50A12BB-3604-3B67-5CA8-B81DA8993E6A}"/>
          </ac:spMkLst>
        </pc:spChg>
      </pc:sldChg>
      <pc:sldChg chg="modSp mod">
        <pc:chgData name="Олександр Зик" userId="c7a628fe0823e5d5" providerId="LiveId" clId="{11FCD6E0-BD7F-4316-AE3C-20A652CC60E5}" dt="2024-01-20T20:38:25.427" v="8" actId="14100"/>
        <pc:sldMkLst>
          <pc:docMk/>
          <pc:sldMk cId="1212049459" sldId="286"/>
        </pc:sldMkLst>
        <pc:spChg chg="mod">
          <ac:chgData name="Олександр Зик" userId="c7a628fe0823e5d5" providerId="LiveId" clId="{11FCD6E0-BD7F-4316-AE3C-20A652CC60E5}" dt="2024-01-20T20:38:25.427" v="8" actId="14100"/>
          <ac:spMkLst>
            <pc:docMk/>
            <pc:sldMk cId="1212049459" sldId="286"/>
            <ac:spMk id="7" creationId="{C50A12BB-3604-3B67-5CA8-B81DA8993E6A}"/>
          </ac:spMkLst>
        </pc:spChg>
      </pc:sldChg>
      <pc:sldChg chg="modSp mod">
        <pc:chgData name="Олександр Зик" userId="c7a628fe0823e5d5" providerId="LiveId" clId="{11FCD6E0-BD7F-4316-AE3C-20A652CC60E5}" dt="2024-01-20T20:36:46.080" v="2" actId="20577"/>
        <pc:sldMkLst>
          <pc:docMk/>
          <pc:sldMk cId="637025408" sldId="287"/>
        </pc:sldMkLst>
        <pc:spChg chg="mod">
          <ac:chgData name="Олександр Зик" userId="c7a628fe0823e5d5" providerId="LiveId" clId="{11FCD6E0-BD7F-4316-AE3C-20A652CC60E5}" dt="2024-01-20T20:36:46.080" v="2" actId="20577"/>
          <ac:spMkLst>
            <pc:docMk/>
            <pc:sldMk cId="637025408" sldId="287"/>
            <ac:spMk id="7" creationId="{C50A12BB-3604-3B67-5CA8-B81DA8993E6A}"/>
          </ac:spMkLst>
        </pc:spChg>
      </pc:sldChg>
    </pc:docChg>
  </pc:docChgLst>
  <pc:docChgLst>
    <pc:chgData name="Олександр Зик" userId="c7a628fe0823e5d5" providerId="LiveId" clId="{6F60D549-1891-4530-8096-5E1306D9CDFC}"/>
    <pc:docChg chg="addSld modSld">
      <pc:chgData name="Олександр Зик" userId="c7a628fe0823e5d5" providerId="LiveId" clId="{6F60D549-1891-4530-8096-5E1306D9CDFC}" dt="2024-05-19T17:56:42.308" v="110" actId="1076"/>
      <pc:docMkLst>
        <pc:docMk/>
      </pc:docMkLst>
      <pc:sldChg chg="modSp mod">
        <pc:chgData name="Олександр Зик" userId="c7a628fe0823e5d5" providerId="LiveId" clId="{6F60D549-1891-4530-8096-5E1306D9CDFC}" dt="2024-05-18T20:30:40.422" v="0" actId="20577"/>
        <pc:sldMkLst>
          <pc:docMk/>
          <pc:sldMk cId="576237138" sldId="283"/>
        </pc:sldMkLst>
        <pc:spChg chg="mod">
          <ac:chgData name="Олександр Зик" userId="c7a628fe0823e5d5" providerId="LiveId" clId="{6F60D549-1891-4530-8096-5E1306D9CDFC}" dt="2024-05-18T20:30:40.422" v="0" actId="20577"/>
          <ac:spMkLst>
            <pc:docMk/>
            <pc:sldMk cId="576237138" sldId="283"/>
            <ac:spMk id="7" creationId="{C50A12BB-3604-3B67-5CA8-B81DA8993E6A}"/>
          </ac:spMkLst>
        </pc:spChg>
      </pc:sldChg>
      <pc:sldChg chg="modSp mod">
        <pc:chgData name="Олександр Зик" userId="c7a628fe0823e5d5" providerId="LiveId" clId="{6F60D549-1891-4530-8096-5E1306D9CDFC}" dt="2024-05-19T17:54:32.523" v="2" actId="20577"/>
        <pc:sldMkLst>
          <pc:docMk/>
          <pc:sldMk cId="637025408" sldId="287"/>
        </pc:sldMkLst>
        <pc:spChg chg="mod">
          <ac:chgData name="Олександр Зик" userId="c7a628fe0823e5d5" providerId="LiveId" clId="{6F60D549-1891-4530-8096-5E1306D9CDFC}" dt="2024-05-19T17:54:32.523" v="2" actId="20577"/>
          <ac:spMkLst>
            <pc:docMk/>
            <pc:sldMk cId="637025408" sldId="287"/>
            <ac:spMk id="7" creationId="{C50A12BB-3604-3B67-5CA8-B81DA8993E6A}"/>
          </ac:spMkLst>
        </pc:spChg>
      </pc:sldChg>
      <pc:sldChg chg="modSp mod">
        <pc:chgData name="Олександр Зик" userId="c7a628fe0823e5d5" providerId="LiveId" clId="{6F60D549-1891-4530-8096-5E1306D9CDFC}" dt="2024-05-19T17:56:42.308" v="110" actId="1076"/>
        <pc:sldMkLst>
          <pc:docMk/>
          <pc:sldMk cId="902647596" sldId="290"/>
        </pc:sldMkLst>
        <pc:spChg chg="mod">
          <ac:chgData name="Олександр Зик" userId="c7a628fe0823e5d5" providerId="LiveId" clId="{6F60D549-1891-4530-8096-5E1306D9CDFC}" dt="2024-05-19T17:56:42.308" v="110" actId="1076"/>
          <ac:spMkLst>
            <pc:docMk/>
            <pc:sldMk cId="902647596" sldId="290"/>
            <ac:spMk id="7" creationId="{C50A12BB-3604-3B67-5CA8-B81DA8993E6A}"/>
          </ac:spMkLst>
        </pc:spChg>
      </pc:sldChg>
      <pc:sldChg chg="modSp add mod">
        <pc:chgData name="Олександр Зик" userId="c7a628fe0823e5d5" providerId="LiveId" clId="{6F60D549-1891-4530-8096-5E1306D9CDFC}" dt="2024-05-19T17:56:23.563" v="108" actId="1076"/>
        <pc:sldMkLst>
          <pc:docMk/>
          <pc:sldMk cId="1075617305" sldId="291"/>
        </pc:sldMkLst>
        <pc:spChg chg="mod">
          <ac:chgData name="Олександр Зик" userId="c7a628fe0823e5d5" providerId="LiveId" clId="{6F60D549-1891-4530-8096-5E1306D9CDFC}" dt="2024-05-19T17:56:23.563" v="108" actId="1076"/>
          <ac:spMkLst>
            <pc:docMk/>
            <pc:sldMk cId="1075617305" sldId="291"/>
            <ac:spMk id="7" creationId="{C50A12BB-3604-3B67-5CA8-B81DA8993E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13229-84E2-47AF-B68A-812BBF397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28C1346-667E-438D-BA88-0FB0E83DF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DD43E82-7264-41E7-81DC-E367BA13A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0542700-56F3-4930-A9BC-0CCE37206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A206153-B2CA-40F8-825F-C237FD55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71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6F170-2E12-4A73-8545-5C446B24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9E4A3FE-56C4-42A0-8B7D-275BAADAF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9EFC18F-65A0-4461-9E11-C48BE8C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49FF465-3575-46A8-854F-E47B52DA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9B23344-8988-4F4D-9BE4-BE7892AD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22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B5A90-3169-455F-997E-AE79B136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77B2D47-5305-4DE5-AF79-DA60DF34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6EC05E3-2EFA-4C6C-B206-19C6A19A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9FE0735-6149-4596-973E-594213C0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9EEEB6C-7F1A-4E15-BBF7-81F69C5F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442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5CD7D-0796-450D-B41A-2F8E21BE7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2501802-12B4-4F55-A7D4-39FEFA6C3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1F3D8CA-7910-4DB1-A2C2-ADC8DF53D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7BD1012-22F8-446B-823A-6B009666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12E818A-906C-4A1F-9643-920D8A3E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7D94604-5264-4D00-9A98-9EAD113F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51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7809B-4E55-4DB2-9031-42B52821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4E31CCB-2942-4CF6-B222-178AA2632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5A7E821-F6A3-4742-9920-C4E5AF200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65E2812-74BD-4D1A-A594-C72344F6E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11C01CB-1EA4-45A4-BE51-90C9E3975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ECAB824-3BFC-496F-ACB7-4C1BE38E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BF28F8CA-35DE-4F9A-B517-59933B08C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871397D-2C9D-4AE4-AE20-230A34A1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26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A4B1F5-00E8-4D34-B1A7-460597AA8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35DCB4D-EEBA-4BAA-8E5C-42E6C92F6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2D83A4B6-F014-4E7A-B1D0-B9EA925C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3D5BA2B-6CE5-48CE-9E13-CDE26AC6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956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A0081C79-1B08-4C80-9174-411FC57A0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A0C9175-45F0-4DAF-8B28-69C8B24B0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44D6054-A247-4418-AE82-84F9EAED8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77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6AA217-5986-4FA5-A92A-C6C7DDBA1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FBE7F8B-D0A6-406F-AE7F-2029E5693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DDA3E2A-4234-4F5F-B40E-4D551797D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21108B1-DE2D-497F-9267-DEFACC842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1B0E280-0562-4BFC-8709-E43694A4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9079834-DDCF-46D2-8A20-97DACCB2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003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AF70C-F57F-4D40-B217-50BB2FED5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92B9FC9-8A1A-416B-A961-779383C46A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EBB27E6-4D14-4B86-9AFA-EB56BE4F6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59D960F-6535-469E-84DB-A0DC1B07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8B11E6E-C2FC-4BBD-8FD2-CAD3749F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3AEE23B-DB14-4254-9779-220C480D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506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1B4D3-CD6C-47C3-AD21-0AE47CE6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7A10184-39FD-43A6-AA81-314DFE7C6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0D6953D-50C1-4B9D-A9A4-09BE25D44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06A4EE-4404-4269-B14E-A6115D3B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C5D3F29-4518-487C-A483-938B7B7B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371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9781FAE9-89C7-4AAC-867B-14839A86E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2D9D902-EF9A-43A0-ADD7-4F0112B61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D8DF2EE-88DE-4FFC-AA72-AEF2CDCF5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000981C-DC4A-41FB-A8DD-29CE1373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A965725-6576-40B5-9CD0-55DD0B2F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8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579161AC-C7DC-4D5A-ACE3-479F383C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052457F-D13D-4A3E-BFEA-B7C0159EF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767241C-488E-4369-AC78-75FEE157F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94FB6-20E9-4AB5-ABE5-F3FBED524FDA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9709D06-B9EB-4FE0-B5B4-9CE92BAE1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5FFEBB6-B271-458E-8F55-D6335D71B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54F60-E32A-4045-9458-F6A911627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439310" y="1551608"/>
            <a:ext cx="113133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Воскликну: Аллилуйя!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Когда вокруг меня враги!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Воскликну: Аллилуйя!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Бог, в сердце веру разожги!</a:t>
            </a:r>
          </a:p>
        </p:txBody>
      </p:sp>
    </p:spTree>
    <p:extLst>
      <p:ext uri="{BB962C8B-B14F-4D97-AF65-F5344CB8AC3E}">
        <p14:creationId xmlns:p14="http://schemas.microsoft.com/office/powerpoint/2010/main" val="576237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1236133" y="1536174"/>
            <a:ext cx="97197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Воскликну: Аллилуйя!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Мое оружие хвала!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Воскликну: Аллилуйя!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За нас воюют Небеса!</a:t>
            </a:r>
          </a:p>
        </p:txBody>
      </p:sp>
    </p:spTree>
    <p:extLst>
      <p:ext uri="{BB962C8B-B14F-4D97-AF65-F5344CB8AC3E}">
        <p14:creationId xmlns:p14="http://schemas.microsoft.com/office/powerpoint/2010/main" val="1735944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1236133" y="1551608"/>
            <a:ext cx="97197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буду петь и в бурю,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в шторм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Громче и громче, не взирая ни на что!</a:t>
            </a:r>
          </a:p>
        </p:txBody>
      </p:sp>
    </p:spTree>
    <p:extLst>
      <p:ext uri="{BB962C8B-B14F-4D97-AF65-F5344CB8AC3E}">
        <p14:creationId xmlns:p14="http://schemas.microsoft.com/office/powerpoint/2010/main" val="1212049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1236133" y="1551608"/>
            <a:ext cx="97197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Из пепла надежду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мой Бог возродил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Наш  Царь живой! 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Он смерть победил!</a:t>
            </a:r>
          </a:p>
        </p:txBody>
      </p:sp>
    </p:spTree>
    <p:extLst>
      <p:ext uri="{BB962C8B-B14F-4D97-AF65-F5344CB8AC3E}">
        <p14:creationId xmlns:p14="http://schemas.microsoft.com/office/powerpoint/2010/main" val="63702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97135" y="1551608"/>
            <a:ext cx="1199772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Воскликну: Аллилуйя!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Всем, что есть во мне сейчас 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Воскликну : Аллилуйя!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Пусть силы тьмы бегут от нас!</a:t>
            </a:r>
          </a:p>
        </p:txBody>
      </p:sp>
    </p:spTree>
    <p:extLst>
      <p:ext uri="{BB962C8B-B14F-4D97-AF65-F5344CB8AC3E}">
        <p14:creationId xmlns:p14="http://schemas.microsoft.com/office/powerpoint/2010/main" val="82411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480829" y="1536174"/>
            <a:ext cx="112303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Воскликну: Аллилуйя!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знаю, что придет ответ!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Воскликну: Аллилуйя!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 страха власти больше нет!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75617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-397933" y="1536174"/>
            <a:ext cx="1298786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Буду славить громче!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Когда вокруг меня враги!</a:t>
            </a:r>
            <a:endParaRPr lang="en-US" sz="60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Буду славить громче!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Бог, в сердце веру разожги!</a:t>
            </a:r>
          </a:p>
        </p:txBody>
      </p:sp>
    </p:spTree>
    <p:extLst>
      <p:ext uri="{BB962C8B-B14F-4D97-AF65-F5344CB8AC3E}">
        <p14:creationId xmlns:p14="http://schemas.microsoft.com/office/powerpoint/2010/main" val="902647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1236133" y="1536174"/>
            <a:ext cx="97197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Буду славить громче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Мое оружие хвала!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Буду славить громче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За нас </a:t>
            </a:r>
            <a:r>
              <a:rPr lang="ru-RU" sz="60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воюют Небеса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1203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moke, cloudy&#10;&#10;Description automatically generated">
            <a:extLst>
              <a:ext uri="{FF2B5EF4-FFF2-40B4-BE49-F238E27FC236}">
                <a16:creationId xmlns:a16="http://schemas.microsoft.com/office/drawing/2014/main" id="{ED945F4B-84BC-1E6F-1159-2C0D2302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88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A12BB-3604-3B67-5CA8-B81DA8993E6A}"/>
              </a:ext>
            </a:extLst>
          </p:cNvPr>
          <p:cNvSpPr txBox="1"/>
          <p:nvPr/>
        </p:nvSpPr>
        <p:spPr>
          <a:xfrm>
            <a:off x="1236133" y="2921168"/>
            <a:ext cx="97197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Воскликну Аллилуйя!</a:t>
            </a:r>
          </a:p>
        </p:txBody>
      </p:sp>
    </p:spTree>
    <p:extLst>
      <p:ext uri="{BB962C8B-B14F-4D97-AF65-F5344CB8AC3E}">
        <p14:creationId xmlns:p14="http://schemas.microsoft.com/office/powerpoint/2010/main" val="26654684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153</Words>
  <Application>Microsoft Office PowerPoint</Application>
  <PresentationFormat>Широкоэкранный</PresentationFormat>
  <Paragraphs>32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4</cp:revision>
  <dcterms:created xsi:type="dcterms:W3CDTF">2023-10-28T18:43:47Z</dcterms:created>
  <dcterms:modified xsi:type="dcterms:W3CDTF">2025-03-08T20:18:17Z</dcterms:modified>
</cp:coreProperties>
</file>