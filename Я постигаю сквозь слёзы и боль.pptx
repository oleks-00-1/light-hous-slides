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12" r:id="rId2"/>
    <p:sldId id="313" r:id="rId3"/>
    <p:sldId id="314" r:id="rId4"/>
    <p:sldId id="315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7" autoAdjust="0"/>
    <p:restoredTop sz="94660"/>
  </p:normalViewPr>
  <p:slideViewPr>
    <p:cSldViewPr snapToGrid="0">
      <p:cViewPr varScale="1">
        <p:scale>
          <a:sx n="63" d="100"/>
          <a:sy n="63" d="100"/>
        </p:scale>
        <p:origin x="2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4EF51-6808-4E74-9D63-A346870CEA99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0ED9D-31B3-4584-B210-3198D1EB75B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5768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146908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854724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007748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966316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66A4E-F6E6-41D6-9F59-081A7C473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96A718B1-6389-403C-B9C8-C0FB5369C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564FEEE-C5E9-47A4-B4A6-04636AD02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B7AF-23F2-4122-ABD4-845088B4F025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600EEDC-5384-4946-891C-8BD27557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AAE66A8-AA0A-424C-93DE-74497A2BF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02B3-39FB-48A4-91FB-F0B74B3883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7738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2F3A69-DB0E-4ED6-ABB5-F38F2E44B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4A2753C-15CD-4261-8C8E-726C0E920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5B070B4-760D-4F92-9205-67FCDB914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B7AF-23F2-4122-ABD4-845088B4F025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7B4758D-6DE5-49BD-9667-5A8870A8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4FCAF27-50CC-47AE-9FE1-9318923F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02B3-39FB-48A4-91FB-F0B74B3883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244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483C2-2FE7-421E-81C2-983B9AA1C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233BBF2-D9B7-4B1C-B43F-947FD11AB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3A58CF8-D268-497C-8582-E9687B6B3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B7AF-23F2-4122-ABD4-845088B4F025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F545F0D-3C05-438C-B566-C721D07FD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850A06B-7288-4A2A-AEBA-FBB5B371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02B3-39FB-48A4-91FB-F0B74B3883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507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9FD163-9D9F-449E-9F75-6BCC54FC0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C405706-1888-478A-8342-86AC2205B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13D22AD-3CC6-49E7-B442-63069C28F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CB94D5B-4C3A-4B04-BD9D-15E986D14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B7AF-23F2-4122-ABD4-845088B4F025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6CDD8E2-F008-46E1-83E6-4F77A5C0D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5F439CD-396D-4365-A89B-E1518A0ED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02B3-39FB-48A4-91FB-F0B74B3883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05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80407C-D0FE-4E81-B929-420D0497B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4B1ABB8-50CE-4FAE-8400-0D6F27A23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94F5307-42F7-4914-A606-300F51B15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D2BD37B3-48EB-490B-9BCE-A9C902B98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65539C28-43AA-458B-A084-5A031DFEF9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A0AEEDA6-9F4E-4B28-89A2-A0C2CB46A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B7AF-23F2-4122-ABD4-845088B4F025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6265EE90-21B9-4704-A394-8A16E0423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DC2D54DA-A4DD-455A-823A-64921D8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02B3-39FB-48A4-91FB-F0B74B3883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3528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0E0409-DF46-4952-942F-C31B2E9BF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FCD611F2-5248-408E-A91F-1567FFF22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B7AF-23F2-4122-ABD4-845088B4F025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FA140231-04D0-4C01-919E-8CADF89D2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5805B36D-E734-483F-90C7-07369BE30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02B3-39FB-48A4-91FB-F0B74B3883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646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EF735360-CBA4-4B4D-8918-64D4146BB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B7AF-23F2-4122-ABD4-845088B4F025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885B1E73-807D-49B6-BC48-C0973213C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51ED3AB4-6DD6-419E-AA7E-94FABC693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02B3-39FB-48A4-91FB-F0B74B3883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399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BFC190-0D60-47D9-ABC3-0062CF00D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F1EF23F-D467-45E6-A8CF-BB2EF5886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1F2BA365-34A8-495A-8A67-E898ECBAD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7ECD3D9-10D4-43F4-A129-39E4B23E0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B7AF-23F2-4122-ABD4-845088B4F025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7AD47B2-0DD6-4BB5-89FF-2281A687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8C4353E-4EA3-419B-9198-39203E48F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02B3-39FB-48A4-91FB-F0B74B3883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2021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1D13B1-1919-4A86-9E78-FC369DE9F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F6570CAF-BB14-4B8A-B257-756C98A677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00F5387-8ADC-4D20-B9D1-9037D7E258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59E1CB8-B9F6-41D9-9C93-84F57F1E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B7AF-23F2-4122-ABD4-845088B4F025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CE31738-29DA-4D30-904A-915BA60E8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4A27037-C9D5-4755-A157-30DAFE888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02B3-39FB-48A4-91FB-F0B74B3883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13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8439E5-6910-4EF4-AD61-804037F37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3BE45FB-BE38-4A46-95BD-0A2E518E3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1BF849F-07C4-41C1-A96D-259EF1FF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B7AF-23F2-4122-ABD4-845088B4F025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A1C22A7-8263-48B5-A8E9-E231E2682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B4B39A5-9EEC-4711-B988-9538C37C2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02B3-39FB-48A4-91FB-F0B74B3883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037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FC4CE224-78A8-402C-8B8E-012600275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7255970-658A-4111-A5C6-963B6E665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982D5BB-B16B-4FEF-8F50-03746F996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B7AF-23F2-4122-ABD4-845088B4F025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0CF4D99-AD1F-4FEE-86C7-08F331865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0BEB041-0139-402C-8ED2-2DF5FA033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02B3-39FB-48A4-91FB-F0B74B3883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01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4FA71E66-D26B-4F29-B021-45337F9EA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AD451E7-0685-41F1-B4EC-B3FD35B99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CD5A5EF-3F31-458B-809E-01883997E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8B7AF-23F2-4122-ABD4-845088B4F025}" type="datetimeFigureOut">
              <a:rPr lang="ru-RU" smtClean="0"/>
              <a:t>16.08.2026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02C569C-2C76-49D5-A749-681F2017A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45FC4EF-523F-45A9-9DDB-B292750D5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E02B3-39FB-48A4-91FB-F0B74B38835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997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061178"/>
            <a:ext cx="1059514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Я постигаю сквозь слёзы и боль</a:t>
            </a:r>
            <a:b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Радости встречи и горечь разлуки.</a:t>
            </a:r>
            <a:b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Пью эту чашу, где сладость и соль</a:t>
            </a:r>
            <a:b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Перемешались с надеждой и мукой.</a:t>
            </a:r>
            <a:endParaRPr lang="ru-RU" sz="4400" b="1" dirty="0">
              <a:solidFill>
                <a:schemeClr val="bg1"/>
              </a:solidFill>
              <a:latin typeface="Helvetica" panose="020B0604020202020204" pitchFamily="34" charset="0"/>
              <a:ea typeface="Lantinghei SC Demibold" panose="02000000000000000000" pitchFamily="2" charset="-122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682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061178"/>
            <a:ext cx="1059514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Ты не печалься, не беспокойся,</a:t>
            </a:r>
            <a:b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Если Бог с нами </a:t>
            </a:r>
            <a:r>
              <a:rPr lang="en-US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–</a:t>
            </a:r>
            <a: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чего бояться?</a:t>
            </a:r>
            <a:b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Ты не печалься, не беспокойся,</a:t>
            </a:r>
            <a:b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Если Бог с нами.</a:t>
            </a:r>
            <a:endParaRPr lang="ru-RU" sz="4400" b="1" dirty="0">
              <a:solidFill>
                <a:schemeClr val="bg1"/>
              </a:solidFill>
              <a:latin typeface="Helvetica" panose="020B0604020202020204" pitchFamily="34" charset="0"/>
              <a:ea typeface="Lantinghei SC Demibold" panose="02000000000000000000" pitchFamily="2" charset="-122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932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291183" y="2028616"/>
            <a:ext cx="1160963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Свободу ищу от железных оков,</a:t>
            </a:r>
            <a:b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Тех, что зовутся «житейское счастье».</a:t>
            </a:r>
            <a:b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Вся моя жизнь </a:t>
            </a:r>
            <a:r>
              <a:rPr lang="en-US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–</a:t>
            </a:r>
            <a: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это несколько слов,</a:t>
            </a:r>
            <a:b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В тихой молитве перед причастьем.</a:t>
            </a:r>
            <a:endParaRPr lang="ru-RU" sz="4400" b="1" dirty="0">
              <a:solidFill>
                <a:schemeClr val="bg1"/>
              </a:solidFill>
              <a:latin typeface="Helvetica" panose="020B0604020202020204" pitchFamily="34" charset="0"/>
              <a:ea typeface="Lantinghei SC Demibold" panose="02000000000000000000" pitchFamily="2" charset="-122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465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291183" y="2028616"/>
            <a:ext cx="1160963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И не жалея о прошлом ничуть,</a:t>
            </a:r>
            <a:b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Вижу, как катится мир к катастрофе.</a:t>
            </a:r>
            <a:b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Верую в крестный мой избранный путь,</a:t>
            </a:r>
            <a:b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В тайну распятой любви на Голгофе.</a:t>
            </a:r>
            <a:endParaRPr lang="ru-RU" sz="4400" b="1" dirty="0">
              <a:solidFill>
                <a:schemeClr val="bg1"/>
              </a:solidFill>
              <a:latin typeface="Helvetica" panose="020B0604020202020204" pitchFamily="34" charset="0"/>
              <a:ea typeface="Lantinghei SC Demibold" panose="02000000000000000000" pitchFamily="2" charset="-122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4259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126</Words>
  <Application>Microsoft Office PowerPoint</Application>
  <PresentationFormat>Широкий екран</PresentationFormat>
  <Paragraphs>8</Paragraphs>
  <Slides>4</Slides>
  <Notes>4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2026-08-16T07:38:03Z</dcterms:created>
  <dcterms:modified xsi:type="dcterms:W3CDTF">2026-08-16T07:40:51Z</dcterms:modified>
</cp:coreProperties>
</file>