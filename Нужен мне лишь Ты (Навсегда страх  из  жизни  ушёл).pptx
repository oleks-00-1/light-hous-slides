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7" r:id="rId2"/>
    <p:sldId id="328" r:id="rId3"/>
    <p:sldId id="271" r:id="rId4"/>
    <p:sldId id="272" r:id="rId5"/>
    <p:sldId id="273" r:id="rId6"/>
    <p:sldId id="274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60"/>
  </p:normalViewPr>
  <p:slideViewPr>
    <p:cSldViewPr snapToGrid="0">
      <p:cViewPr varScale="1">
        <p:scale>
          <a:sx n="44" d="100"/>
          <a:sy n="44" d="100"/>
        </p:scale>
        <p:origin x="13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Олександр Зик" userId="c7a628fe0823e5d5" providerId="LiveId" clId="{421D8B71-2467-4BA5-9C6B-AEED0AB526FB}"/>
    <pc:docChg chg="modSld">
      <pc:chgData name="Олександр Зик" userId="c7a628fe0823e5d5" providerId="LiveId" clId="{421D8B71-2467-4BA5-9C6B-AEED0AB526FB}" dt="2024-08-17T10:32:46.627" v="9" actId="20577"/>
      <pc:docMkLst>
        <pc:docMk/>
      </pc:docMkLst>
      <pc:sldChg chg="modSp mod">
        <pc:chgData name="Олександр Зик" userId="c7a628fe0823e5d5" providerId="LiveId" clId="{421D8B71-2467-4BA5-9C6B-AEED0AB526FB}" dt="2024-08-03T16:33:50.530" v="5" actId="1076"/>
        <pc:sldMkLst>
          <pc:docMk/>
          <pc:sldMk cId="3422207101" sldId="272"/>
        </pc:sldMkLst>
        <pc:spChg chg="mod">
          <ac:chgData name="Олександр Зик" userId="c7a628fe0823e5d5" providerId="LiveId" clId="{421D8B71-2467-4BA5-9C6B-AEED0AB526FB}" dt="2024-08-03T16:33:50.530" v="5" actId="1076"/>
          <ac:spMkLst>
            <pc:docMk/>
            <pc:sldMk cId="3422207101" sldId="272"/>
            <ac:spMk id="6" creationId="{8B8B9F93-12AE-88AB-620C-6C359005DCB4}"/>
          </ac:spMkLst>
        </pc:spChg>
      </pc:sldChg>
      <pc:sldChg chg="modSp mod">
        <pc:chgData name="Олександр Зик" userId="c7a628fe0823e5d5" providerId="LiveId" clId="{421D8B71-2467-4BA5-9C6B-AEED0AB526FB}" dt="2024-08-03T16:33:44.678" v="3" actId="1076"/>
        <pc:sldMkLst>
          <pc:docMk/>
          <pc:sldMk cId="921752131" sldId="273"/>
        </pc:sldMkLst>
        <pc:spChg chg="mod">
          <ac:chgData name="Олександр Зик" userId="c7a628fe0823e5d5" providerId="LiveId" clId="{421D8B71-2467-4BA5-9C6B-AEED0AB526FB}" dt="2024-08-03T16:33:44.678" v="3" actId="1076"/>
          <ac:spMkLst>
            <pc:docMk/>
            <pc:sldMk cId="921752131" sldId="273"/>
            <ac:spMk id="6" creationId="{8B8B9F93-12AE-88AB-620C-6C359005DCB4}"/>
          </ac:spMkLst>
        </pc:spChg>
      </pc:sldChg>
      <pc:sldChg chg="modSp mod">
        <pc:chgData name="Олександр Зик" userId="c7a628fe0823e5d5" providerId="LiveId" clId="{421D8B71-2467-4BA5-9C6B-AEED0AB526FB}" dt="2024-08-17T10:32:46.627" v="9" actId="20577"/>
        <pc:sldMkLst>
          <pc:docMk/>
          <pc:sldMk cId="47185121" sldId="274"/>
        </pc:sldMkLst>
        <pc:spChg chg="mod">
          <ac:chgData name="Олександр Зик" userId="c7a628fe0823e5d5" providerId="LiveId" clId="{421D8B71-2467-4BA5-9C6B-AEED0AB526FB}" dt="2024-08-17T10:32:46.627" v="9" actId="20577"/>
          <ac:spMkLst>
            <pc:docMk/>
            <pc:sldMk cId="47185121" sldId="274"/>
            <ac:spMk id="6" creationId="{8B8B9F93-12AE-88AB-620C-6C359005DCB4}"/>
          </ac:spMkLst>
        </pc:spChg>
      </pc:sldChg>
      <pc:sldChg chg="modSp mod">
        <pc:chgData name="Олександр Зик" userId="c7a628fe0823e5d5" providerId="LiveId" clId="{421D8B71-2467-4BA5-9C6B-AEED0AB526FB}" dt="2024-08-03T16:31:53.906" v="1" actId="1076"/>
        <pc:sldMkLst>
          <pc:docMk/>
          <pc:sldMk cId="4166312078" sldId="327"/>
        </pc:sldMkLst>
        <pc:spChg chg="mod">
          <ac:chgData name="Олександр Зик" userId="c7a628fe0823e5d5" providerId="LiveId" clId="{421D8B71-2467-4BA5-9C6B-AEED0AB526FB}" dt="2024-08-03T16:31:53.906" v="1" actId="1076"/>
          <ac:spMkLst>
            <pc:docMk/>
            <pc:sldMk cId="4166312078" sldId="327"/>
            <ac:spMk id="6" creationId="{8B8B9F93-12AE-88AB-620C-6C359005DCB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116679-1B56-446A-9474-6E4A0CBCAF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82F342D5-6A04-441A-AF93-775A7BD5C9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7AF0A085-48B1-4FA5-ACD4-62C47CEB9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04167-11AD-49AE-8B39-59477F6A03F5}" type="datetimeFigureOut">
              <a:rPr lang="ru-RU" smtClean="0"/>
              <a:t>10.01.2026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4075C20A-6CA1-4CC3-B1C4-D70BBA657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1B151718-BDF6-4F8F-89AA-62FF666E9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4767E-D8A7-4C6D-9A21-543F428B42AB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5451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EE8257-CF47-4833-9A6A-6DCF5D558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1682A04-2426-4D50-BDE4-6A53A4C946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1E017952-5078-4150-AAE9-DA444E494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04167-11AD-49AE-8B39-59477F6A03F5}" type="datetimeFigureOut">
              <a:rPr lang="ru-RU" smtClean="0"/>
              <a:t>10.01.2026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022CBE8A-C449-4C3C-B65E-82FDAAEA9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7159FFED-0312-4027-8C13-53DE41B20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4767E-D8A7-4C6D-9A21-543F428B42AB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2288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DEDD29-A312-4450-9F0F-481D086B1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CCBA6E05-CC52-4EBE-8267-8F784E815B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7748F8DC-82D5-47DB-9C8F-06D10B997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04167-11AD-49AE-8B39-59477F6A03F5}" type="datetimeFigureOut">
              <a:rPr lang="ru-RU" smtClean="0"/>
              <a:t>10.01.2026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E3B6E2B9-0A91-49E7-A57E-6F89464CB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F847AF71-03EC-4D1A-9DC8-B827FBDEC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4767E-D8A7-4C6D-9A21-543F428B42AB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3485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B94CEB-8156-47E0-8D19-5542F4BD1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D28494C5-DCF6-4B6B-AB2A-831EE8089B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490258A2-4FE0-4C6F-BE1F-2DAD808837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035A4C58-9412-4EA4-B5DD-3189A696C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04167-11AD-49AE-8B39-59477F6A03F5}" type="datetimeFigureOut">
              <a:rPr lang="ru-RU" smtClean="0"/>
              <a:t>10.01.2026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35ABF2C6-911B-4A2F-8F0E-6AB19F5BA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CC678D60-8448-4359-89EA-916ADACC1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4767E-D8A7-4C6D-9A21-543F428B42AB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0159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41B4E2-BFBD-49BE-B171-35EF1D4B3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5A1BCDB5-63BC-442C-9BED-E3F3A3D771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F9EB3BA4-8EDC-42F6-8E46-318EEC78AE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FEAA733D-7489-42F2-B18F-0D11A3CC12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5BE4E981-4D4C-400D-9E4E-66BB8C4B76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FC91ECED-FBF0-4E71-9944-A900B2BA1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04167-11AD-49AE-8B39-59477F6A03F5}" type="datetimeFigureOut">
              <a:rPr lang="ru-RU" smtClean="0"/>
              <a:t>10.01.2026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8A799012-473F-477A-9147-236C7F98F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86D4BCF6-A4B8-45BE-A938-66D3AB296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4767E-D8A7-4C6D-9A21-543F428B42AB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7478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634BA7-CC5B-4566-A469-82E07777D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3D802B9A-3089-43EF-B6FC-DFFBD8931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04167-11AD-49AE-8B39-59477F6A03F5}" type="datetimeFigureOut">
              <a:rPr lang="ru-RU" smtClean="0"/>
              <a:t>10.01.2026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3736CBA1-5F71-435B-B329-62A70F3CD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CC66115C-D2D6-4B3E-8D94-02581173A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4767E-D8A7-4C6D-9A21-543F428B42AB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4180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A348A501-4AA3-44E7-ADFD-DCA99996A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04167-11AD-49AE-8B39-59477F6A03F5}" type="datetimeFigureOut">
              <a:rPr lang="ru-RU" smtClean="0"/>
              <a:t>10.01.2026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D028B824-FF03-463D-A37F-859F1C784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A211CBD8-F82F-410F-96AC-B7823C06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4767E-D8A7-4C6D-9A21-543F428B42AB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1133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B096CA-3FD2-42E3-9211-0BDCA7D05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07880533-A93E-4738-AE2E-7C6587A2B0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B0C1BD51-023B-4C87-A9DB-F74E3A1F25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F45C14BD-16CF-41C5-9F01-CA71F269C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04167-11AD-49AE-8B39-59477F6A03F5}" type="datetimeFigureOut">
              <a:rPr lang="ru-RU" smtClean="0"/>
              <a:t>10.01.2026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7AF5AF3C-69B1-439A-9940-68DB5B968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3B28A070-A6F0-405F-A447-58EB9EC53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4767E-D8A7-4C6D-9A21-543F428B42AB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8880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D04E45-D33A-4840-87B1-D73A87641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55BAB0C7-52B2-40EF-8917-A2F6305D97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C77268E0-577D-4B69-9F1D-3EE1C4EA7F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68D70228-EE36-4C47-8EA3-8DEC42199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04167-11AD-49AE-8B39-59477F6A03F5}" type="datetimeFigureOut">
              <a:rPr lang="ru-RU" smtClean="0"/>
              <a:t>10.01.2026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533099D0-7968-4136-86E0-1AE97F538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0A09A946-C4CE-4397-A26B-98BDA1C28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4767E-D8A7-4C6D-9A21-543F428B42AB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9158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83E214-DF26-4C60-A93D-A5966CEE9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7E52D7C0-0057-4F41-AE6C-8DA0A4FF41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1913C102-9A79-4F70-B988-526478938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04167-11AD-49AE-8B39-59477F6A03F5}" type="datetimeFigureOut">
              <a:rPr lang="ru-RU" smtClean="0"/>
              <a:t>10.01.2026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BEFB90C7-AE0D-4295-BA67-3321BFE68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67D56CB3-CB9C-4658-A29C-2E1673AA6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4767E-D8A7-4C6D-9A21-543F428B42AB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4357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5645DA36-51A4-4DE1-B2DC-7DE5C33147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79679BCE-F3C0-4408-BF9A-277355195C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3E37627B-F82C-4A66-A005-54BC6E7A2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04167-11AD-49AE-8B39-59477F6A03F5}" type="datetimeFigureOut">
              <a:rPr lang="ru-RU" smtClean="0"/>
              <a:t>10.01.2026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B1CAD699-4537-4FDC-BDCA-6273318D0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A449CCAF-35F9-4F5B-8803-FE30536D2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4767E-D8A7-4C6D-9A21-543F428B42AB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5048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C2FC43BB-0762-4D46-BF64-D6D1C7959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A68C6D82-54E7-478C-9BFD-55F74B9EDC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651B3DDB-9D85-4B2B-84F5-3FDE315AC5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D04167-11AD-49AE-8B39-59477F6A03F5}" type="datetimeFigureOut">
              <a:rPr lang="ru-RU" smtClean="0"/>
              <a:t>10.01.2026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E93F3892-6E89-409F-BE46-55FFB5C4B5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F45E29DB-33F4-46D8-8E7E-E4CA6BC3C5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F4767E-D8A7-4C6D-9A21-543F428B42AB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1598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sky, water, cloud, outdoor&#10;&#10;Description automatically generated">
            <a:extLst>
              <a:ext uri="{FF2B5EF4-FFF2-40B4-BE49-F238E27FC236}">
                <a16:creationId xmlns:a16="http://schemas.microsoft.com/office/drawing/2014/main" id="{7B3AA54D-EBAC-42CF-12E6-11DFD6B30D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0"/>
                    </a14:imgEffect>
                    <a14:imgEffect>
                      <a14:brightnessContrast bright="-30000" contrast="-3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" y="-39396"/>
            <a:ext cx="12192001" cy="68973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8B9F93-12AE-88AB-620C-6C359005DCB4}"/>
              </a:ext>
            </a:extLst>
          </p:cNvPr>
          <p:cNvSpPr txBox="1"/>
          <p:nvPr/>
        </p:nvSpPr>
        <p:spPr>
          <a:xfrm>
            <a:off x="282902" y="2116640"/>
            <a:ext cx="11626191" cy="258532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Навсегда страх  из  жизни  ушёл,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позвал – я пошёл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Руки свои возношу в молитве я</a:t>
            </a:r>
          </a:p>
        </p:txBody>
      </p:sp>
    </p:spTree>
    <p:extLst>
      <p:ext uri="{BB962C8B-B14F-4D97-AF65-F5344CB8AC3E}">
        <p14:creationId xmlns:p14="http://schemas.microsoft.com/office/powerpoint/2010/main" val="4166312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sky, water, cloud, outdoor&#10;&#10;Description automatically generated">
            <a:extLst>
              <a:ext uri="{FF2B5EF4-FFF2-40B4-BE49-F238E27FC236}">
                <a16:creationId xmlns:a16="http://schemas.microsoft.com/office/drawing/2014/main" id="{7B3AA54D-EBAC-42CF-12E6-11DFD6B30D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0"/>
                    </a14:imgEffect>
                    <a14:imgEffect>
                      <a14:brightnessContrast bright="-30000" contrast="-3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" y="-39396"/>
            <a:ext cx="12192001" cy="68973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8B9F93-12AE-88AB-620C-6C359005DCB4}"/>
              </a:ext>
            </a:extLst>
          </p:cNvPr>
          <p:cNvSpPr txBox="1"/>
          <p:nvPr/>
        </p:nvSpPr>
        <p:spPr>
          <a:xfrm>
            <a:off x="972859" y="1305341"/>
            <a:ext cx="10246278" cy="424731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Есть все причины,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чтобы здесь стоять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Любовь Отца влечёт меня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Мои глаза так хотят видеть лишь Тебя</a:t>
            </a:r>
          </a:p>
        </p:txBody>
      </p:sp>
    </p:spTree>
    <p:extLst>
      <p:ext uri="{BB962C8B-B14F-4D97-AF65-F5344CB8AC3E}">
        <p14:creationId xmlns:p14="http://schemas.microsoft.com/office/powerpoint/2010/main" val="29971216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sky, water, cloud, outdoor&#10;&#10;Description automatically generated">
            <a:extLst>
              <a:ext uri="{FF2B5EF4-FFF2-40B4-BE49-F238E27FC236}">
                <a16:creationId xmlns:a16="http://schemas.microsoft.com/office/drawing/2014/main" id="{7B3AA54D-EBAC-42CF-12E6-11DFD6B30D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0"/>
                    </a14:imgEffect>
                    <a14:imgEffect>
                      <a14:brightnessContrast bright="-30000" contrast="-3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" y="-39396"/>
            <a:ext cx="12192001" cy="68973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8B9F93-12AE-88AB-620C-6C359005DCB4}"/>
              </a:ext>
            </a:extLst>
          </p:cNvPr>
          <p:cNvSpPr txBox="1"/>
          <p:nvPr/>
        </p:nvSpPr>
        <p:spPr>
          <a:xfrm>
            <a:off x="926027" y="2136338"/>
            <a:ext cx="10339942" cy="258532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Нужен мне лишь Ты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Нужен мне лишь Ты, Бог,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Лишь Ты, Бог</a:t>
            </a:r>
          </a:p>
        </p:txBody>
      </p:sp>
    </p:spTree>
    <p:extLst>
      <p:ext uri="{BB962C8B-B14F-4D97-AF65-F5344CB8AC3E}">
        <p14:creationId xmlns:p14="http://schemas.microsoft.com/office/powerpoint/2010/main" val="378776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sky, water, cloud, outdoor&#10;&#10;Description automatically generated">
            <a:extLst>
              <a:ext uri="{FF2B5EF4-FFF2-40B4-BE49-F238E27FC236}">
                <a16:creationId xmlns:a16="http://schemas.microsoft.com/office/drawing/2014/main" id="{7B3AA54D-EBAC-42CF-12E6-11DFD6B30D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0"/>
                    </a14:imgEffect>
                    <a14:imgEffect>
                      <a14:brightnessContrast bright="-30000" contrast="-3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" y="-39396"/>
            <a:ext cx="12192001" cy="68973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8B9F93-12AE-88AB-620C-6C359005DCB4}"/>
              </a:ext>
            </a:extLst>
          </p:cNvPr>
          <p:cNvSpPr txBox="1"/>
          <p:nvPr/>
        </p:nvSpPr>
        <p:spPr>
          <a:xfrm>
            <a:off x="740102" y="1701142"/>
            <a:ext cx="10711791" cy="34163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Новый день – он опять другой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Песню дал мне Дух Святой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Вновь голос Твой направляет каждый шаг</a:t>
            </a:r>
          </a:p>
        </p:txBody>
      </p:sp>
    </p:spTree>
    <p:extLst>
      <p:ext uri="{BB962C8B-B14F-4D97-AF65-F5344CB8AC3E}">
        <p14:creationId xmlns:p14="http://schemas.microsoft.com/office/powerpoint/2010/main" val="34222071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sky, water, cloud, outdoor&#10;&#10;Description automatically generated">
            <a:extLst>
              <a:ext uri="{FF2B5EF4-FFF2-40B4-BE49-F238E27FC236}">
                <a16:creationId xmlns:a16="http://schemas.microsoft.com/office/drawing/2014/main" id="{7B3AA54D-EBAC-42CF-12E6-11DFD6B30D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0"/>
                    </a14:imgEffect>
                    <a14:imgEffect>
                      <a14:brightnessContrast bright="-30000" contrast="-3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" y="-39396"/>
            <a:ext cx="12192001" cy="68973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8B9F93-12AE-88AB-620C-6C359005DCB4}"/>
              </a:ext>
            </a:extLst>
          </p:cNvPr>
          <p:cNvSpPr txBox="1"/>
          <p:nvPr/>
        </p:nvSpPr>
        <p:spPr>
          <a:xfrm>
            <a:off x="640349" y="1701142"/>
            <a:ext cx="10911297" cy="34163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Где бы могла быть моя душа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Если б Сын весь мир не спас?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Знаю теперь – я всегда в Твоих руках</a:t>
            </a:r>
          </a:p>
        </p:txBody>
      </p:sp>
    </p:spTree>
    <p:extLst>
      <p:ext uri="{BB962C8B-B14F-4D97-AF65-F5344CB8AC3E}">
        <p14:creationId xmlns:p14="http://schemas.microsoft.com/office/powerpoint/2010/main" val="921752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sky, water, cloud, outdoor&#10;&#10;Description automatically generated">
            <a:extLst>
              <a:ext uri="{FF2B5EF4-FFF2-40B4-BE49-F238E27FC236}">
                <a16:creationId xmlns:a16="http://schemas.microsoft.com/office/drawing/2014/main" id="{7B3AA54D-EBAC-42CF-12E6-11DFD6B30D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0"/>
                    </a14:imgEffect>
                    <a14:imgEffect>
                      <a14:brightnessContrast bright="-30000" contrast="-3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" y="-39396"/>
            <a:ext cx="12192001" cy="68973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8B9F93-12AE-88AB-620C-6C359005DCB4}"/>
              </a:ext>
            </a:extLst>
          </p:cNvPr>
          <p:cNvSpPr txBox="1"/>
          <p:nvPr/>
        </p:nvSpPr>
        <p:spPr>
          <a:xfrm>
            <a:off x="926027" y="2439806"/>
            <a:ext cx="10339942" cy="193899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Твоя Вселенная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всё на земле Твоё</a:t>
            </a:r>
          </a:p>
        </p:txBody>
      </p:sp>
    </p:spTree>
    <p:extLst>
      <p:ext uri="{BB962C8B-B14F-4D97-AF65-F5344CB8AC3E}">
        <p14:creationId xmlns:p14="http://schemas.microsoft.com/office/powerpoint/2010/main" val="4718512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96</Words>
  <Application>Microsoft Office PowerPoint</Application>
  <PresentationFormat>Широкий екран</PresentationFormat>
  <Paragraphs>18</Paragraphs>
  <Slides>6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Helvetica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4</cp:revision>
  <dcterms:created xsi:type="dcterms:W3CDTF">2023-11-11T19:30:47Z</dcterms:created>
  <dcterms:modified xsi:type="dcterms:W3CDTF">2026-01-10T20:07:26Z</dcterms:modified>
</cp:coreProperties>
</file>