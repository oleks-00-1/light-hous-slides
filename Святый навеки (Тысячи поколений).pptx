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4" r:id="rId2"/>
    <p:sldId id="340" r:id="rId3"/>
    <p:sldId id="335" r:id="rId4"/>
    <p:sldId id="336" r:id="rId5"/>
    <p:sldId id="337" r:id="rId6"/>
    <p:sldId id="341" r:id="rId7"/>
    <p:sldId id="33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C781D439-CA23-4049-B91D-41E7C53B2575}"/>
    <pc:docChg chg="delSld modSld">
      <pc:chgData name="Олександр Зик" userId="c7a628fe0823e5d5" providerId="LiveId" clId="{C781D439-CA23-4049-B91D-41E7C53B2575}" dt="2024-10-05T16:23:41.131" v="12" actId="47"/>
      <pc:docMkLst>
        <pc:docMk/>
      </pc:docMkLst>
      <pc:sldChg chg="modSp mod">
        <pc:chgData name="Олександр Зик" userId="c7a628fe0823e5d5" providerId="LiveId" clId="{C781D439-CA23-4049-B91D-41E7C53B2575}" dt="2024-10-05T16:22:31.653" v="1" actId="20577"/>
        <pc:sldMkLst>
          <pc:docMk/>
          <pc:sldMk cId="2832639161" sldId="336"/>
        </pc:sldMkLst>
        <pc:spChg chg="mod">
          <ac:chgData name="Олександр Зик" userId="c7a628fe0823e5d5" providerId="LiveId" clId="{C781D439-CA23-4049-B91D-41E7C53B2575}" dt="2024-10-05T16:22:31.653" v="1" actId="20577"/>
          <ac:spMkLst>
            <pc:docMk/>
            <pc:sldMk cId="2832639161" sldId="336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C781D439-CA23-4049-B91D-41E7C53B2575}" dt="2024-10-05T16:23:05.243" v="11" actId="1076"/>
        <pc:sldMkLst>
          <pc:docMk/>
          <pc:sldMk cId="552801482" sldId="337"/>
        </pc:sldMkLst>
        <pc:spChg chg="mod">
          <ac:chgData name="Олександр Зик" userId="c7a628fe0823e5d5" providerId="LiveId" clId="{C781D439-CA23-4049-B91D-41E7C53B2575}" dt="2024-10-05T16:23:05.243" v="11" actId="1076"/>
          <ac:spMkLst>
            <pc:docMk/>
            <pc:sldMk cId="552801482" sldId="337"/>
            <ac:spMk id="11" creationId="{C1431629-8DEA-0DDD-6161-8DCB099E78B0}"/>
          </ac:spMkLst>
        </pc:spChg>
      </pc:sldChg>
      <pc:sldChg chg="del">
        <pc:chgData name="Олександр Зик" userId="c7a628fe0823e5d5" providerId="LiveId" clId="{C781D439-CA23-4049-B91D-41E7C53B2575}" dt="2024-10-05T16:23:41.131" v="12" actId="47"/>
        <pc:sldMkLst>
          <pc:docMk/>
          <pc:sldMk cId="1028079741" sldId="339"/>
        </pc:sldMkLst>
      </pc:sldChg>
    </pc:docChg>
  </pc:docChgLst>
  <pc:docChgLst>
    <pc:chgData name="Олександр Зик" userId="c7a628fe0823e5d5" providerId="LiveId" clId="{B57DDE08-A71C-405C-8CBE-BF37467068E6}"/>
    <pc:docChg chg="addSld modSld">
      <pc:chgData name="Олександр Зик" userId="c7a628fe0823e5d5" providerId="LiveId" clId="{B57DDE08-A71C-405C-8CBE-BF37467068E6}" dt="2024-08-17T10:34:59.057" v="5" actId="1076"/>
      <pc:docMkLst>
        <pc:docMk/>
      </pc:docMkLst>
      <pc:sldChg chg="modSp mod">
        <pc:chgData name="Олександр Зик" userId="c7a628fe0823e5d5" providerId="LiveId" clId="{B57DDE08-A71C-405C-8CBE-BF37467068E6}" dt="2024-08-17T10:34:53.211" v="3" actId="1076"/>
        <pc:sldMkLst>
          <pc:docMk/>
          <pc:sldMk cId="1394890847" sldId="334"/>
        </pc:sldMkLst>
        <pc:spChg chg="mod">
          <ac:chgData name="Олександр Зик" userId="c7a628fe0823e5d5" providerId="LiveId" clId="{B57DDE08-A71C-405C-8CBE-BF37467068E6}" dt="2024-08-17T10:34:53.211" v="3" actId="1076"/>
          <ac:spMkLst>
            <pc:docMk/>
            <pc:sldMk cId="1394890847" sldId="334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B57DDE08-A71C-405C-8CBE-BF37467068E6}" dt="2024-08-17T10:30:16.850" v="0" actId="20577"/>
        <pc:sldMkLst>
          <pc:docMk/>
          <pc:sldMk cId="3379624325" sldId="335"/>
        </pc:sldMkLst>
        <pc:spChg chg="mod">
          <ac:chgData name="Олександр Зик" userId="c7a628fe0823e5d5" providerId="LiveId" clId="{B57DDE08-A71C-405C-8CBE-BF37467068E6}" dt="2024-08-17T10:30:16.850" v="0" actId="20577"/>
          <ac:spMkLst>
            <pc:docMk/>
            <pc:sldMk cId="3379624325" sldId="335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B57DDE08-A71C-405C-8CBE-BF37467068E6}" dt="2024-08-17T10:34:59.057" v="5" actId="1076"/>
        <pc:sldMkLst>
          <pc:docMk/>
          <pc:sldMk cId="2999812867" sldId="340"/>
        </pc:sldMkLst>
        <pc:spChg chg="mod">
          <ac:chgData name="Олександр Зик" userId="c7a628fe0823e5d5" providerId="LiveId" clId="{B57DDE08-A71C-405C-8CBE-BF37467068E6}" dt="2024-08-17T10:34:59.057" v="5" actId="1076"/>
          <ac:spMkLst>
            <pc:docMk/>
            <pc:sldMk cId="2999812867" sldId="340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416EC-2259-486E-AC8E-2D72C709C17E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73528-B1AC-4004-9E75-0A1F323581B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00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6166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4861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1909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8519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09261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20411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8760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3ECC1-61A5-4AC3-9A27-8601F9A3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15375AB-75BA-43F0-A23C-1F2870E19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613C963-D7F9-40C3-B15E-0C61112B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28AAD4F-F3A0-4D9B-BFCA-B15C38CA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C6A50D-7196-4520-ADC5-C56A363B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0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BFCBB-3D74-4CD9-85C2-F39BB686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52FE39-0B3B-4383-8FB1-F33F8E5F3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1489D52-F861-4929-BE4F-1684EE43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E0BFFD2-8CB2-451A-9258-B9A03A3E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1EB69BC-1095-410E-9FC6-EE6A551A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70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0DAE6-26B2-4485-87B8-7407599E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8AEF3F5-A4CE-4520-908F-F7A505107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4ABA3C3-7980-4BA7-AF7E-25AFB546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D6B8A0C-C4ED-424B-B256-B3813613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783278E-4C5D-4595-8639-2A65BC3D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8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9DFC1-3816-4706-AFD9-D2476A09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856DAE3-837A-435E-AB13-F63DE3314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B1A4D9A-3D3E-4F26-A665-E874A0BAC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1982B9E-1622-45D4-A7A8-ED7C9817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3B72595-54DC-463C-A64F-A675CDDD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8CE5868-F74F-46D1-873F-C288C6D1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766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1D85D-6662-45B6-BE7B-1A4628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E57AF01-40B8-449E-AC03-290D80739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503972E-611C-498C-B9A9-F293CBFA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9911354-7FEB-45D4-9194-9F157D314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E1BFF70-D6F1-4FAB-AA9A-B784D7C36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1CD2478-250A-41A2-AE2D-63561A22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5501563-6B8C-4CFA-8AF4-E5D67A32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9402F88-DB9E-4E51-9C6E-D377AABE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07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253BD-A623-47BC-BE0F-F22DDD74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981C788-FCA1-4F4A-9F3A-61BF9DFC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5C45993-2E3B-4590-A7C8-02931445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728FD1A-92AA-4B2B-AF40-FB588FF9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11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B291CEC-7C11-4D02-A1DA-62F7EFEC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05C30F3-8F2A-4CEB-98AD-75D66DA2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076434C-2C43-43FD-949F-0787744C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25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02C8C-42DE-483B-9275-1D1301A0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FDA7A1-B2C5-40E3-A73B-2E82AA982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B1F025B-3F1E-4B52-BE55-C5EAF4341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23BCAA9-2FAC-42C7-B40F-0FF2DCE9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A1CDAC1-8932-4D5E-9AC1-55149F59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9851846-391E-48B7-BF2F-322BCF77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34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FA842-98BF-44BF-9629-1086C79C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482335A-B5A9-4815-BCA5-FA5E0824B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9AC1DE1-B749-45A7-8E18-CD17749DC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8D0862E-09B6-4625-8876-D6E98A24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01D4A5-A718-44DE-B0FB-D2CDA15A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9CB12B7-705C-4999-B942-3CD34733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5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646FB-AE4F-4EAA-8C57-D762D809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92EB011-02DC-4158-8F8E-E0960D3B3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357209B-9978-4C0D-9C93-3605B23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B958073-08B3-41DA-AE5D-ACE885A7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6C654B3-E188-4295-B622-18927DC3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33ABD1FF-8C2A-4F59-AA57-265D852B7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5463898-F733-429F-BA30-6A2ABD1AA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1757D21-2B22-47C3-A524-82399A70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205FB35-91BF-4E97-BC7D-FF29C8DB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9A2E3B-5CA6-42DE-A205-EFB4235F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20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CD66572-D994-4728-923A-111BA645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BAB070C-A067-4210-A6B5-3B16E0625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8066EE0-DBE4-4239-95BE-BE884A33C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1F04D-90DD-4980-868B-4453C1F278C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528232F-CB74-48EF-8239-775542F2E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E3E2956-B569-4C70-861F-A31E1CAFF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E930A-00FE-4EA2-B0D0-C12E51D2141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14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15692" y="2144311"/>
            <a:ext cx="101606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Тысячи поколений склонившись на колени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Агнцу песню вечности поют</a:t>
            </a:r>
          </a:p>
        </p:txBody>
      </p:sp>
    </p:spTree>
    <p:extLst>
      <p:ext uri="{BB962C8B-B14F-4D97-AF65-F5344CB8AC3E}">
        <p14:creationId xmlns:p14="http://schemas.microsoft.com/office/powerpoint/2010/main" val="139489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81006" y="2144311"/>
            <a:ext cx="100299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Всех времен святые,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был и кто придёт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Агнцу песню вечности поют</a:t>
            </a:r>
          </a:p>
        </p:txBody>
      </p:sp>
    </p:spTree>
    <p:extLst>
      <p:ext uri="{BB962C8B-B14F-4D97-AF65-F5344CB8AC3E}">
        <p14:creationId xmlns:p14="http://schemas.microsoft.com/office/powerpoint/2010/main" val="299981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275" y="1913479"/>
            <a:ext cx="118774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 Имя выше и всех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превосходней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 Имя, Бог, над всем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 всеми богами, властями, царями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 имя выше всех</a:t>
            </a:r>
          </a:p>
        </p:txBody>
      </p:sp>
    </p:spTree>
    <p:extLst>
      <p:ext uri="{BB962C8B-B14F-4D97-AF65-F5344CB8AC3E}">
        <p14:creationId xmlns:p14="http://schemas.microsoft.com/office/powerpoint/2010/main" val="3379624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275" y="1728813"/>
            <a:ext cx="118774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Небеса поют: «Святой»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Вся земля поет: «Святой»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один такой Святой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навеки</a:t>
            </a:r>
          </a:p>
        </p:txBody>
      </p:sp>
    </p:spTree>
    <p:extLst>
      <p:ext uri="{BB962C8B-B14F-4D97-AF65-F5344CB8AC3E}">
        <p14:creationId xmlns:p14="http://schemas.microsoft.com/office/powerpoint/2010/main" val="283263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275" y="2644170"/>
            <a:ext cx="118774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ты искуплен, если ты прощен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Агнцу песню вечности воспой</a:t>
            </a:r>
          </a:p>
        </p:txBody>
      </p:sp>
    </p:spTree>
    <p:extLst>
      <p:ext uri="{BB962C8B-B14F-4D97-AF65-F5344CB8AC3E}">
        <p14:creationId xmlns:p14="http://schemas.microsoft.com/office/powerpoint/2010/main" val="552801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275" y="1905506"/>
            <a:ext cx="118774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Ты свободен, Бог призвал тебя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твоя песня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смолкает для Царя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Песня не смолкает никогда</a:t>
            </a:r>
          </a:p>
        </p:txBody>
      </p:sp>
    </p:spTree>
    <p:extLst>
      <p:ext uri="{BB962C8B-B14F-4D97-AF65-F5344CB8AC3E}">
        <p14:creationId xmlns:p14="http://schemas.microsoft.com/office/powerpoint/2010/main" val="322022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275" y="1913479"/>
            <a:ext cx="118774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Слышишь песнь людей, Святой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есть Царь царей, Святой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Будешь Ты всегда Святой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навеки</a:t>
            </a:r>
          </a:p>
        </p:txBody>
      </p:sp>
    </p:spTree>
    <p:extLst>
      <p:ext uri="{BB962C8B-B14F-4D97-AF65-F5344CB8AC3E}">
        <p14:creationId xmlns:p14="http://schemas.microsoft.com/office/powerpoint/2010/main" val="4351562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118</Words>
  <Application>Microsoft Office PowerPoint</Application>
  <PresentationFormat>Широкий екран</PresentationFormat>
  <Paragraphs>30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2024-08-03T16:38:21Z</dcterms:created>
  <dcterms:modified xsi:type="dcterms:W3CDTF">2026-04-04T19:24:35Z</dcterms:modified>
</cp:coreProperties>
</file>