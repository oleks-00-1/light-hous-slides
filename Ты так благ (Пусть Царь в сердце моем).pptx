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7" r:id="rId2"/>
    <p:sldId id="338" r:id="rId3"/>
    <p:sldId id="339" r:id="rId4"/>
    <p:sldId id="340" r:id="rId5"/>
    <p:sldId id="341" r:id="rId6"/>
    <p:sldId id="35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277DF-E42D-45DE-A241-ECC1470CAAB6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81171-C233-4F6E-83B7-54811AC6B2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7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8682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9472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40709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43792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38684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91341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082CB-88D7-40D1-85E0-BC5213FEF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FC24F96-B528-441B-AD77-2C23D6B23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0331928-53CC-4420-9426-0421ABE1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56780EC-41A1-44E9-8349-A7916693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B513F63-0380-4A10-B6DD-13D4B03D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02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97950-0E57-45BB-964A-D4A97CA6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C996BE-3908-4955-9B9D-322AE515B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6CB3197-5CB5-49A8-A798-DFFFA682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611E084-FE75-4AFF-AB26-65A2B808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84E295-3647-47BD-805C-B6E42F16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0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95C4E-D064-44FE-A4E7-161F65EB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3C6746-D183-403A-B043-0F74D0AD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203BA9-016E-4858-B26A-B90313794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0D80F7-C2D0-4DA9-A141-27DB2094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2976F02-D4C8-4896-B9AF-7A5BADC4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C4093-60A6-4782-9FD8-ED778B87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3AF4F9-98F2-4680-9BF5-06F3342AC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2485790-B4D9-4824-9491-0281C2A0C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0DCFC44-FA66-4F56-A848-0A6D0E4A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6975A6B-E5B3-4BB8-90FD-735778AA6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3841421-B1EF-4605-A2B6-CDCCA890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23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BBF66-E513-4238-9E36-279179EE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E8FE059-FD18-4DA9-818D-79FC7F62F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118642B-21F5-4DCB-9706-44DFA3DC2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23C9814-3D91-45CE-BD70-B8F3C6773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5CECED5-ED80-418E-8554-07E52E2BD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D8EC7EF-1B8E-4843-B4A5-9E0C9FDB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E714C61-1291-491F-8FF3-83C753F0D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689D5ABA-5D7E-474D-A0E6-2E00B393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34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7BCAC-51EF-476C-8C4B-C936B1BD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24CC4FF-FA0D-4B42-ABDA-0F84F41B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4BB0944-FE42-4D9F-BED8-904F753E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1C6918C-F1BD-496B-9473-17BD3A9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73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F5726ED-E83A-44A4-9F62-3150F1C3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1CE475D-58ED-4EC5-9C88-7FBD8FBC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114E9A9-5AB4-4D63-B5C4-A52A3809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57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13173-F553-4DA3-9B3D-42CFAC51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4337CE1-ABC3-4CC1-BB27-7FEA5A7A8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85D4562-A233-46E8-8CC7-48D34F00E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EF5A023-6840-4177-8E1F-7F287C19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31DBD18-2CF1-498E-8F9C-3F1E8760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A5E77A5-E7C2-41D4-8F56-DEBE9E93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19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94EB5-C830-4218-8E07-BC16DA82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0A02BC7-29FF-45C0-8AD5-2016A8423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7509113-A23F-4427-B333-72EDE3856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CE94DF-BF52-4FE2-A9EC-5EBDC11C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F9FD224-82EA-4887-95E3-88AF581A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66789B0-6549-46E5-AA08-24460220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08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DAC67-A168-4B5D-8BA9-5E4E0202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EE5F282-98CB-4F6B-AFE6-C63962A37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67122F1-7A0C-4C6D-9A17-DBE58715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C6F12C3-68DD-46D7-ACC6-BB978F2F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E4823F7-E9B4-4940-98BE-445E248D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42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1FD5C37-59B8-40C3-9B25-4AEB7F3B4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158A8AF-9E50-42C4-B8A7-29D4F0B97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53DF469-78FD-445B-B2C2-51D0F5BB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B7AA03A-8BE4-4955-AC5A-D0AE8F32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C82A23E-1A48-46FE-AACC-94377E0B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14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F9A7BD5-7A2E-46D5-9A82-76A059CA1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4A10452-53F7-4624-B2B6-AF5A1E13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32B3F20-D03B-4AD6-8724-E22096ACF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35BCB-0E71-4916-BB7D-7AC939D17F2C}" type="datetimeFigureOut">
              <a:rPr lang="ru-RU" smtClean="0"/>
              <a:t>10.05.2025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FD6494-BC1D-4EBE-B42D-275A3AE5B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019BE88-BC3E-44C7-A6F9-FEEBDD8D9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1E566-5F43-4994-8A93-558E0493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74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56513" y="1825211"/>
            <a:ext cx="88789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Царь в сердце моем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будет для меня скалой,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моей живой водой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песнь моя</a:t>
            </a:r>
          </a:p>
        </p:txBody>
      </p:sp>
    </p:spTree>
    <p:extLst>
      <p:ext uri="{BB962C8B-B14F-4D97-AF65-F5344CB8AC3E}">
        <p14:creationId xmlns:p14="http://schemas.microsoft.com/office/powerpoint/2010/main" val="41726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56513" y="1905506"/>
            <a:ext cx="88789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Царь в сердце моем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будет тенью от жары,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спасеньем для души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песнь моя</a:t>
            </a:r>
          </a:p>
        </p:txBody>
      </p:sp>
    </p:spTree>
    <p:extLst>
      <p:ext uri="{BB962C8B-B14F-4D97-AF65-F5344CB8AC3E}">
        <p14:creationId xmlns:p14="http://schemas.microsoft.com/office/powerpoint/2010/main" val="323772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3013501"/>
            <a:ext cx="92697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так благ, благ</a:t>
            </a:r>
          </a:p>
        </p:txBody>
      </p:sp>
    </p:spTree>
    <p:extLst>
      <p:ext uri="{BB962C8B-B14F-4D97-AF65-F5344CB8AC3E}">
        <p14:creationId xmlns:p14="http://schemas.microsoft.com/office/powerpoint/2010/main" val="230554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1905506"/>
            <a:ext cx="9269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Царь в сердце моем будет ветром в парусах,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якорем в морях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песнь моя</a:t>
            </a:r>
          </a:p>
        </p:txBody>
      </p:sp>
    </p:spTree>
    <p:extLst>
      <p:ext uri="{BB962C8B-B14F-4D97-AF65-F5344CB8AC3E}">
        <p14:creationId xmlns:p14="http://schemas.microsoft.com/office/powerpoint/2010/main" val="303228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1905506"/>
            <a:ext cx="9269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Царь в сердце моем будет пламенем внутри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Нем все дни мои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песнь моя</a:t>
            </a:r>
          </a:p>
        </p:txBody>
      </p:sp>
    </p:spTree>
    <p:extLst>
      <p:ext uri="{BB962C8B-B14F-4D97-AF65-F5344CB8AC3E}">
        <p14:creationId xmlns:p14="http://schemas.microsoft.com/office/powerpoint/2010/main" val="869102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water, sky, outdoor, sunset&#10;&#10;Description automatically generated">
            <a:extLst>
              <a:ext uri="{FF2B5EF4-FFF2-40B4-BE49-F238E27FC236}">
                <a16:creationId xmlns:a16="http://schemas.microsoft.com/office/drawing/2014/main" id="{EBA66DD5-868C-D822-DCB3-ABF35F14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6000"/>
                    </a14:imgEffect>
                    <a14:imgEffect>
                      <a14:brightnessContrast bright="-7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60590"/>
            <a:ext cx="12192000" cy="7018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61104" y="2644170"/>
            <a:ext cx="92697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никогда Ты не подведешь меня</a:t>
            </a:r>
          </a:p>
        </p:txBody>
      </p:sp>
    </p:spTree>
    <p:extLst>
      <p:ext uri="{BB962C8B-B14F-4D97-AF65-F5344CB8AC3E}">
        <p14:creationId xmlns:p14="http://schemas.microsoft.com/office/powerpoint/2010/main" val="5711107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</Words>
  <Application>Microsoft Office PowerPoint</Application>
  <PresentationFormat>Широкоэкранный</PresentationFormat>
  <Paragraphs>22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2023-12-09T19:21:38Z</dcterms:created>
  <dcterms:modified xsi:type="dcterms:W3CDTF">2025-05-10T06:58:39Z</dcterms:modified>
</cp:coreProperties>
</file>