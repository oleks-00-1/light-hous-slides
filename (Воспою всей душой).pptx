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84" r:id="rId3"/>
    <p:sldId id="326" r:id="rId4"/>
    <p:sldId id="285" r:id="rId5"/>
    <p:sldId id="327" r:id="rId6"/>
    <p:sldId id="287" r:id="rId7"/>
    <p:sldId id="329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D58BE94E-6726-418B-8E83-DE688CAC0100}"/>
    <pc:docChg chg="undo custSel delSld modSld">
      <pc:chgData name="Олександр Зик" userId="c7a628fe0823e5d5" providerId="LiveId" clId="{D58BE94E-6726-418B-8E83-DE688CAC0100}" dt="2024-10-12T16:59:46.744" v="58" actId="1076"/>
      <pc:docMkLst>
        <pc:docMk/>
      </pc:docMkLst>
      <pc:sldChg chg="modSp mod">
        <pc:chgData name="Олександр Зик" userId="c7a628fe0823e5d5" providerId="LiveId" clId="{D58BE94E-6726-418B-8E83-DE688CAC0100}" dt="2024-10-12T16:56:03.011" v="13" actId="20577"/>
        <pc:sldMkLst>
          <pc:docMk/>
          <pc:sldMk cId="2424808110" sldId="284"/>
        </pc:sldMkLst>
        <pc:spChg chg="mod">
          <ac:chgData name="Олександр Зик" userId="c7a628fe0823e5d5" providerId="LiveId" clId="{D58BE94E-6726-418B-8E83-DE688CAC0100}" dt="2024-10-12T16:56:03.011" v="13" actId="20577"/>
          <ac:spMkLst>
            <pc:docMk/>
            <pc:sldMk cId="2424808110" sldId="284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D58BE94E-6726-418B-8E83-DE688CAC0100}" dt="2024-10-12T16:57:58.212" v="41" actId="20577"/>
        <pc:sldMkLst>
          <pc:docMk/>
          <pc:sldMk cId="133174954" sldId="285"/>
        </pc:sldMkLst>
        <pc:spChg chg="mod">
          <ac:chgData name="Олександр Зик" userId="c7a628fe0823e5d5" providerId="LiveId" clId="{D58BE94E-6726-418B-8E83-DE688CAC0100}" dt="2024-10-12T16:57:58.212" v="41" actId="20577"/>
          <ac:spMkLst>
            <pc:docMk/>
            <pc:sldMk cId="133174954" sldId="285"/>
            <ac:spMk id="5" creationId="{A2D25EDA-65FF-02F8-B6E2-29CE580C5690}"/>
          </ac:spMkLst>
        </pc:spChg>
        <pc:picChg chg="mod">
          <ac:chgData name="Олександр Зик" userId="c7a628fe0823e5d5" providerId="LiveId" clId="{D58BE94E-6726-418B-8E83-DE688CAC0100}" dt="2024-10-12T16:57:16.293" v="26" actId="1076"/>
          <ac:picMkLst>
            <pc:docMk/>
            <pc:sldMk cId="133174954" sldId="285"/>
            <ac:picMk id="3" creationId="{AB4D6692-2439-17AF-1E2E-F7671681419D}"/>
          </ac:picMkLst>
        </pc:picChg>
      </pc:sldChg>
      <pc:sldChg chg="del">
        <pc:chgData name="Олександр Зик" userId="c7a628fe0823e5d5" providerId="LiveId" clId="{D58BE94E-6726-418B-8E83-DE688CAC0100}" dt="2024-10-12T16:59:03.629" v="48" actId="47"/>
        <pc:sldMkLst>
          <pc:docMk/>
          <pc:sldMk cId="4095605647" sldId="286"/>
        </pc:sldMkLst>
      </pc:sldChg>
      <pc:sldChg chg="modSp mod">
        <pc:chgData name="Олександр Зик" userId="c7a628fe0823e5d5" providerId="LiveId" clId="{D58BE94E-6726-418B-8E83-DE688CAC0100}" dt="2024-10-12T16:59:38.332" v="56" actId="20577"/>
        <pc:sldMkLst>
          <pc:docMk/>
          <pc:sldMk cId="3291712775" sldId="287"/>
        </pc:sldMkLst>
        <pc:spChg chg="mod">
          <ac:chgData name="Олександр Зик" userId="c7a628fe0823e5d5" providerId="LiveId" clId="{D58BE94E-6726-418B-8E83-DE688CAC0100}" dt="2024-10-12T16:59:38.332" v="56" actId="20577"/>
          <ac:spMkLst>
            <pc:docMk/>
            <pc:sldMk cId="3291712775" sldId="287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D58BE94E-6726-418B-8E83-DE688CAC0100}" dt="2024-10-12T16:55:40.784" v="9" actId="1076"/>
        <pc:sldMkLst>
          <pc:docMk/>
          <pc:sldMk cId="567374982" sldId="297"/>
        </pc:sldMkLst>
        <pc:spChg chg="mod">
          <ac:chgData name="Олександр Зик" userId="c7a628fe0823e5d5" providerId="LiveId" clId="{D58BE94E-6726-418B-8E83-DE688CAC0100}" dt="2024-10-12T16:55:40.784" v="9" actId="1076"/>
          <ac:spMkLst>
            <pc:docMk/>
            <pc:sldMk cId="567374982" sldId="297"/>
            <ac:spMk id="5" creationId="{A2D25EDA-65FF-02F8-B6E2-29CE580C5690}"/>
          </ac:spMkLst>
        </pc:spChg>
        <pc:picChg chg="mod">
          <ac:chgData name="Олександр Зик" userId="c7a628fe0823e5d5" providerId="LiveId" clId="{D58BE94E-6726-418B-8E83-DE688CAC0100}" dt="2024-10-12T16:55:37.420" v="8" actId="1076"/>
          <ac:picMkLst>
            <pc:docMk/>
            <pc:sldMk cId="567374982" sldId="297"/>
            <ac:picMk id="3" creationId="{AB4D6692-2439-17AF-1E2E-F7671681419D}"/>
          </ac:picMkLst>
        </pc:picChg>
      </pc:sldChg>
      <pc:sldChg chg="modSp mod">
        <pc:chgData name="Олександр Зик" userId="c7a628fe0823e5d5" providerId="LiveId" clId="{D58BE94E-6726-418B-8E83-DE688CAC0100}" dt="2024-10-12T16:56:27.176" v="21" actId="20577"/>
        <pc:sldMkLst>
          <pc:docMk/>
          <pc:sldMk cId="3374178752" sldId="326"/>
        </pc:sldMkLst>
        <pc:spChg chg="mod">
          <ac:chgData name="Олександр Зик" userId="c7a628fe0823e5d5" providerId="LiveId" clId="{D58BE94E-6726-418B-8E83-DE688CAC0100}" dt="2024-10-12T16:56:27.176" v="21" actId="20577"/>
          <ac:spMkLst>
            <pc:docMk/>
            <pc:sldMk cId="3374178752" sldId="326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D58BE94E-6726-418B-8E83-DE688CAC0100}" dt="2024-10-12T16:58:39.121" v="47" actId="1036"/>
        <pc:sldMkLst>
          <pc:docMk/>
          <pc:sldMk cId="3236957158" sldId="327"/>
        </pc:sldMkLst>
        <pc:spChg chg="mod">
          <ac:chgData name="Олександр Зик" userId="c7a628fe0823e5d5" providerId="LiveId" clId="{D58BE94E-6726-418B-8E83-DE688CAC0100}" dt="2024-10-12T16:58:39.121" v="47" actId="1036"/>
          <ac:spMkLst>
            <pc:docMk/>
            <pc:sldMk cId="3236957158" sldId="327"/>
            <ac:spMk id="5" creationId="{A2D25EDA-65FF-02F8-B6E2-29CE580C5690}"/>
          </ac:spMkLst>
        </pc:spChg>
        <pc:picChg chg="mod">
          <ac:chgData name="Олександр Зик" userId="c7a628fe0823e5d5" providerId="LiveId" clId="{D58BE94E-6726-418B-8E83-DE688CAC0100}" dt="2024-10-12T16:58:08.285" v="44" actId="1076"/>
          <ac:picMkLst>
            <pc:docMk/>
            <pc:sldMk cId="3236957158" sldId="327"/>
            <ac:picMk id="3" creationId="{AB4D6692-2439-17AF-1E2E-F7671681419D}"/>
          </ac:picMkLst>
        </pc:picChg>
      </pc:sldChg>
      <pc:sldChg chg="del">
        <pc:chgData name="Олександр Зик" userId="c7a628fe0823e5d5" providerId="LiveId" clId="{D58BE94E-6726-418B-8E83-DE688CAC0100}" dt="2024-10-12T16:59:11.067" v="49" actId="47"/>
        <pc:sldMkLst>
          <pc:docMk/>
          <pc:sldMk cId="3675794294" sldId="328"/>
        </pc:sldMkLst>
      </pc:sldChg>
      <pc:sldChg chg="modSp mod">
        <pc:chgData name="Олександр Зик" userId="c7a628fe0823e5d5" providerId="LiveId" clId="{D58BE94E-6726-418B-8E83-DE688CAC0100}" dt="2024-10-12T16:59:46.744" v="58" actId="1076"/>
        <pc:sldMkLst>
          <pc:docMk/>
          <pc:sldMk cId="2070786263" sldId="329"/>
        </pc:sldMkLst>
        <pc:spChg chg="mod">
          <ac:chgData name="Олександр Зик" userId="c7a628fe0823e5d5" providerId="LiveId" clId="{D58BE94E-6726-418B-8E83-DE688CAC0100}" dt="2024-10-12T16:59:46.744" v="58" actId="1076"/>
          <ac:spMkLst>
            <pc:docMk/>
            <pc:sldMk cId="2070786263" sldId="329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42956-677A-4D11-92F5-9F4576E90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CB3FFDC-B0BE-460C-8C33-46F6CC3CB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2376ECB-ABFF-4F97-AE5E-47D84DA0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564A43-310D-47C9-A665-3DC9EF6D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47EE76-C21D-4AE7-8AC1-BE63C876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63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29D6F-DE1E-4FB7-BD7C-B9F91582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DB15A0-77BA-43E0-9279-13263DB5E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8469FF9-441D-4532-AD64-351D3117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F8BFDF3-C9B0-45A4-9E5E-25597F94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7CD4A52-D041-47BE-94F5-9B24EBFD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85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3542E-C0DC-4360-9133-EC892E15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D9E1A4E-DE54-4056-8748-E8CDFD76E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EAF007-A98F-4CE1-9251-B2B28999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A51B1CB-5735-4927-B8A5-B46C1D88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AC434FF-B598-4914-9750-F420640E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32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4F050-A7FC-46FF-BB62-039FB1A6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3FE9E61-8373-45A8-A992-23802F2D4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20BF0BD-420E-4898-845E-360CA083E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684DA03-74A6-4F69-AC47-9B7A7F8F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ED6A7DE-8804-4955-8806-C92C8FF5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20470DB-8DCF-4777-9CF0-5DDF1E1D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71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76D25-FB17-492A-9A04-7C275C74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837164A-8303-45B5-92C6-5BB5C6F1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956AB62-139C-4636-8A2C-D3D10FE60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B2A2B3A-8683-4E67-B61B-9AFBA6678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D99B439-D1A8-494D-8A00-732766AE2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7D87AFB-63A2-4404-99A9-6052C007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3E60F0F-3352-4BA5-A627-AB9E3A9D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2F26C6B-DC46-48B8-8272-4681B418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80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9D999-7290-44DE-8DC1-F2897CA1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E4417B7-57F4-4070-B28F-A535873A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B4610B5-2C9D-4023-9855-4EC77AFB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37B1DF3-AE7A-4B83-AC96-E3929DC1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4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7B77756-B511-4D2C-A7C4-4F1B0837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5BE10A9-7F30-4AF2-B339-1FE8049F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97784AB-A73E-4E71-8A97-42243152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86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94BF6-D82C-49CD-858E-3FA992139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1BFE366-2AB1-4378-809B-01B1400B0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AC39331-9F84-415F-B38C-9A8A8426E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A750CB5-9CD3-401D-8E88-5E472C70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B5AB35C-DAF6-4C6B-AE40-0DBC991BA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E52E49D-E362-4CB4-BA65-53603D19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66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7BE6C-A48B-4C53-A607-B1987C96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93FF53E-E214-4071-ABEE-A033669E0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B1D1890-2C03-4416-B9FF-2FAA30DE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7497BB7-75C4-40D8-981E-ADFF9954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7351C69-4148-4885-8566-610D728F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CFAA37A-594B-4759-8649-508CC532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81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63E5D-71BA-477D-9590-740AEDAD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F48E5A2-6DE6-4796-A3B1-638B1865A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F416124-EC5F-420E-8F6B-F9593434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B516E5D-BFD4-480A-9BA0-3D58B90C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79AA2D-18EF-49BA-B9A7-2F1CDE17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1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2CB0069-D409-43F1-BF50-3C7B617B6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E5A4FD3-A21B-467E-AD17-7C0DB7147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BFDDE1-85D0-4A2A-A254-7B3E04671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FE42EA-6DE7-4561-9CA8-1891F83D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27D92A-E21B-40D5-A559-7D56F7D3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14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0464A14-AE7D-4417-BAC0-E2798FC3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068E7AB-5A11-4630-8B6B-8981E1F8A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0313FF-0794-4051-85BB-1FBDFD84D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80D25-5AB7-4BB7-9659-EBF20C607F11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3FD80DC-358F-41FA-AE39-980C23EFD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2E0E088-58E0-4984-8231-A7DA09617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5C4B0-41FE-470B-AA56-85E3E0F2D1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45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369198" y="1913971"/>
            <a:ext cx="114536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Воспою всей душой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 душой,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Прославлю имя Твое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Буду петь как никогда всей душой,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Прославлю имя Твое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85325" y="2274838"/>
            <a:ext cx="106213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Придет рассвет,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новый день настанет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петь свою песнь опять</a:t>
            </a:r>
          </a:p>
        </p:txBody>
      </p:sp>
    </p:spTree>
    <p:extLst>
      <p:ext uri="{BB962C8B-B14F-4D97-AF65-F5344CB8AC3E}">
        <p14:creationId xmlns:p14="http://schemas.microsoft.com/office/powerpoint/2010/main" val="242480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важно, что увижу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не важно, что пройду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Тебе я снова буду руки простирать</a:t>
            </a:r>
          </a:p>
        </p:txBody>
      </p:sp>
    </p:spTree>
    <p:extLst>
      <p:ext uri="{BB962C8B-B14F-4D97-AF65-F5344CB8AC3E}">
        <p14:creationId xmlns:p14="http://schemas.microsoft.com/office/powerpoint/2010/main" val="337417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320523" y="2652635"/>
            <a:ext cx="115509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любящий, долготерпеливый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благ ко мне и со мной всегда</a:t>
            </a:r>
          </a:p>
        </p:txBody>
      </p:sp>
    </p:spTree>
    <p:extLst>
      <p:ext uri="{BB962C8B-B14F-4D97-AF65-F5344CB8AC3E}">
        <p14:creationId xmlns:p14="http://schemas.microsoft.com/office/powerpoint/2010/main" val="13317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039656" y="1932633"/>
            <a:ext cx="101126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 тысячи причин, чтобы снова славить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с новой силой Твое имя прославлять</a:t>
            </a:r>
          </a:p>
        </p:txBody>
      </p:sp>
    </p:spTree>
    <p:extLst>
      <p:ext uri="{BB962C8B-B14F-4D97-AF65-F5344CB8AC3E}">
        <p14:creationId xmlns:p14="http://schemas.microsoft.com/office/powerpoint/2010/main" val="323695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021967" y="2274838"/>
            <a:ext cx="101480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тот день, когда моих сил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станет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час придет вознестись к Нему</a:t>
            </a:r>
          </a:p>
        </p:txBody>
      </p:sp>
    </p:spTree>
    <p:extLst>
      <p:ext uri="{BB962C8B-B14F-4D97-AF65-F5344CB8AC3E}">
        <p14:creationId xmlns:p14="http://schemas.microsoft.com/office/powerpoint/2010/main" val="329171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052680" y="2644170"/>
            <a:ext cx="100866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Душа моя будет громко славить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небе вечно будет петь хвалу</a:t>
            </a:r>
          </a:p>
        </p:txBody>
      </p:sp>
    </p:spTree>
    <p:extLst>
      <p:ext uri="{BB962C8B-B14F-4D97-AF65-F5344CB8AC3E}">
        <p14:creationId xmlns:p14="http://schemas.microsoft.com/office/powerpoint/2010/main" val="20707862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</Words>
  <Application>Microsoft Office PowerPoint</Application>
  <PresentationFormat>Широкий екран</PresentationFormat>
  <Paragraphs>19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2023-11-25T20:03:03Z</dcterms:created>
  <dcterms:modified xsi:type="dcterms:W3CDTF">2025-12-13T17:51:01Z</dcterms:modified>
</cp:coreProperties>
</file>