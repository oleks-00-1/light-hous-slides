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39" r:id="rId2"/>
    <p:sldId id="341" r:id="rId3"/>
    <p:sldId id="337" r:id="rId4"/>
    <p:sldId id="340" r:id="rId5"/>
    <p:sldId id="338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5E46D-76EE-494B-B04D-D84CC40DE247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F56EA-680D-4786-99AD-800DAD5FF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167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266539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681285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02942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87096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308905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CF9FE-63D3-47D1-8FFA-E9826C214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D924973-18B3-4CF3-821F-E688AAA4C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F16AD2D-CCD2-433F-8A2F-D76EED8F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260-5A96-42B2-9F69-2B9326707554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1DFA487-5C3C-4266-B464-E063EB6E7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47C8E19-C0E0-4F32-9F5E-8D418EFC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54EA-03AC-4BB7-A45A-9FD1743D0D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040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232AEA-372F-4FD5-BE86-85D195730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6599870-E6BF-4478-A99F-AFA524877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D85CE1E-CD46-45EF-837F-D150FDD3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260-5A96-42B2-9F69-2B9326707554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5532BCD-D367-406E-82FA-D42137DB1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4CAC0D3-43A4-4F77-9A7E-9A24C9CA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54EA-03AC-4BB7-A45A-9FD1743D0D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723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59C96-0576-4126-81EE-CA235656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E49B3C2-E512-4966-89C0-C98460720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93D5F81-A485-430F-AAC2-C315825D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260-5A96-42B2-9F69-2B9326707554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C73B353-781B-4DA4-9357-5F02BDAD0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95B7641-0747-49E9-B892-7F6FF092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54EA-03AC-4BB7-A45A-9FD1743D0D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0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B9C6B6-7169-4D6E-8797-AB08F32B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D228BDD-9E2B-4774-9443-A4DAEF30F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E61E56B-E3E4-4386-8FAE-85AC5378F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A2E3DA1-B11C-4B73-86E6-0541E61D3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260-5A96-42B2-9F69-2B9326707554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6E48EDA-9461-46C4-A809-53C09F71B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57AB117-E102-4FB0-9568-201BD722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54EA-03AC-4BB7-A45A-9FD1743D0D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890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FD5C70-DE14-4B6B-8071-828569EBD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D8E7E83-19EA-457A-81E8-6D0F666C1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07D4915-690F-4285-81F0-ACC4F89B4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5513B4A3-4B6C-4DC3-8554-AD33C1317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8D1ADB6-69D1-4ED3-87F6-5F0DA76D0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1ADAAD2-9865-462C-A340-9381907C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260-5A96-42B2-9F69-2B9326707554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41F982E3-51B8-431E-B6E2-BC2C3CB6B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F674E992-1279-4077-AFEF-11A68486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54EA-03AC-4BB7-A45A-9FD1743D0D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437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EF999D-FF87-4773-B5AC-BCC2E104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084C14C9-8F76-4308-8225-00D1AF35F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260-5A96-42B2-9F69-2B9326707554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865FD4E-3BB5-419B-81F6-648D7ADFD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65E0FA7-5204-459A-94EC-878AEA33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54EA-03AC-4BB7-A45A-9FD1743D0D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21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895FE73-CD28-4541-8B93-A4A1FFF2D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260-5A96-42B2-9F69-2B9326707554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DB69C8A3-69E3-47FB-9253-49287539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AFCCA30-C41B-4F02-9B8F-79F41A3C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54EA-03AC-4BB7-A45A-9FD1743D0D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33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F37CA-7A33-4CA3-996D-7F5626B7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29F4A2E-0FC3-4E17-B6CC-33E88B563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CB87299-038D-460D-A3D6-E34BE7CD5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574651D-5339-47DE-88DB-6F9CC507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260-5A96-42B2-9F69-2B9326707554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F6CB2DF-AD60-4CED-B9EA-A265E483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8F22AC6-4291-4D7A-B4B0-80D6E83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54EA-03AC-4BB7-A45A-9FD1743D0D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36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7B470-9110-43E3-898F-5867314F7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74248C6-41F6-4356-BA47-A4C185DD1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0674073-A686-473A-9380-F45B6F0F4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5872362-225D-4F93-8AEB-9160FA919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260-5A96-42B2-9F69-2B9326707554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579E869-21F4-4FA7-8C38-F7DD98C6B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4835FFF-5982-4101-960D-0B16FBA71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54EA-03AC-4BB7-A45A-9FD1743D0D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155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2ED7C9-3C1E-41C7-BA1C-B1F694DAC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43F58F8-6CE0-4B0A-A842-657B64BB3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84DCEDC-A70F-44D2-ABA7-DDBBBB19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260-5A96-42B2-9F69-2B9326707554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4D09981-C9FE-4E3F-ABA4-1376A09FC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A2483C2-FDA4-4674-8693-33FBE5F44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54EA-03AC-4BB7-A45A-9FD1743D0D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164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D854F2A5-93EC-4426-8A0C-BA424EA7EF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2E3300C-7170-430F-B0A3-B1C98EF27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02F8F45-3E2B-4C68-82C5-39D28D334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B260-5A96-42B2-9F69-2B9326707554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31602CA-07A8-4AD5-9220-245F56731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D67ABBB-141D-43F2-AA24-4F977D6B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54EA-03AC-4BB7-A45A-9FD1743D0D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955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6C6840B-6AFA-40B3-BAED-4F2F2446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B3A7F65-F390-4964-B4E9-E2EB7054E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787DBCB-A6D8-437B-A205-F243AFF50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FB260-5A96-42B2-9F69-2B9326707554}" type="datetimeFigureOut">
              <a:rPr lang="ru-RU" smtClean="0"/>
              <a:t>09.02.2025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ED28E08-ACA1-4302-8902-969ADC379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90855E9-6A4F-4D0D-A675-74EEFB71A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C54EA-03AC-4BB7-A45A-9FD1743D0D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464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on a mountain&#10;&#10;Description automatically generated with medium confidence">
            <a:extLst>
              <a:ext uri="{FF2B5EF4-FFF2-40B4-BE49-F238E27FC236}">
                <a16:creationId xmlns:a16="http://schemas.microsoft.com/office/drawing/2014/main" id="{B47E1544-7734-6B38-0DA6-5D6D0EF55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1905506"/>
            <a:ext cx="116690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08923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on a mountain&#10;&#10;Description automatically generated with medium confidence">
            <a:extLst>
              <a:ext uri="{FF2B5EF4-FFF2-40B4-BE49-F238E27FC236}">
                <a16:creationId xmlns:a16="http://schemas.microsoft.com/office/drawing/2014/main" id="{B47E1544-7734-6B38-0DA6-5D6D0EF55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1905506"/>
            <a:ext cx="116690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прихожу к Тебе, Бог мой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 своё 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отдаю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– 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свет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души моей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прихожу к Тебе, Бог мой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 своё отдаю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34500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on a mountain&#10;&#10;Description automatically generated with medium confidence">
            <a:extLst>
              <a:ext uri="{FF2B5EF4-FFF2-40B4-BE49-F238E27FC236}">
                <a16:creationId xmlns:a16="http://schemas.microsoft.com/office/drawing/2014/main" id="{B47E1544-7734-6B38-0DA6-5D6D0EF55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2644170"/>
            <a:ext cx="116690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мой, силы дай дойти до конца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Быть верным</a:t>
            </a:r>
          </a:p>
        </p:txBody>
      </p:sp>
    </p:spTree>
    <p:extLst>
      <p:ext uri="{BB962C8B-B14F-4D97-AF65-F5344CB8AC3E}">
        <p14:creationId xmlns:p14="http://schemas.microsoft.com/office/powerpoint/2010/main" val="2057065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on a mountain&#10;&#10;Description automatically generated with medium confidence">
            <a:extLst>
              <a:ext uri="{FF2B5EF4-FFF2-40B4-BE49-F238E27FC236}">
                <a16:creationId xmlns:a16="http://schemas.microsoft.com/office/drawing/2014/main" id="{B47E1544-7734-6B38-0DA6-5D6D0EF55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2644170"/>
            <a:ext cx="116690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мой, силы дай дойти до конца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емного пути</a:t>
            </a:r>
          </a:p>
        </p:txBody>
      </p:sp>
    </p:spTree>
    <p:extLst>
      <p:ext uri="{BB962C8B-B14F-4D97-AF65-F5344CB8AC3E}">
        <p14:creationId xmlns:p14="http://schemas.microsoft.com/office/powerpoint/2010/main" val="1038847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on a mountain&#10;&#10;Description automatically generated with medium confidence">
            <a:extLst>
              <a:ext uri="{FF2B5EF4-FFF2-40B4-BE49-F238E27FC236}">
                <a16:creationId xmlns:a16="http://schemas.microsoft.com/office/drawing/2014/main" id="{B47E1544-7734-6B38-0DA6-5D6D0EF55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1905506"/>
            <a:ext cx="116690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Полечу и не устану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Силы в Нём найду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 орёл расправлю крылья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небу, солнцу</a:t>
            </a:r>
          </a:p>
        </p:txBody>
      </p:sp>
    </p:spTree>
    <p:extLst>
      <p:ext uri="{BB962C8B-B14F-4D97-AF65-F5344CB8AC3E}">
        <p14:creationId xmlns:p14="http://schemas.microsoft.com/office/powerpoint/2010/main" val="31020716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65</Words>
  <Application>Microsoft Office PowerPoint</Application>
  <PresentationFormat>Широкоэкранный</PresentationFormat>
  <Paragraphs>17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Lenovo</cp:lastModifiedBy>
  <cp:revision>3</cp:revision>
  <dcterms:created xsi:type="dcterms:W3CDTF">2023-12-09T19:18:32Z</dcterms:created>
  <dcterms:modified xsi:type="dcterms:W3CDTF">2025-02-09T10:33:29Z</dcterms:modified>
</cp:coreProperties>
</file>