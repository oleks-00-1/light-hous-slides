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297" r:id="rId3"/>
    <p:sldId id="298" r:id="rId4"/>
    <p:sldId id="29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56332F32-EC31-46D4-B0EF-67CC4C094DED}"/>
    <pc:docChg chg="modSld">
      <pc:chgData name="Олександр Зик" userId="c7a628fe0823e5d5" providerId="LiveId" clId="{56332F32-EC31-46D4-B0EF-67CC4C094DED}" dt="2024-07-06T20:29:57.472" v="5" actId="20577"/>
      <pc:docMkLst>
        <pc:docMk/>
      </pc:docMkLst>
      <pc:sldChg chg="modSp mod">
        <pc:chgData name="Олександр Зик" userId="c7a628fe0823e5d5" providerId="LiveId" clId="{56332F32-EC31-46D4-B0EF-67CC4C094DED}" dt="2024-07-06T20:29:57.472" v="5" actId="20577"/>
        <pc:sldMkLst>
          <pc:docMk/>
          <pc:sldMk cId="2029443758" sldId="298"/>
        </pc:sldMkLst>
        <pc:spChg chg="mod">
          <ac:chgData name="Олександр Зик" userId="c7a628fe0823e5d5" providerId="LiveId" clId="{56332F32-EC31-46D4-B0EF-67CC4C094DED}" dt="2024-07-06T20:29:57.472" v="5" actId="20577"/>
          <ac:spMkLst>
            <pc:docMk/>
            <pc:sldMk cId="2029443758" sldId="298"/>
            <ac:spMk id="7" creationId="{7EC00F75-C509-B5FE-DFA4-46DED52184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D1AED-2EE3-4C2F-827A-DE2C2381C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2AB9D06-9F25-42E5-8CC6-C3384A453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1C976C7-A257-468F-A736-0DCE0B9F7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BCE48F7-BB32-464E-A71E-8E46ED98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5BC4DED-0337-44D7-8194-D219453E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512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D2EB6-4080-47F2-9447-2F278680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09DED22-E045-4D04-9B31-A66BE30E9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2F83AD4-72DE-4117-BEE3-4C1A3403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A65FAFC-1857-437A-AB0F-E23DDA6A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36DFBC9-CBCA-43CF-AB1D-3F9F666A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99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0D401-95D2-4466-954C-0A9D7E100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6135281-8BB8-4A32-9AA7-F7503D0EE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D34AB06-69AB-4888-8380-0760D01AF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F3E6D4B-B4D4-4CA2-A160-C8C31D30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E9915D1-B0CC-4629-A27F-EE3A0126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46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99B36-BB2B-4C45-A582-024A9925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934B53-A3D9-4347-ABCB-F09A7405E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2A551B7-2856-4A40-BA1C-427529C6F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1F51F07-E672-4207-BD78-7E451E4F7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13FA8DF-0FCD-47BE-BAF6-9DB5A026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904C549-F974-47C7-8474-7B036962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55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BD1E8-13CB-483A-95BF-C2FE70AF5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3416F69-4CCF-4DD5-99C1-536BBB1E9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8982660-59BC-44C7-A4BE-D65E4FB1D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A301ED4-0CA2-464C-814E-F909B4B5F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6689F34-E0E9-466E-9BF0-5BFD5B0F9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D562F4D-7872-4710-9C38-18F83365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0C44DC8-DE0A-4E6D-9001-1241EA16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F0476FB-0B13-4EF3-AB92-F6D11402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70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F68AC-33E5-4795-9BDD-2D670849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E5BFEF3-DC69-4443-9F59-DFEF5849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D591EC0-E976-41DE-9A79-CA618A95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C2E1E6B-44D1-45C3-A1AF-22650482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05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6B061D3-86A9-4B86-A0A2-308502B25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3B69C5A1-C998-446C-BA85-FD91A121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37C75F6-3199-4987-9F4B-8ED5B501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14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DBA58-C4E5-484A-BAD4-E280B0B90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1E30B73-6181-43EA-985C-8139FE612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7EDC83E-8919-458D-A1B4-0C56D9FA2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8D3C9F2-8807-4C3D-AF9D-D0887313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5D53138-ED01-4AEA-B8E9-C6E92E5F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F7AB645-1FD0-4234-BCB7-2D252E1A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5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04FBD-2955-4FAA-BE8B-7C40DCFD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3C27B35-3C6C-48EB-9883-3DCEC0993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2E7A39C-B9CA-4AC1-9410-B75DBD507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C3B679F-9F9C-4170-A35A-F48719F9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0DB80CB-4580-469D-ACC3-D7BCFB5A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D91492A-D619-43CB-A4E1-EE9BDFA6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96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BBCCF-A0DB-4394-9447-51C97C82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14980E7-7C45-4476-8C20-6C8A272C4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312BE62-5E55-4198-9190-4D1E9A19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BC7DDCB-BE73-41E4-872A-6F803F6F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A30BD44-E005-46FB-9C5A-5EFA8071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7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F872DD1-57B3-468E-8C5B-60483C535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7F74B98-E5ED-479E-803D-0D915F9EF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3031C24-AF85-4FF1-A82B-283645D49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640740-2088-4E14-B2EA-EC8BC728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E04B9A-3DF6-43D1-B11A-5F26B41E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54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7C460CB-4455-49F9-BE6E-8DC69CC0D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EE5F6FA-9FC1-41DC-AB49-CA96D81F5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815A1C0-F59D-4760-A671-CA6E40BF9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BA7AB-6490-478C-8272-AB7FD1E3AA04}" type="datetimeFigureOut">
              <a:rPr lang="ru-RU" smtClean="0"/>
              <a:t>29.03.2025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E4EBE3-5354-4CEC-A42F-0D06843D7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C1A54CF-1884-4DDC-AB4C-FBAD3A899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D55B3-5A5C-47E9-B0AD-5729311D3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62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2467970"/>
            <a:ext cx="103632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 наш Господь, 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Ибо милость Его вовеки!</a:t>
            </a:r>
          </a:p>
        </p:txBody>
      </p:sp>
    </p:spTree>
    <p:extLst>
      <p:ext uri="{BB962C8B-B14F-4D97-AF65-F5344CB8AC3E}">
        <p14:creationId xmlns:p14="http://schemas.microsoft.com/office/powerpoint/2010/main" val="17932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B03638C7-5283-48E5-B25E-F5E805CDD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650999" y="1536174"/>
            <a:ext cx="90508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все народы и все племена 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Придут и прославят Царя и Творца</a:t>
            </a:r>
          </a:p>
        </p:txBody>
      </p:sp>
    </p:spTree>
    <p:extLst>
      <p:ext uri="{BB962C8B-B14F-4D97-AF65-F5344CB8AC3E}">
        <p14:creationId xmlns:p14="http://schemas.microsoft.com/office/powerpoint/2010/main" val="4284831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36BE870-7807-4697-8197-893D579CB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27048" y="1544640"/>
            <a:ext cx="111379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Хвала Тебе,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аллилуйя, аллилуйя! 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Хвала Тебе за то,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Ты есть!</a:t>
            </a:r>
          </a:p>
        </p:txBody>
      </p:sp>
    </p:spTree>
    <p:extLst>
      <p:ext uri="{BB962C8B-B14F-4D97-AF65-F5344CB8AC3E}">
        <p14:creationId xmlns:p14="http://schemas.microsoft.com/office/powerpoint/2010/main" val="202944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719DF604-1D53-4458-BE37-4F99F2B40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5" y="2006305"/>
            <a:ext cx="90508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благ! Так благ!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Иисус, Ты так благ, 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так благ для меня!</a:t>
            </a:r>
          </a:p>
        </p:txBody>
      </p:sp>
    </p:spTree>
    <p:extLst>
      <p:ext uri="{BB962C8B-B14F-4D97-AF65-F5344CB8AC3E}">
        <p14:creationId xmlns:p14="http://schemas.microsoft.com/office/powerpoint/2010/main" val="41254281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</Words>
  <Application>Microsoft Office PowerPoint</Application>
  <PresentationFormat>Широкоэкранный</PresentationFormat>
  <Paragraphs>11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2023-11-04T20:03:34Z</dcterms:created>
  <dcterms:modified xsi:type="dcterms:W3CDTF">2025-03-29T19:10:24Z</dcterms:modified>
</cp:coreProperties>
</file>