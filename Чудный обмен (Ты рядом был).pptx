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5" r:id="rId2"/>
    <p:sldId id="326" r:id="rId3"/>
    <p:sldId id="328" r:id="rId4"/>
    <p:sldId id="329" r:id="rId5"/>
    <p:sldId id="330" r:id="rId6"/>
    <p:sldId id="331" r:id="rId7"/>
    <p:sldId id="33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0F003-9561-4B96-ACB8-C74C54857C63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08AC5-38B7-4FF3-9737-509EFA71DA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11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2712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0767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3537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10402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55241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03407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4235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5C8E9-816D-4EC8-A2FC-FA400C298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F7B3F8-84F3-422A-AB7B-7812D5B94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A710F8-9A94-43F5-960D-6CB36733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15C27-107E-4BD4-8E02-B6C57142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D348B5-2BD4-47D0-957A-F31AFF8C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81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63463-C744-4EAE-9F63-B9F12B32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1AA5C-CCCE-41D6-9B96-E0C3BB27B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FF55CF-6399-4FF6-9BB1-72CE0DAC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DA916B-AE57-4A92-8E84-089A036B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9235B7-AF53-4C75-B42C-26EFC358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97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48282-4241-4BF8-9CA3-26E6A21E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632F18-8170-4B9E-99E4-AB95CA343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4A7404-B3BF-4F60-90D2-70A68009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DBE6F3-4B1F-4E89-A883-8FBC31A6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D68DB7-A41A-44FB-8873-FC4FD3A6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28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90ECB-F2E5-44B7-B258-39932387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40F45-BFFC-470B-BA35-21D948914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B63DF5-518C-4C7C-8229-000067713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E9389A-ED57-4E1C-A426-5D45B51F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FCE430-44A0-46EE-B627-FFD63883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3F7EBE-E190-48A2-8F7C-FD46A301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62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4C366-4137-43CB-BFC5-115D22AA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9BA40C-511C-4A6F-9001-3CA5C13EA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CE6A28-DEA4-483F-97D9-0A5ACE39C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3F848-E9BC-45F5-8CB4-C7AEAA60B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39D589C-0517-4257-A18E-1FB4F5BF6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DB49B4-7D53-406C-8DCB-31626DB3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F1D606-7544-4994-9B79-B756ACAC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C2D746-DE65-475C-98B2-5D5F8701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4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8E37D-80A2-4A5E-A413-A5BCFBFE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66CDC3-1D86-4B40-93A3-06BCF12E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D3E374-EE09-4F5E-B44D-EBB6BE61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85B754-5596-4D24-A135-BA248EBD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7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BC40F66-83B9-419A-A23B-40C60A9B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4DF2DF3-EE7E-4B86-9F64-E98E3EBD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7530FF-9034-45CB-8468-1023A1EE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06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47A76-D086-43F1-B633-F74401315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E11BDB-EBCF-4847-A237-E53E4B688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CF6FBD-24CD-473D-870D-B4710A353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17AB62-DD74-43C0-8F57-CFC2FF93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29DF8E-8A42-48B6-B94A-F86D0C56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E1B7A1-6852-4BA2-AAAB-B9216568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06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1C557-94F8-42F2-8852-55ED5A48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E59B808-81FE-4F66-9D71-0F6116954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0796FA-35E3-4B48-B8E8-776B98ACF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BE6BB-7F30-4E42-9F17-4744B771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5BA732-11A5-473C-B2FE-4905080A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228340-1C9D-4F09-8C14-D346BD53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11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07609-76D0-4AFF-8AD9-ACB0B178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E50D7C-6FB7-40EA-B166-0EA840895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8E7513-6695-4DC7-9798-4BC84BDA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2495A1-3147-459D-8032-186D75A0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44213-6B23-48BD-997C-DC4CE52B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72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E4F29D-7FB9-4FBC-BD66-9AACD1032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88C508-C5B8-48CF-B4E6-5D5E3E424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B7FB3B-E9BC-46F2-9CEE-1FFB892D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DA5970-5DF5-42AB-9391-411B8A5A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BF2205-AF66-4BBE-AA53-76D535D8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163E2-635A-4504-8413-A3972D9B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AB8366-290E-4C46-9E4A-EFD0E2B4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190046-0470-433D-8C86-3CC71C323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A4325-F238-4DEC-B116-C286AF01F3CD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A63F25-FD50-4A86-AA59-707CDDC05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7BB3A-C73A-4011-B2A7-141F2642B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12E9A-6D35-4451-87C0-4399F3CC9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57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1568346"/>
            <a:ext cx="125636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рядом был, когда по жизни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Потерявшись, слепо я во тьме бродил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Любовью Ты стучал мне в сердце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Верно ждал Ты у двери,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я Тебя впустил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141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1937678"/>
            <a:ext cx="125636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Вместо меня Ты стал виновным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искупление Ты жизнью заплатил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на Себя наше в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зял проклятье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Хоть и совершенн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ым был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764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1937678"/>
            <a:ext cx="125636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Ты простил и стер долги все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не сможет угасить любви Твоей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все,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хочу я, все так же верно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Возлюбить Тебя взамен</a:t>
            </a:r>
          </a:p>
        </p:txBody>
      </p:sp>
    </p:spTree>
    <p:extLst>
      <p:ext uri="{BB962C8B-B14F-4D97-AF65-F5344CB8AC3E}">
        <p14:creationId xmlns:p14="http://schemas.microsoft.com/office/powerpoint/2010/main" val="279399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1937678"/>
            <a:ext cx="125636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Ты простил и стер долги все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не сможет угасить любви Твоей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все,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хочу я, все так же верно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Возлюбить Тебя взамен</a:t>
            </a:r>
          </a:p>
        </p:txBody>
      </p:sp>
    </p:spTree>
    <p:extLst>
      <p:ext uri="{BB962C8B-B14F-4D97-AF65-F5344CB8AC3E}">
        <p14:creationId xmlns:p14="http://schemas.microsoft.com/office/powerpoint/2010/main" val="57998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2307010"/>
            <a:ext cx="125636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взяла за нас тот крест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жизнь отдал, сделав чудный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тот обмен</a:t>
            </a:r>
          </a:p>
        </p:txBody>
      </p:sp>
    </p:spTree>
    <p:extLst>
      <p:ext uri="{BB962C8B-B14F-4D97-AF65-F5344CB8AC3E}">
        <p14:creationId xmlns:p14="http://schemas.microsoft.com/office/powerpoint/2010/main" val="267312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2307010"/>
            <a:ext cx="125636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сняла с нас груз цепей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жизнь отдал, сделав чудный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тот обмен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134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85806" y="2307010"/>
            <a:ext cx="125636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Боже наш, Свято Имя Твое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Поет душа всегда: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«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Тебя, мой Бог, так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люблю я»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9488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160</Words>
  <Application>Microsoft Office PowerPoint</Application>
  <PresentationFormat>Широкоэкранный</PresentationFormat>
  <Paragraphs>33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2</cp:revision>
  <dcterms:created xsi:type="dcterms:W3CDTF">2025-04-26T20:26:47Z</dcterms:created>
  <dcterms:modified xsi:type="dcterms:W3CDTF">2025-04-27T12:20:57Z</dcterms:modified>
</cp:coreProperties>
</file>