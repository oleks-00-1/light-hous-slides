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14" r:id="rId2"/>
    <p:sldId id="312" r:id="rId3"/>
    <p:sldId id="307" r:id="rId4"/>
    <p:sldId id="308" r:id="rId5"/>
    <p:sldId id="313" r:id="rId6"/>
    <p:sldId id="309" r:id="rId7"/>
    <p:sldId id="310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32" d="100"/>
          <a:sy n="32" d="100"/>
        </p:scale>
        <p:origin x="552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071BD4C7-4571-4CD7-81A2-2DE56ECBCF2A}"/>
    <pc:docChg chg="addSld modSld sldOrd">
      <pc:chgData name="Олександр Зик" userId="c7a628fe0823e5d5" providerId="LiveId" clId="{071BD4C7-4571-4CD7-81A2-2DE56ECBCF2A}" dt="2024-09-08T07:17:03.652" v="13" actId="1076"/>
      <pc:docMkLst>
        <pc:docMk/>
      </pc:docMkLst>
      <pc:sldChg chg="modSp mod">
        <pc:chgData name="Олександр Зик" userId="c7a628fe0823e5d5" providerId="LiveId" clId="{071BD4C7-4571-4CD7-81A2-2DE56ECBCF2A}" dt="2024-09-08T07:16:43.489" v="5" actId="1076"/>
        <pc:sldMkLst>
          <pc:docMk/>
          <pc:sldMk cId="4099087118" sldId="308"/>
        </pc:sldMkLst>
        <pc:spChg chg="mod">
          <ac:chgData name="Олександр Зик" userId="c7a628fe0823e5d5" providerId="LiveId" clId="{071BD4C7-4571-4CD7-81A2-2DE56ECBCF2A}" dt="2024-09-08T07:16:43.489" v="5" actId="1076"/>
          <ac:spMkLst>
            <pc:docMk/>
            <pc:sldMk cId="4099087118" sldId="308"/>
            <ac:spMk id="11" creationId="{C1431629-8DEA-0DDD-6161-8DCB099E78B0}"/>
          </ac:spMkLst>
        </pc:spChg>
      </pc:sldChg>
      <pc:sldChg chg="modSp mod ord">
        <pc:chgData name="Олександр Зик" userId="c7a628fe0823e5d5" providerId="LiveId" clId="{071BD4C7-4571-4CD7-81A2-2DE56ECBCF2A}" dt="2024-09-08T07:17:03.652" v="13" actId="1076"/>
        <pc:sldMkLst>
          <pc:docMk/>
          <pc:sldMk cId="2689265572" sldId="312"/>
        </pc:sldMkLst>
        <pc:spChg chg="mod">
          <ac:chgData name="Олександр Зик" userId="c7a628fe0823e5d5" providerId="LiveId" clId="{071BD4C7-4571-4CD7-81A2-2DE56ECBCF2A}" dt="2024-09-08T07:17:03.652" v="13" actId="1076"/>
          <ac:spMkLst>
            <pc:docMk/>
            <pc:sldMk cId="2689265572" sldId="312"/>
            <ac:spMk id="11" creationId="{C1431629-8DEA-0DDD-6161-8DCB099E78B0}"/>
          </ac:spMkLst>
        </pc:spChg>
        <pc:picChg chg="mod">
          <ac:chgData name="Олександр Зик" userId="c7a628fe0823e5d5" providerId="LiveId" clId="{071BD4C7-4571-4CD7-81A2-2DE56ECBCF2A}" dt="2024-09-08T07:17:00.627" v="12" actId="1076"/>
          <ac:picMkLst>
            <pc:docMk/>
            <pc:sldMk cId="2689265572" sldId="312"/>
            <ac:picMk id="3" creationId="{FFCF8811-5DCA-5BFC-2D8B-F6905E2613CD}"/>
          </ac:picMkLst>
        </pc:picChg>
      </pc:sldChg>
      <pc:sldChg chg="modSp add mod">
        <pc:chgData name="Олександр Зик" userId="c7a628fe0823e5d5" providerId="LiveId" clId="{071BD4C7-4571-4CD7-81A2-2DE56ECBCF2A}" dt="2024-09-08T07:16:36.653" v="3" actId="1076"/>
        <pc:sldMkLst>
          <pc:docMk/>
          <pc:sldMk cId="432973305" sldId="313"/>
        </pc:sldMkLst>
        <pc:spChg chg="mod">
          <ac:chgData name="Олександр Зик" userId="c7a628fe0823e5d5" providerId="LiveId" clId="{071BD4C7-4571-4CD7-81A2-2DE56ECBCF2A}" dt="2024-09-08T07:16:36.653" v="3" actId="1076"/>
          <ac:spMkLst>
            <pc:docMk/>
            <pc:sldMk cId="432973305" sldId="313"/>
            <ac:spMk id="11" creationId="{C1431629-8DEA-0DDD-6161-8DCB099E78B0}"/>
          </ac:spMkLst>
        </pc:spChg>
      </pc:sldChg>
      <pc:sldChg chg="modSp add mod">
        <pc:chgData name="Олександр Зик" userId="c7a628fe0823e5d5" providerId="LiveId" clId="{071BD4C7-4571-4CD7-81A2-2DE56ECBCF2A}" dt="2024-09-08T07:16:51.294" v="8" actId="1076"/>
        <pc:sldMkLst>
          <pc:docMk/>
          <pc:sldMk cId="148418463" sldId="314"/>
        </pc:sldMkLst>
        <pc:spChg chg="mod">
          <ac:chgData name="Олександр Зик" userId="c7a628fe0823e5d5" providerId="LiveId" clId="{071BD4C7-4571-4CD7-81A2-2DE56ECBCF2A}" dt="2024-09-08T07:16:51.294" v="8" actId="1076"/>
          <ac:spMkLst>
            <pc:docMk/>
            <pc:sldMk cId="148418463" sldId="314"/>
            <ac:spMk id="11" creationId="{C1431629-8DEA-0DDD-6161-8DCB099E78B0}"/>
          </ac:spMkLst>
        </pc:spChg>
      </pc:sldChg>
    </pc:docChg>
  </pc:docChgLst>
  <pc:docChgLst>
    <pc:chgData name="Олександр Зик" userId="c7a628fe0823e5d5" providerId="LiveId" clId="{73D2B6BE-4A99-4A56-A39D-CA4930491A5C}"/>
    <pc:docChg chg="modSld">
      <pc:chgData name="Олександр Зик" userId="c7a628fe0823e5d5" providerId="LiveId" clId="{73D2B6BE-4A99-4A56-A39D-CA4930491A5C}" dt="2024-02-24T20:41:10.108" v="0" actId="20577"/>
      <pc:docMkLst>
        <pc:docMk/>
      </pc:docMkLst>
      <pc:sldChg chg="modSp mod">
        <pc:chgData name="Олександр Зик" userId="c7a628fe0823e5d5" providerId="LiveId" clId="{73D2B6BE-4A99-4A56-A39D-CA4930491A5C}" dt="2024-02-24T20:41:10.108" v="0" actId="20577"/>
        <pc:sldMkLst>
          <pc:docMk/>
          <pc:sldMk cId="1536786112" sldId="310"/>
        </pc:sldMkLst>
        <pc:spChg chg="mod">
          <ac:chgData name="Олександр Зик" userId="c7a628fe0823e5d5" providerId="LiveId" clId="{73D2B6BE-4A99-4A56-A39D-CA4930491A5C}" dt="2024-02-24T20:41:10.108" v="0" actId="20577"/>
          <ac:spMkLst>
            <pc:docMk/>
            <pc:sldMk cId="1536786112" sldId="310"/>
            <ac:spMk id="11" creationId="{C1431629-8DEA-0DDD-6161-8DCB099E78B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7D7DB-BB9B-4206-9DA9-5E8D2CDB6416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5F90F9-4F25-42CA-B31A-B296E71656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6897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544099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393039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675839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542851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180678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78575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7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080748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C7F355-FB50-41A6-A4AC-63D1978E2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A2B8A4E8-6147-44F7-BC4C-970EF1A835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D6AE0BF-0D2F-42DC-B910-657BAE4C6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FBDA-B207-40EF-8CE0-D1F8213EB361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0E89638-7CCE-4A5E-B38B-18DD0F1E4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ABCC52B-8260-4961-BFEC-871421146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6AAE7-C69F-4015-B6F1-E401D3A136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673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295E62-5546-489B-9B37-7AEE9F3E2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6F4103C-BB1B-4A7D-AC2C-DC10B23CF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0A62E51-FAE4-4AE4-9A2F-851B5E8D5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FBDA-B207-40EF-8CE0-D1F8213EB361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CDCC8DD-B70F-4154-8B57-A0486BAE9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8C6D200-9B51-4516-8372-6E13754F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6AAE7-C69F-4015-B6F1-E401D3A136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6609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7E7BD-F2F5-465B-9129-829BAF7BB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F73BC97-4601-4C5E-941B-6CB1838ED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CC8FAE1-9E0A-43DD-9080-1BA675F23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FBDA-B207-40EF-8CE0-D1F8213EB361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1F73C97-3DCA-46A1-90D8-E3D0DC508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5775ECA-F47D-4AD6-89FC-B163E59D8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6AAE7-C69F-4015-B6F1-E401D3A136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2804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B06CA5-C350-450E-984C-44A7FB9FA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01B2434-88C7-4721-8A0C-1051749858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B5B9DDB-41B3-4057-9CC5-E8BCD1622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A848A78-6A66-4C8C-A574-09F9BAF3C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FBDA-B207-40EF-8CE0-D1F8213EB361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E38EE4A-D6BF-4ED0-AE37-F149D66B9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37BB4ED-2398-4727-BE5F-E57196046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6AAE7-C69F-4015-B6F1-E401D3A136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8285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614CAE-7DB5-4137-B292-8468505F5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35FA28E-0163-41CE-A866-8DC2FAF55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A7F6522-AF28-404A-A457-E933BE57A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479E115D-41C4-464B-815A-4D44CFB8E7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D3896A72-76A3-408D-AAA0-8FACD11309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047D494F-9E7E-4CB1-A3B4-2E7B84C5B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FBDA-B207-40EF-8CE0-D1F8213EB361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5153E430-361A-44B9-A22C-D6C6A9CD5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B8C827A8-16CC-4EF1-9888-DB53F0709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6AAE7-C69F-4015-B6F1-E401D3A136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799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374C0E-B119-4007-97D6-E036F61EA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EAEEAC7D-252D-4206-A7C2-0C38830DD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FBDA-B207-40EF-8CE0-D1F8213EB361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2E22CB0E-BF1D-497C-BB78-0731F5DF5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F5301B08-AA0D-4139-B4ED-B2A8784BA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6AAE7-C69F-4015-B6F1-E401D3A136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2785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C64595E2-08D0-491C-924F-39A0BCBB3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FBDA-B207-40EF-8CE0-D1F8213EB361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BAD29173-A24E-47F5-8865-D1D5634CA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9B0A8A66-7907-4A78-88CB-31798C5A5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6AAE7-C69F-4015-B6F1-E401D3A136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1015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31B51B-E84E-40FA-849C-83920E72E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752E861-401A-427A-AD78-B57D67E45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4E1EFF1A-178E-4F24-B9F7-D48353314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A1E1526-84D8-4CCE-ADE5-EE99D7B16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FBDA-B207-40EF-8CE0-D1F8213EB361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A822595-DD35-4FF0-AEBC-3E31F987A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E90271F-765D-48A6-B818-08A50E603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6AAE7-C69F-4015-B6F1-E401D3A136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433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9DF6BC-5302-4822-9905-1512170A5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16B76602-75BE-4193-BE84-96557BB38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419B5EB-BC84-4A55-8B36-864C5A01DE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F122998-D508-43C8-8E1E-85C0B9D04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FBDA-B207-40EF-8CE0-D1F8213EB361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AD190E7-FC76-4EDC-940F-FE48236BD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9F21363-3743-4D35-8B01-EC220390D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6AAE7-C69F-4015-B6F1-E401D3A136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5136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A636BE-BF10-4859-A8CE-2ED473301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4710F5B9-9ADA-4266-AD8B-B58091F5B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6EA623F-B5D0-487D-8539-F4C8EE0F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FBDA-B207-40EF-8CE0-D1F8213EB361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D45B121-1CC7-4EFF-98F0-85C4DC543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2E69138-ADCC-4117-8304-3E11C338B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6AAE7-C69F-4015-B6F1-E401D3A136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0098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AC7BCACC-A9FE-4EC6-BFEC-266021ADD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7A642E71-524C-4071-A702-22DC69319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020DA77-1307-44BE-80EE-D73335D8A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FBDA-B207-40EF-8CE0-D1F8213EB361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626622E-3AB5-41A5-968A-1B669BE1D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082EE88-6A29-4711-8E2E-B87170EF4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6AAE7-C69F-4015-B6F1-E401D3A136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4347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378FCF2D-B2D0-47B5-B686-3E3ADFBBE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9C3FC45-A242-4D27-8C22-3326EB614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2B3DFF0-676F-445A-8FB2-73DC4136F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DFBDA-B207-40EF-8CE0-D1F8213EB361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EECC4FB-C70D-4185-8AD2-250C973E3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3C8F7C5-4783-4554-B41D-3085B28A88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6AAE7-C69F-4015-B6F1-E401D3A136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3195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361197"/>
            <a:ext cx="105951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Стены я обойду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Знаю - они падут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никогд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 не подводил</a:t>
            </a:r>
          </a:p>
        </p:txBody>
      </p:sp>
    </p:spTree>
    <p:extLst>
      <p:ext uri="{BB962C8B-B14F-4D97-AF65-F5344CB8AC3E}">
        <p14:creationId xmlns:p14="http://schemas.microsoft.com/office/powerpoint/2010/main" val="148418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274838"/>
            <a:ext cx="105951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битвы ещё идут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Жду перемен вокруг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никогда не подводил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89265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85853" y="1991865"/>
            <a:ext cx="1182029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 обещал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Знаю, исполнишь Ты в верности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в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Твоих руках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 подведешь меня, уверен в этом я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34824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361197"/>
            <a:ext cx="105951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Этот путь я пройду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новый сезон войду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Сердцем воздам Тебе хвалу </a:t>
            </a:r>
          </a:p>
        </p:txBody>
      </p:sp>
    </p:spTree>
    <p:extLst>
      <p:ext uri="{BB962C8B-B14F-4D97-AF65-F5344CB8AC3E}">
        <p14:creationId xmlns:p14="http://schemas.microsoft.com/office/powerpoint/2010/main" val="4099087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361197"/>
            <a:ext cx="105951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Верен вовеки Ты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Держ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ишь в Своей любви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Бог,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достоин всей хвалы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32973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1905506"/>
            <a:ext cx="1059514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знаю – Ты сдвигаешь горы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верю я, Ты сотворишь чудеса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Продолж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ишь путь, где нет дороги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верю я, Ты сотворишь чудеса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35886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730529"/>
            <a:ext cx="1059514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 подведешь меня, </a:t>
            </a:r>
            <a:endParaRPr lang="en-US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Уверен в этом я</a:t>
            </a:r>
          </a:p>
        </p:txBody>
      </p:sp>
    </p:spTree>
    <p:extLst>
      <p:ext uri="{BB962C8B-B14F-4D97-AF65-F5344CB8AC3E}">
        <p14:creationId xmlns:p14="http://schemas.microsoft.com/office/powerpoint/2010/main" val="15367861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108</Words>
  <Application>Microsoft Office PowerPoint</Application>
  <PresentationFormat>Широкоэкранный</PresentationFormat>
  <Paragraphs>29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2023-10-28T18:49:00Z</dcterms:created>
  <dcterms:modified xsi:type="dcterms:W3CDTF">2024-12-24T13:00:18Z</dcterms:modified>
</cp:coreProperties>
</file>