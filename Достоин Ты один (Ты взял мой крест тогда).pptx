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6" r:id="rId2"/>
    <p:sldId id="292" r:id="rId3"/>
    <p:sldId id="293" r:id="rId4"/>
    <p:sldId id="294" r:id="rId5"/>
    <p:sldId id="327" r:id="rId6"/>
    <p:sldId id="295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A0BC6781-741B-472D-A956-9E6170D6AD36}"/>
    <pc:docChg chg="modSld">
      <pc:chgData name="Олександр Зик" userId="c7a628fe0823e5d5" providerId="LiveId" clId="{A0BC6781-741B-472D-A956-9E6170D6AD36}" dt="2024-08-10T19:36:47.491" v="1" actId="20577"/>
      <pc:docMkLst>
        <pc:docMk/>
      </pc:docMkLst>
      <pc:sldChg chg="modSp mod">
        <pc:chgData name="Олександр Зик" userId="c7a628fe0823e5d5" providerId="LiveId" clId="{A0BC6781-741B-472D-A956-9E6170D6AD36}" dt="2024-08-10T19:36:47.491" v="1" actId="20577"/>
        <pc:sldMkLst>
          <pc:docMk/>
          <pc:sldMk cId="3279919486" sldId="295"/>
        </pc:sldMkLst>
        <pc:spChg chg="mod">
          <ac:chgData name="Олександр Зик" userId="c7a628fe0823e5d5" providerId="LiveId" clId="{A0BC6781-741B-472D-A956-9E6170D6AD36}" dt="2024-08-10T19:36:47.491" v="1" actId="20577"/>
          <ac:spMkLst>
            <pc:docMk/>
            <pc:sldMk cId="3279919486" sldId="295"/>
            <ac:spMk id="9" creationId="{D1B6AA67-0FFF-6966-B07F-53049AA031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137940-2EEF-48AF-9F97-AB0E00756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2DE8EA5-9E84-47A8-A30D-32D1905C2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8DFA963-3BB1-4EBD-A4CD-A1572048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A4B1481-6E47-4C6E-A990-9D9DCA2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8FDE722-EF8A-441F-91CB-B3BC950A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69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AFEC0-E24F-42E5-863D-75D4A27A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FB3B475-5AC6-4ABE-90CA-2DC1383B4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803AE64-1B94-4E57-8277-CCFF6FDB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C00777B-1F80-4851-9F1E-37785F8A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BB05966-5852-440F-A3F1-9E21FA492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02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9262D-A9F4-4FE7-BDE0-6D52FD112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6CF5435-7D11-400E-8208-92BB44003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413CF26-355B-4152-8BDE-B9F5C406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3ACC56C-252D-494F-A87A-EC8D5DDE9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E6AA089-E46C-4209-9105-A06E0272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42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27013-23B0-4A07-8535-93C441E01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D43D8EB-D2E5-4C42-9196-D7E1F08C2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74AAD8E-1890-427D-A94F-F3C60AC50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B8E8A45-1D24-46F1-A9D9-7FD4C36F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BBDEDD0-F65F-4C58-89F9-29B49B58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157E57E-ADA9-45B7-AA8F-C6432A19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401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C35E22-416D-4467-BB94-DF6C90D3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5E7A828-27BB-4F79-AFD7-1FA6C0FFF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463CA48-5BB9-4AC3-84C6-B98F96D36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5B60B12-1E92-493C-9642-AE7EB19E0C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3B833B48-90B4-4211-89CB-504351CBD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0C1F1A3-CF5F-4160-9891-F4589B44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83CCD2C-E468-43D0-83C7-41FBA819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34B64B5-5D4D-4F33-823B-6847EAFC5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37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EB9B2-E3E5-470E-90E5-F70AFB6EF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07DAC16-D947-4AD9-8151-537AAE50B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4FBE43C-0A8D-4FE1-891A-F4BF23E7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819805F-6E09-467B-8AA4-6B4A704E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70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62B4980-333E-4060-912D-3D29182D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38C9350-77A7-40FF-B1FB-789FCBBE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E96DC00-B34E-4897-92F9-03C1B9F3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00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1533B-116E-4623-A8C6-BB759373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AEEEAA7-FFDF-4E88-BE7E-886CF01B1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454F2E3-2BB3-48CE-A9B4-343CFBCBE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2A94286-B6E8-4890-8856-55EC1EE0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13DE140-318E-4FCD-A7CF-1AB723BA4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88C0ECC-A14E-400B-9B88-975DC1B8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96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AE3D3A-3DA6-44AD-98DE-07761D2D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9D939AF6-4E97-44D1-8F76-F7391D519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6E4AB9B-E9A7-435A-A8FE-30379D5C4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AFFA7E6-0DC2-4B7C-832B-AB87CDB66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2E724F1-FFBC-435F-A591-DD86D57D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83FC89F-B4BC-42DC-8BA8-FD7883F3A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26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0B00E-4EFB-4241-B8BC-2CC9AAF5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99F3F3F-17E1-4A20-A2CA-765CD09AA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5F3FE74-458F-47CD-9AF6-5E56326F6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830DA52-6FCC-4ED6-AB6E-14FF037A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1A68721-238F-4147-AA6D-1D2244E3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24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248AF52-E8B4-408B-8C32-9134C69391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F6597A8-87C0-4FC1-9118-FDC4B69DD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4CE07BA-5892-4573-B683-0B65F0203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66D155D-FC50-4F9C-A216-16CE8D379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C6014BD-3E7C-44C6-A1FF-E79D61B4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98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A18F736-2C94-4DBB-B27B-85E53D41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744E318-1D0F-4BEF-A01B-E4DB5E7BE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CB73328-6155-4CF3-9145-BB9F1AC6C3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800B5-F7F0-4D34-B026-B52125A8B38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C221E61-F6FC-47C2-A7D1-9991A175D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25000F8-4C63-489B-805C-F30B2124C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05C9-4AE9-413F-8A00-9B46C4E6CDB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18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193799" y="2016527"/>
            <a:ext cx="9804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взял мой крест тогда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принял смерть, чтобы жил я в свободе</a:t>
            </a:r>
          </a:p>
        </p:txBody>
      </p:sp>
    </p:spTree>
    <p:extLst>
      <p:ext uri="{BB962C8B-B14F-4D97-AF65-F5344CB8AC3E}">
        <p14:creationId xmlns:p14="http://schemas.microsoft.com/office/powerpoint/2010/main" val="35757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193799" y="2016527"/>
            <a:ext cx="9804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Всю жизнь Тебе отдам,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Хочу воспеть Твою благость вовеки, Бог</a:t>
            </a:r>
          </a:p>
        </p:txBody>
      </p:sp>
    </p:spTree>
    <p:extLst>
      <p:ext uri="{BB962C8B-B14F-4D97-AF65-F5344CB8AC3E}">
        <p14:creationId xmlns:p14="http://schemas.microsoft.com/office/powerpoint/2010/main" val="1323846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193799" y="2016527"/>
            <a:ext cx="9804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Достоин Ты один, Иисус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Чести и хвалы достоин только Ты</a:t>
            </a:r>
          </a:p>
        </p:txBody>
      </p:sp>
    </p:spTree>
    <p:extLst>
      <p:ext uri="{BB962C8B-B14F-4D97-AF65-F5344CB8AC3E}">
        <p14:creationId xmlns:p14="http://schemas.microsoft.com/office/powerpoint/2010/main" val="1173594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740832" y="2016527"/>
            <a:ext cx="107103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не стыжусь теперь,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любви Твоей находясь несомненно!</a:t>
            </a:r>
          </a:p>
        </p:txBody>
      </p:sp>
    </p:spTree>
    <p:extLst>
      <p:ext uri="{BB962C8B-B14F-4D97-AF65-F5344CB8AC3E}">
        <p14:creationId xmlns:p14="http://schemas.microsoft.com/office/powerpoint/2010/main" val="4123563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740832" y="1997839"/>
            <a:ext cx="107103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Даёшь вновь милость мне,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Хочу воспеть </a:t>
            </a:r>
            <a:r>
              <a:rPr lang="ru-RU" sz="60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Твою благость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вовеки, Бог!</a:t>
            </a:r>
          </a:p>
        </p:txBody>
      </p:sp>
    </p:spTree>
    <p:extLst>
      <p:ext uri="{BB962C8B-B14F-4D97-AF65-F5344CB8AC3E}">
        <p14:creationId xmlns:p14="http://schemas.microsoft.com/office/powerpoint/2010/main" val="33974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140429" y="1554862"/>
            <a:ext cx="119111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Возвеличен будь Ты на небе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Изливая славу здесь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Ты принять достоин честь</a:t>
            </a:r>
          </a:p>
          <a:p>
            <a:pPr algn="ctr"/>
            <a:r>
              <a:rPr lang="ru-RU" sz="60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Твоё Имя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выше всех</a:t>
            </a:r>
          </a:p>
        </p:txBody>
      </p:sp>
    </p:spTree>
    <p:extLst>
      <p:ext uri="{BB962C8B-B14F-4D97-AF65-F5344CB8AC3E}">
        <p14:creationId xmlns:p14="http://schemas.microsoft.com/office/powerpoint/2010/main" val="32799194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</Words>
  <Application>Microsoft Office PowerPoint</Application>
  <PresentationFormat>Широкий екран</PresentationFormat>
  <Paragraphs>14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6</cp:revision>
  <dcterms:created xsi:type="dcterms:W3CDTF">2023-10-28T18:23:41Z</dcterms:created>
  <dcterms:modified xsi:type="dcterms:W3CDTF">2026-01-03T18:00:29Z</dcterms:modified>
</cp:coreProperties>
</file>