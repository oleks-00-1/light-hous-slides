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8" r:id="rId2"/>
    <p:sldId id="334" r:id="rId3"/>
    <p:sldId id="335" r:id="rId4"/>
    <p:sldId id="339" r:id="rId5"/>
    <p:sldId id="336" r:id="rId6"/>
    <p:sldId id="337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4" d="100"/>
          <a:sy n="44" d="100"/>
        </p:scale>
        <p:origin x="13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B6D71-56E9-43BD-B3BD-B438A1B58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E6AA69E-D368-45E5-928D-662DC24DC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67B323A-C0AC-4340-BF8E-2AFEDFD8C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D98B-BC52-4935-882F-E90260A4EDA6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1B627D2-1062-4DCE-8108-8DFB70CFC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CE2DF98-BBA0-4B41-8FF9-0672D320B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6D717-D165-4A77-AEA7-058B708605F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243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EB33A-EC02-499B-9BC4-E5E64BE1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63B92E0-32E1-4FF9-BAB6-437D24B8F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831C617-6D59-4D5E-9AF8-26A05808E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D98B-BC52-4935-882F-E90260A4EDA6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A785261-4E93-43DA-860F-CBC8AA2C7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3A4C03B-FCFE-4AC0-B183-72838EBB5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6D717-D165-4A77-AEA7-058B708605F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049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00E658-18ED-40BB-A8B6-9C3414F9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903C95C-F686-4AE9-994B-318FC3288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BA93BD6-080E-477A-9EDE-1838C69DF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D98B-BC52-4935-882F-E90260A4EDA6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98232C9-5760-4899-8B2C-7F18EA278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BF38093-CD6E-48ED-BAA7-2260152F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6D717-D165-4A77-AEA7-058B708605F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67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0E13FF-5FBA-4DB8-826E-AA675BF22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4050094-A6FC-4341-8062-C09724845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10A2A4E-C6ED-4377-8562-71671782F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C7B85D3-A639-4909-A443-7967E3458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D98B-BC52-4935-882F-E90260A4EDA6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08F4CF0-353F-436B-9B89-C5918296D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E9E5071-B933-4DB8-B9CA-3226EFCE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6D717-D165-4A77-AEA7-058B708605F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35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09DEDF-495B-4BEC-9389-00E392238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E3589F2-BAE5-4168-AE35-F42844A73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B27537F-1C6A-4C71-9E48-364B43CE4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18525D3C-9EF0-44DC-AD0E-0E6C00B56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061B3D22-989D-49F3-BC4E-AFDF62075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69BCA0BC-B75D-4A5D-94EF-3B862A28B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D98B-BC52-4935-882F-E90260A4EDA6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63596A70-C950-4C0F-A557-7D5DD712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94A7168E-EE9D-4114-B806-1AB2D8E6C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6D717-D165-4A77-AEA7-058B708605F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372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6960C-1F9C-4885-8055-522FE4C5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9BF8571D-FF5C-4AEB-ABAF-D456F8B2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D98B-BC52-4935-882F-E90260A4EDA6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CBFB8FED-8FD1-4DE6-9F28-3E83DF3C1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83CC2FA-E1B8-493D-AFA4-D2CCF902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6D717-D165-4A77-AEA7-058B708605F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942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8B1DA2F6-5955-415B-8F26-36D3C60A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D98B-BC52-4935-882F-E90260A4EDA6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0AEC89A-67CC-44C4-ABBE-1B58F6FB6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58604DA-BAA9-4CA8-AA82-9A8FD72B9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6D717-D165-4A77-AEA7-058B708605F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44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3BFFA6-8FF4-4893-BB5A-90D6521E2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638B6DF-4E50-4A65-A006-61507FCE8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1718B8A-0020-4DF3-AB8C-53EEF3C76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B3B3229-E8D5-4421-9CA5-D1E3A8155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D98B-BC52-4935-882F-E90260A4EDA6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4B513E7-26EF-4035-9FC3-9DCBEC922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9BBE64B-A400-4989-9B55-F066BD591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6D717-D165-4A77-AEA7-058B708605F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4328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89D086-A79D-4A99-9FEC-E193F0F38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9C62F6D4-DA26-4FBC-8B6E-FC3240D79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CCFE58C-28A1-4262-8A04-3E367C812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FDC2AB9-1BC8-4863-9B9A-BB891DD23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D98B-BC52-4935-882F-E90260A4EDA6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279927F-799C-4A46-83B8-3512073C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BAC29CC-4AAB-4388-9D54-5316DC75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6D717-D165-4A77-AEA7-058B708605F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006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C4E696-15DF-4A66-931B-E27D3400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D52C7FE-BCCD-4A4F-8D07-2FC419395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E72FD9B-ED36-4A8B-9B7C-0C8ACCD3E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D98B-BC52-4935-882F-E90260A4EDA6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BB92A78-9424-48D0-9E99-4F5CDC2C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BEF264C-1772-4086-BD86-D57AC7CB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6D717-D165-4A77-AEA7-058B708605F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14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741033C4-FA74-4448-8D4A-3C2E8D175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4C24FAF-78C1-4FE2-83A1-2572B3FA8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6D00054-CC02-4551-815C-A5275B4E4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D98B-BC52-4935-882F-E90260A4EDA6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415AA99-EA1F-40F2-AD51-566C762C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4DF1C47-7535-4B8E-AC21-EE1FB026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6D717-D165-4A77-AEA7-058B708605F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939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F2FB3950-AB99-4ECF-B17C-1344AC56F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6853805-EB0E-4D37-9CAA-28CE2A372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7E00CA6-4955-4C1B-AED7-B42F8384B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4D98B-BC52-4935-882F-E90260A4EDA6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920760F-75DD-4502-9787-888C90F4D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A720AA3-1C64-4C59-9921-B0A3647CB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6D717-D165-4A77-AEA7-058B708605F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28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4" y="2136338"/>
            <a:ext cx="905086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не сказка, не легенда Он не выдуманный мною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живой, Он живой</a:t>
            </a:r>
          </a:p>
        </p:txBody>
      </p:sp>
    </p:spTree>
    <p:extLst>
      <p:ext uri="{BB962C8B-B14F-4D97-AF65-F5344CB8AC3E}">
        <p14:creationId xmlns:p14="http://schemas.microsoft.com/office/powerpoint/2010/main" val="246352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4" y="1720840"/>
            <a:ext cx="90508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есть Альфа и Омега Он есть Первый и Последний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святой, Бог святой</a:t>
            </a:r>
          </a:p>
        </p:txBody>
      </p:sp>
    </p:spTree>
    <p:extLst>
      <p:ext uri="{BB962C8B-B14F-4D97-AF65-F5344CB8AC3E}">
        <p14:creationId xmlns:p14="http://schemas.microsoft.com/office/powerpoint/2010/main" val="413643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22683" y="2085538"/>
            <a:ext cx="1114663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была в Нем,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есть и будет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в которой нету зла</a:t>
            </a:r>
          </a:p>
        </p:txBody>
      </p:sp>
    </p:spTree>
    <p:extLst>
      <p:ext uri="{BB962C8B-B14F-4D97-AF65-F5344CB8AC3E}">
        <p14:creationId xmlns:p14="http://schemas.microsoft.com/office/powerpoint/2010/main" val="1656752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22683" y="1670040"/>
            <a:ext cx="1114663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одна - другой не существует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есть Любовь - Любовь всегда жива</a:t>
            </a:r>
          </a:p>
        </p:txBody>
      </p:sp>
    </p:spTree>
    <p:extLst>
      <p:ext uri="{BB962C8B-B14F-4D97-AF65-F5344CB8AC3E}">
        <p14:creationId xmlns:p14="http://schemas.microsoft.com/office/powerpoint/2010/main" val="3849509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4" y="1670040"/>
            <a:ext cx="90508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один источник жизни Он - Создатель всей веленной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живой, Бог живой</a:t>
            </a:r>
          </a:p>
        </p:txBody>
      </p:sp>
    </p:spTree>
    <p:extLst>
      <p:ext uri="{BB962C8B-B14F-4D97-AF65-F5344CB8AC3E}">
        <p14:creationId xmlns:p14="http://schemas.microsoft.com/office/powerpoint/2010/main" val="1696915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4" y="1720840"/>
            <a:ext cx="90508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- Творец всего творенья несравненный, драгоценный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святой, Бог святой</a:t>
            </a:r>
          </a:p>
        </p:txBody>
      </p:sp>
    </p:spTree>
    <p:extLst>
      <p:ext uri="{BB962C8B-B14F-4D97-AF65-F5344CB8AC3E}">
        <p14:creationId xmlns:p14="http://schemas.microsoft.com/office/powerpoint/2010/main" val="42531724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</Words>
  <Application>Microsoft Office PowerPoint</Application>
  <PresentationFormat>Широкий екран</PresentationFormat>
  <Paragraphs>13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2023-12-09T19:37:09Z</dcterms:created>
  <dcterms:modified xsi:type="dcterms:W3CDTF">2025-10-04T20:32:11Z</dcterms:modified>
</cp:coreProperties>
</file>