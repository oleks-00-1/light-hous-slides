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311" r:id="rId2"/>
    <p:sldId id="304" r:id="rId3"/>
    <p:sldId id="305" r:id="rId4"/>
    <p:sldId id="306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46" d="100"/>
          <a:sy n="46" d="100"/>
        </p:scale>
        <p:origin x="3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Олександр Зик" userId="c7a628fe0823e5d5" providerId="LiveId" clId="{B9DF5DD5-D9BF-4843-9CD5-D03697445ACD}"/>
    <pc:docChg chg="custSel modSld">
      <pc:chgData name="Олександр Зик" userId="c7a628fe0823e5d5" providerId="LiveId" clId="{B9DF5DD5-D9BF-4843-9CD5-D03697445ACD}" dt="2024-08-24T19:21:35.582" v="10" actId="1076"/>
      <pc:docMkLst>
        <pc:docMk/>
      </pc:docMkLst>
      <pc:sldChg chg="modSp mod">
        <pc:chgData name="Олександр Зик" userId="c7a628fe0823e5d5" providerId="LiveId" clId="{B9DF5DD5-D9BF-4843-9CD5-D03697445ACD}" dt="2024-08-24T19:21:01.819" v="7" actId="1076"/>
        <pc:sldMkLst>
          <pc:docMk/>
          <pc:sldMk cId="1447612306" sldId="304"/>
        </pc:sldMkLst>
        <pc:spChg chg="mod">
          <ac:chgData name="Олександр Зик" userId="c7a628fe0823e5d5" providerId="LiveId" clId="{B9DF5DD5-D9BF-4843-9CD5-D03697445ACD}" dt="2024-08-24T19:21:01.819" v="7" actId="1076"/>
          <ac:spMkLst>
            <pc:docMk/>
            <pc:sldMk cId="1447612306" sldId="304"/>
            <ac:spMk id="11" creationId="{C1431629-8DEA-0DDD-6161-8DCB099E78B0}"/>
          </ac:spMkLst>
        </pc:spChg>
      </pc:sldChg>
      <pc:sldChg chg="modSp mod">
        <pc:chgData name="Олександр Зик" userId="c7a628fe0823e5d5" providerId="LiveId" clId="{B9DF5DD5-D9BF-4843-9CD5-D03697445ACD}" dt="2024-08-24T19:21:35.582" v="10" actId="1076"/>
        <pc:sldMkLst>
          <pc:docMk/>
          <pc:sldMk cId="2835121609" sldId="306"/>
        </pc:sldMkLst>
        <pc:spChg chg="mod">
          <ac:chgData name="Олександр Зик" userId="c7a628fe0823e5d5" providerId="LiveId" clId="{B9DF5DD5-D9BF-4843-9CD5-D03697445ACD}" dt="2024-08-24T19:21:35.582" v="10" actId="1076"/>
          <ac:spMkLst>
            <pc:docMk/>
            <pc:sldMk cId="2835121609" sldId="306"/>
            <ac:spMk id="11" creationId="{C1431629-8DEA-0DDD-6161-8DCB099E78B0}"/>
          </ac:spMkLst>
        </pc:spChg>
      </pc:sldChg>
      <pc:sldChg chg="modSp mod">
        <pc:chgData name="Олександр Зик" userId="c7a628fe0823e5d5" providerId="LiveId" clId="{B9DF5DD5-D9BF-4843-9CD5-D03697445ACD}" dt="2024-08-24T19:20:40.990" v="4" actId="20577"/>
        <pc:sldMkLst>
          <pc:docMk/>
          <pc:sldMk cId="1970228001" sldId="311"/>
        </pc:sldMkLst>
        <pc:spChg chg="mod">
          <ac:chgData name="Олександр Зик" userId="c7a628fe0823e5d5" providerId="LiveId" clId="{B9DF5DD5-D9BF-4843-9CD5-D03697445ACD}" dt="2024-08-24T19:20:40.990" v="4" actId="20577"/>
          <ac:spMkLst>
            <pc:docMk/>
            <pc:sldMk cId="1970228001" sldId="311"/>
            <ac:spMk id="11" creationId="{C1431629-8DEA-0DDD-6161-8DCB099E78B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B165E8-17AD-43C8-8CC1-94F3EC0B470E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601190-1C7E-4B6D-A71A-F647A38A041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5443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1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41344950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2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109422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3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9152345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4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6809955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235606-F6CB-4207-A543-574F4BC417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9FB166D8-A483-42D4-8165-C289AF6B52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A071806-BB85-44F0-847F-C8A1612EA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F476-0E30-4C7C-BD12-F047F7FE79EF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3BCCC5A-E9D4-451C-8520-E08919B65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AECE2E1-0A73-40B8-85C7-DF443717E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B5C2-5017-4316-8918-C3BB178564A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5436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32C5FC-DD13-4FD4-A463-3DA5072FB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50CADE5-9B32-473A-8E90-549793204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521B6B7-7276-4E0B-A662-8841A18E1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F476-0E30-4C7C-BD12-F047F7FE79EF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0D8F412-0DBD-40D6-9CAB-FFF78DFF9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BCFAE41-DFB4-43D4-A954-E98BCDB6C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B5C2-5017-4316-8918-C3BB178564A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1656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E61D9C-2A28-47C0-9883-6634BA748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3138AE44-F3BC-4B6A-A145-81C5FE7390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5E31D28-91AE-47F0-9CC2-1FDE92C97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F476-0E30-4C7C-BD12-F047F7FE79EF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A1B72B4-2A36-4082-9B4F-EA67D71B5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9B66FEF-98E7-4CC3-9871-0BCB721FB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B5C2-5017-4316-8918-C3BB178564A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9796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233540-CDA6-4324-BF31-580D2BDAC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E3A224A-6E63-45FA-B116-AA74AF6D43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EFEBD80A-F716-440C-B9DC-DE77FA00A3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04935AAE-CBEB-4087-AD29-583663C64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F476-0E30-4C7C-BD12-F047F7FE79EF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8782E2C9-FD36-47AD-AA7F-26B3E1C08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963325CB-F99F-441D-B252-101298813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B5C2-5017-4316-8918-C3BB178564A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4102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0C4D4E-D379-4B1B-ABE2-08E4A400E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D7620B1F-B0F0-4407-AA3E-0C643FE307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415A9278-8FA3-4CB2-A17F-8707482B6B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1305B29B-B64C-47F8-BAAA-D779C6ADBD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4F4C5815-F990-4461-9EE2-F8F216332E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3F0B5CC2-D1EF-4264-94E5-274ED7177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F476-0E30-4C7C-BD12-F047F7FE79EF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2A58FAFA-23D4-4983-9C37-CAE2DEE4C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3226234D-ED53-43C3-8384-3A5989473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B5C2-5017-4316-8918-C3BB178564A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9829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7190D7-5E70-4740-A313-F2648A375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20AA6173-9FAB-43BD-B208-C7E8271DD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F476-0E30-4C7C-BD12-F047F7FE79EF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DBBEDF20-01C7-4B5D-B9A0-B1CB9D999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0D80E3E0-499B-4D68-BDE1-4AD40B639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B5C2-5017-4316-8918-C3BB178564A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837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CDA8682E-5BD7-43EF-B01B-672334B69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F476-0E30-4C7C-BD12-F047F7FE79EF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2B32BCC1-0906-4D2D-A290-B93D2508B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207F3DF8-8333-4DD8-98DF-05BA80CE4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B5C2-5017-4316-8918-C3BB178564A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5296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A8B975-77D5-4559-8192-F69DAA243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DEAE14C-3535-4DAA-A8B6-4E753F0C2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E664DBC3-4660-4613-979A-B21B99FAE7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4AAF30E1-D66F-4F29-AC7E-995CD1BFB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F476-0E30-4C7C-BD12-F047F7FE79EF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7C3FA795-E1A2-4277-9B44-E222F57DC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A671191A-CC3E-455B-ADAB-4DE344464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B5C2-5017-4316-8918-C3BB178564A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3798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C77E8C-D367-4722-9A54-344A3D97F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51A0AF14-BCA6-4DF0-8C0F-4EE884E99A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D5B18E45-9112-4795-864D-761E64C76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252C909D-914B-41B3-8A13-6CE8C7D9C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F476-0E30-4C7C-BD12-F047F7FE79EF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0F05B0C3-6867-4945-8453-AA1A52453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5F4C020D-4D5F-4202-8C35-4CB3760B9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B5C2-5017-4316-8918-C3BB178564A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9243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E11F12-2BAD-4D96-A3DC-233A255BA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DEA7CE3E-E3D9-4AF9-A16D-F40C11FE80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6311BE0-F7EE-44F3-B65A-12252E957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F476-0E30-4C7C-BD12-F047F7FE79EF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83651CE-3AF7-4787-921F-0AAA91F21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3771232-3E04-495A-A8FF-E205ED2CC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B5C2-5017-4316-8918-C3BB178564A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6503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B2384173-37C4-475E-A1F2-0994C46FBA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ADD89B07-E3F7-47AF-9DEA-3A81A3FD0A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9D1EA4A-999E-402A-9822-BF565B876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F476-0E30-4C7C-BD12-F047F7FE79EF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7175CE92-DEFD-4981-BC48-22C4B9E49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4999AAA-6645-434C-A722-BBB25DFB6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B5C2-5017-4316-8918-C3BB178564A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62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98CED143-95E1-4E92-9731-082B91FD0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C2CEF111-8A01-4E1F-93FF-A7237CB7C2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59C16EC-300D-4629-8546-731D3C527A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D8F476-0E30-4C7C-BD12-F047F7FE79EF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C28486C-F5C4-4B09-9149-BA37DB536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0297918-3A35-4FAC-BECB-0007C630C0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51B5C2-5017-4316-8918-C3BB178564A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540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30CFB2C4-4875-7503-23FF-ACDF4F3A17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31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1905506"/>
            <a:ext cx="1059514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Каждый день на устах моих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Это сладкое имя – Иисус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не знаю имён других,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Лишь Его я превозношу! </a:t>
            </a:r>
          </a:p>
        </p:txBody>
      </p:sp>
    </p:spTree>
    <p:extLst>
      <p:ext uri="{BB962C8B-B14F-4D97-AF65-F5344CB8AC3E}">
        <p14:creationId xmlns:p14="http://schemas.microsoft.com/office/powerpoint/2010/main" val="1970228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30CFB2C4-4875-7503-23FF-ACDF4F3A17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31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1938068"/>
            <a:ext cx="1059514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Моё сердце поет о Нём,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 Спасителе дивном моём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Только Он мне даёт покой,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Его Имя всегда со мной! </a:t>
            </a:r>
          </a:p>
        </p:txBody>
      </p:sp>
    </p:spTree>
    <p:extLst>
      <p:ext uri="{BB962C8B-B14F-4D97-AF65-F5344CB8AC3E}">
        <p14:creationId xmlns:p14="http://schemas.microsoft.com/office/powerpoint/2010/main" val="1447612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30CFB2C4-4875-7503-23FF-ACDF4F3A17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31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2274838"/>
            <a:ext cx="1059514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буду славить Господа Христа!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буду помнить все Его дела!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буду петь Ему: Аллилуйя!  </a:t>
            </a:r>
          </a:p>
        </p:txBody>
      </p:sp>
    </p:spTree>
    <p:extLst>
      <p:ext uri="{BB962C8B-B14F-4D97-AF65-F5344CB8AC3E}">
        <p14:creationId xmlns:p14="http://schemas.microsoft.com/office/powerpoint/2010/main" val="532709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30CFB2C4-4875-7503-23FF-ACDF4F3A17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31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1905506"/>
            <a:ext cx="1059514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когда солнца свет горит,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Согревая всю землю теплом,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моём сердце опять звучит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Иисусу Царю псалом!</a:t>
            </a:r>
          </a:p>
        </p:txBody>
      </p:sp>
    </p:spTree>
    <p:extLst>
      <p:ext uri="{BB962C8B-B14F-4D97-AF65-F5344CB8AC3E}">
        <p14:creationId xmlns:p14="http://schemas.microsoft.com/office/powerpoint/2010/main" val="283512160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87</Words>
  <Application>Microsoft Office PowerPoint</Application>
  <PresentationFormat>Широкий екран</PresentationFormat>
  <Paragraphs>19</Paragraphs>
  <Slides>4</Slides>
  <Notes>4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2</cp:revision>
  <dcterms:created xsi:type="dcterms:W3CDTF">2023-11-25T20:01:43Z</dcterms:created>
  <dcterms:modified xsi:type="dcterms:W3CDTF">2026-01-03T18:13:06Z</dcterms:modified>
</cp:coreProperties>
</file>