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02" r:id="rId5"/>
    <p:sldId id="303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46" d="100"/>
          <a:sy n="46" d="100"/>
        </p:scale>
        <p:origin x="6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1C1E2-DE0C-4544-9032-9E1EF8B3E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31BEDBD-4169-4C3F-9C74-C44199CAF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040AF8E-10B5-4013-B4BC-F6BF7AEA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533E269-D36D-4CB6-8EEF-0F340EC40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8C9B72B-F64E-466D-97CF-A8947FF6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136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8C2AE-38CD-49B8-AAE0-CFB4C60C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33DA415-AEAB-433F-B57B-F59D82D22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5F93635-8B06-427C-899C-342139D0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E1F9017-6AA6-4F26-AAC4-C66614534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6F09AEE-F4BA-4740-BF41-8A34B457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02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8997F-39A2-43EB-B1FD-651031D7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04C3EF5-A41A-414A-B967-E98A44812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67702DC-BE02-407C-AB7D-2185483B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1A5E3DF-A36B-49D8-85F4-1BC5B715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AE37756-EBFE-4E56-926B-C6998C14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21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97C93-052E-4975-90A1-66C0785E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8C8BBF-C2AA-44E4-8D59-D5B7516CE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8FCBB81-6904-4EF2-9B20-9EBD59728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703161B-51D0-45CF-B21A-4BDE6046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6CB9FD3-1AE6-4B2B-ABAD-A17E7379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8056F5E-7BEA-42EB-B4FA-62F80503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75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D301D-7152-48C2-8AB4-D6D0E9D4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2EDC10E-A78F-4824-A800-5B3EDC0A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65EB0FD-2295-4817-A640-736EA7EF9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8835BB0-6FF1-43D4-BC3E-9F5594A83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41501C8-D98A-48C5-8286-EF4C2CD5D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ECC33B5-943A-4601-BA3C-00C1AFCC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16C6EEE-099F-4A63-B74B-DB7B0341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759CB19-723E-47CE-BDB9-A6DFB104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35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257A-ED48-4F8D-9186-ACE460C2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DFDCF1C-D8F1-4EC8-A94D-91F4566A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19DB209-1663-455D-B2C6-93F2F151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E150793-3295-4342-985E-57BF3D33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25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E8DB96C-33C5-44EA-8DC0-94038F6D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363B290-D6E3-4006-BB39-97CD5186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E30B9E0-77E3-48F2-B651-FF278821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92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76E9E-6D88-4F6C-827C-3F29D866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C25A375-B584-4628-B3FB-021135BFC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83FD90C-FDE2-4A29-8822-22C798DCC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37B8058-84F5-420B-80D1-55B23F3F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4C381EB-61A3-40ED-96BB-A949768E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3056CE6-5BF4-420A-804D-0F0353A3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91372-D112-4FFE-A57F-701E0308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3C7C794-CD25-4A7F-A67A-A4F43F4CF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C7A87BB-0546-4D59-ACD2-FE7D667AB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E9483F-0214-45C0-96BB-59437BDC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3EBB525-8A00-4167-8603-CFD3E36FE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1A865E5-080C-40BE-8A64-A3CE3279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07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FDEA2-9AFE-4448-93D2-C7E79A70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94D74E1-5751-43B9-8DB4-ED6EC24F0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B4BE088-C0BD-4EC1-8F92-6DA35CA05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F5B7C61-49FF-436C-A4FA-F42B4B47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058309F-8DF7-4CC6-9221-DA13ACC4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9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D111400-130F-4525-90D2-71E64C415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FF1A813-BCB6-4EA3-B8E9-9D2BF9B1D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128F603-FA3A-4E3B-9AF5-D49E261F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690990C-8902-426D-A8CD-B19277A6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CDE432F-6444-4CD1-BD99-7BFD48EC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0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3F7688D-2705-4A77-9655-EC27CC40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8F741A8-FA8F-4E3E-A1A6-2B77F569B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E700868-7DFA-45A3-90E6-EF20A895F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DC2C9-A3B8-41B6-933A-A58F49BFE860}" type="datetimeFigureOut">
              <a:rPr lang="ru-RU" smtClean="0"/>
              <a:t>11.02.2024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CF4DDC8-A6D1-46CD-A45E-80968D229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D7A2689-BB87-40CA-AF39-792EA3A9F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E98CC-94FB-45A5-A587-42CEB40462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3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outdoor, sky, water, nature&#10;&#10;Description automatically generated">
            <a:extLst>
              <a:ext uri="{FF2B5EF4-FFF2-40B4-BE49-F238E27FC236}">
                <a16:creationId xmlns:a16="http://schemas.microsoft.com/office/drawing/2014/main" id="{55813AE2-6E77-4E54-BA63-34B444A2A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brightnessContrast bright="-23000"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-1155300" y="2274837"/>
            <a:ext cx="14502600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Хай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шумлять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моря,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співають Небеса,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Який славний Ти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36427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outdoor, sky, water, nature&#10;&#10;Description automatically generated">
            <a:extLst>
              <a:ext uri="{FF2B5EF4-FFF2-40B4-BE49-F238E27FC236}">
                <a16:creationId xmlns:a16="http://schemas.microsoft.com/office/drawing/2014/main" id="{55813AE2-6E77-4E54-BA63-34B444A2A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brightnessContrast bright="-23000"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-1155300" y="2644169"/>
            <a:ext cx="145026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 в захваті, Господь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 Твоєї величі</a:t>
            </a:r>
          </a:p>
        </p:txBody>
      </p:sp>
    </p:spTree>
    <p:extLst>
      <p:ext uri="{BB962C8B-B14F-4D97-AF65-F5344CB8AC3E}">
        <p14:creationId xmlns:p14="http://schemas.microsoft.com/office/powerpoint/2010/main" val="61094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outdoor, sky, water, nature&#10;&#10;Description automatically generated">
            <a:extLst>
              <a:ext uri="{FF2B5EF4-FFF2-40B4-BE49-F238E27FC236}">
                <a16:creationId xmlns:a16="http://schemas.microsoft.com/office/drawing/2014/main" id="{55813AE2-6E77-4E54-BA63-34B444A2A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brightnessContrast bright="-23000"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-1155300" y="2274837"/>
            <a:ext cx="14502600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наш вірний Бог,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про Твою любов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Почула вся земля</a:t>
            </a:r>
          </a:p>
        </p:txBody>
      </p:sp>
    </p:spTree>
    <p:extLst>
      <p:ext uri="{BB962C8B-B14F-4D97-AF65-F5344CB8AC3E}">
        <p14:creationId xmlns:p14="http://schemas.microsoft.com/office/powerpoint/2010/main" val="818602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outdoor, sky, water, nature&#10;&#10;Description automatically generated">
            <a:extLst>
              <a:ext uri="{FF2B5EF4-FFF2-40B4-BE49-F238E27FC236}">
                <a16:creationId xmlns:a16="http://schemas.microsoft.com/office/drawing/2014/main" id="{55813AE2-6E77-4E54-BA63-34B444A2A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brightnessContrast bright="-23000"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-1155300" y="2274837"/>
            <a:ext cx="14502600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 Тебе ми прийшли,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щоб  знов прославили,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Твоє святе ім’я</a:t>
            </a:r>
          </a:p>
        </p:txBody>
      </p:sp>
    </p:spTree>
    <p:extLst>
      <p:ext uri="{BB962C8B-B14F-4D97-AF65-F5344CB8AC3E}">
        <p14:creationId xmlns:p14="http://schemas.microsoft.com/office/powerpoint/2010/main" val="395499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outdoor, sky, water, nature&#10;&#10;Description automatically generated">
            <a:extLst>
              <a:ext uri="{FF2B5EF4-FFF2-40B4-BE49-F238E27FC236}">
                <a16:creationId xmlns:a16="http://schemas.microsoft.com/office/drawing/2014/main" id="{55813AE2-6E77-4E54-BA63-34B444A2A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brightnessContrast bright="-23000"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-1155300" y="2644169"/>
            <a:ext cx="145026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Алілуя – Цар навіки.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Алілуя – друг, Спаситель.</a:t>
            </a:r>
          </a:p>
        </p:txBody>
      </p:sp>
    </p:spTree>
    <p:extLst>
      <p:ext uri="{BB962C8B-B14F-4D97-AF65-F5344CB8AC3E}">
        <p14:creationId xmlns:p14="http://schemas.microsoft.com/office/powerpoint/2010/main" val="39474056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</Words>
  <Application>Microsoft Office PowerPoint</Application>
  <PresentationFormat>Широкий екран</PresentationFormat>
  <Paragraphs>13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2024-02-11T08:05:43Z</dcterms:created>
  <dcterms:modified xsi:type="dcterms:W3CDTF">2024-02-11T08:13:38Z</dcterms:modified>
</cp:coreProperties>
</file>