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8" r:id="rId2"/>
    <p:sldId id="339" r:id="rId3"/>
    <p:sldId id="340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9D3EF4-9893-4F8B-936D-ADF376B65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6D0A5C7C-0E09-4AF2-AA40-3B3F9431CD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49E6EFD-626C-4CE1-A98C-88CEE3D12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E5411-83C4-4D96-9BA4-AE21A8BA4523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07CF750-6E2B-440E-AEA3-AB69F48A9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0932343-F7C0-4C1F-94AB-1713E2353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604E8-BAA9-47AD-9E54-EDA50E7BB9B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0962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4395A1-61A5-4C72-B154-3C251B29E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540A4D7-E274-4500-95A1-1A63935DE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4EEED24-3B40-4EBF-B460-8171B2665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E5411-83C4-4D96-9BA4-AE21A8BA4523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121E3F7-10D9-4AAF-89B0-F753B6826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69CB014-B1EB-40F9-9BD1-43D49B9D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604E8-BAA9-47AD-9E54-EDA50E7BB9B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8010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A37C9B-0580-4ED2-8D1B-D44162CA6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6A78EF4-C876-46FB-B207-05E999719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D15412B-7EAE-405E-9E9A-9B32628EE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E5411-83C4-4D96-9BA4-AE21A8BA4523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87438C3-486A-4E0F-BC8B-1207D05A8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6B619E2-1E29-450C-BB5B-28B80892D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604E8-BAA9-47AD-9E54-EDA50E7BB9B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6095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1541BF-DC38-4720-9004-E8CE5BC2C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787224D-A18B-4626-8D4C-2468A2D346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15A277B6-681A-48E9-96D8-D6F5D4A483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B0F8AFB2-3E51-45BD-AD53-C771570AE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E5411-83C4-4D96-9BA4-AE21A8BA4523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A6FE6B5B-DB5E-48E8-A023-030B76107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B03CB3FF-1EEC-4069-B765-C916A01DC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604E8-BAA9-47AD-9E54-EDA50E7BB9B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9028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AEA38B-44ED-474B-80CE-DEF013C03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AD772EE1-8F3F-489C-8DD6-2C20644F7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EA115B3-D79E-489F-ABC1-E51D90E34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05796944-B374-4E0C-AF86-F7A39DD7AF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6481A0A7-95E3-4D34-B064-B507C630C2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8639ECFF-5B5B-4A98-A9D1-6A5FFC9F3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E5411-83C4-4D96-9BA4-AE21A8BA4523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FB2F5464-4529-44C8-A36D-EBED72A89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3CE980EC-CF3C-4F9D-A27F-91D9702FD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604E8-BAA9-47AD-9E54-EDA50E7BB9B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8085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488C8-86C1-4B0B-ADF2-57FA7BB66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7F532C45-350E-4D67-8275-D7B3E4611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E5411-83C4-4D96-9BA4-AE21A8BA4523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3B605BCC-E856-48F8-B2C9-6040EF5EF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AF5EEC7F-5AB1-4588-B354-493B255C2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604E8-BAA9-47AD-9E54-EDA50E7BB9B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6323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2F715633-D998-4BD8-8787-5FAACC8FA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E5411-83C4-4D96-9BA4-AE21A8BA4523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55956A99-EEE1-4B48-94A5-698A43251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60A95330-735E-46EC-B626-E265A6822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604E8-BAA9-47AD-9E54-EDA50E7BB9B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254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96877C-2680-4C04-8A1F-FFD900781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6F5EEDD-A08A-48FB-9DE0-5428A0E94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54765374-A30C-4B50-81D0-984CCFCFE7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5D4AF8E5-E697-4D87-BB75-6A06C48BB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E5411-83C4-4D96-9BA4-AE21A8BA4523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4A399130-B26B-430C-876A-19AEEDEBF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B1C718D8-825A-493C-8536-59A4D7726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604E8-BAA9-47AD-9E54-EDA50E7BB9B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9913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75DD69-B9AC-42D8-8723-CE4FEF0F1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A931486A-F82B-426B-8F2D-3DBCE05E5D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933D48EC-DF25-42FE-928D-2014CF51BE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2DC4D1D6-208F-4BDE-A5B2-FD4317FAF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E5411-83C4-4D96-9BA4-AE21A8BA4523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EAF3FF6A-E033-4E4C-9D52-0982E989B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0E28F7EB-6DEE-4078-AE57-9AEBFB4E0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604E8-BAA9-47AD-9E54-EDA50E7BB9B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6911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5DFE42-4BE4-4172-B039-59DD2A9EB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D760AABB-6303-43C5-933F-4F8906BC5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C290E59-A9A5-4371-82C3-AEB07E9FA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E5411-83C4-4D96-9BA4-AE21A8BA4523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8402A8C-26C8-4E50-83CD-08A9C28C9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4832967-12AD-4736-B6D6-80095687B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604E8-BAA9-47AD-9E54-EDA50E7BB9B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2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384E972D-61D2-4503-9FD0-761533C062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76D75959-6874-4FD0-8C77-C5ADE7990E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089C104-32C9-42F4-9780-EAAEB6253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E5411-83C4-4D96-9BA4-AE21A8BA4523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38CDEB8-0D84-4BFF-8911-C106464B5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811378B-23EB-46BF-8873-6ACEB43B3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604E8-BAA9-47AD-9E54-EDA50E7BB9B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3434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9E6FBFBA-0455-467E-9B8B-DCBF8A7A4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09BD2E6-1754-40F1-AFC8-67DEA56D8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C1420B5-D9A2-474A-AC2D-D260BA3DA4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0E5411-83C4-4D96-9BA4-AE21A8BA4523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F76408C-C509-4D8F-B438-493D94C379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CA9A649-1D4B-4FCC-9655-F8C325B561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A604E8-BAA9-47AD-9E54-EDA50E7BB9B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1883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929659" y="2085538"/>
            <a:ext cx="1033267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Тобой Одним дышу,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Тобой Одним живу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Святое Имя в сердце моём</a:t>
            </a:r>
          </a:p>
        </p:txBody>
      </p:sp>
    </p:spTree>
    <p:extLst>
      <p:ext uri="{BB962C8B-B14F-4D97-AF65-F5344CB8AC3E}">
        <p14:creationId xmlns:p14="http://schemas.microsoft.com/office/powerpoint/2010/main" val="2463521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929659" y="2501037"/>
            <a:ext cx="103326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мой насущный Хлеб,</a:t>
            </a:r>
            <a:endParaRPr lang="ru-RU" sz="54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Живое Слово в сердце мо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ём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65459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929659" y="2551837"/>
            <a:ext cx="103326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Господь, Тебя так жажду!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Господь, в Тебе нуждаюсь!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7646115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</Words>
  <Application>Microsoft Office PowerPoint</Application>
  <PresentationFormat>Широкий екран</PresentationFormat>
  <Paragraphs>7</Paragraphs>
  <Slides>3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5</cp:revision>
  <dcterms:created xsi:type="dcterms:W3CDTF">2024-07-20T20:06:06Z</dcterms:created>
  <dcterms:modified xsi:type="dcterms:W3CDTF">2026-03-28T17:27:21Z</dcterms:modified>
</cp:coreProperties>
</file>