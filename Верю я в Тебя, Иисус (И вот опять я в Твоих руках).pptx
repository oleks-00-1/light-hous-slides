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294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BE1FC-DDA6-458C-A423-D4CD15B63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671F908-9867-4BAB-9A33-1E2FA18EF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8363924-E4A5-4C2A-A505-6D0FCE09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B00A91D-5E6D-4C02-AFA8-2C58188F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6C2956-ED79-4964-8B49-F082C550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49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79285-FAB2-424D-816B-7C62569D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584BF8-C457-486F-A79F-4697193C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D416DF-A997-4A6F-A4DC-2818B960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022C951-7519-452B-ABF6-F60E66BF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6475BB-F5F2-4E0E-A95C-AD9D893D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6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E02D1-F323-4070-B26E-1EACA8B3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6C15C69-05BB-42D2-8F3F-7291429AA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93F956-74ED-4924-971E-BEB48778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5F9E91-2F59-4042-9678-70F1DCBC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C0A295A-5127-4D0D-8DB1-8F22A438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7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1BC33-2F0D-4F3D-8485-4E600741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7012557-77E8-439A-BC4D-B9084EE87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ADD29E7-B7E0-4251-87D2-6675113AB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F9D0421-4B2A-4ED8-9F19-BE74882C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82E1DD3-B360-441C-A0FA-B464BDF1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1D7339-32D5-4596-9FE6-00FDC74D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63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8BECB-4A95-407B-806A-8BF8A6D9A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4703002-CBF2-4CE3-ABCA-98218DDB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A5952AB-CC2A-4655-B215-8A2D6A32D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7B09C86-993F-4FD9-8CBC-219959075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3EBA6C4-0929-4C9A-9FD5-E33ACE63C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8D2019C-0DE0-45E9-BC7C-5B002217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12FB2DC-EDC3-4452-99BB-9361BB21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41A32891-7868-4A96-AE21-5BA005AD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61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338DB-5196-4412-9EC2-F704743C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5860170-56E0-42AD-AB33-C2BC64D5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5F584CC-8AEA-4276-8BFD-52EE90EA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2DBA1B8-B1F5-4EB6-A2F9-F6926FEF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66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49EC7E8-EAF8-49A2-ADD6-A3EC3670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8B72665-BD28-4F40-B0CE-CCB54713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1ECC672-CBB5-4B8B-B5BB-ACECB5DA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17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8B636-FDAE-4895-83AE-9CC5C59B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06D526-8E56-4657-8A65-ECF273FE7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ADEFA24-EB37-47C7-8EA0-21D7927E2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3289822-D96B-4737-87A8-D57714DD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AB5D44D-54BB-4DA9-859D-53B1E98C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E141411-FDAA-4B9B-833F-C72FD127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73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012C2-6DA7-435F-812A-2C752332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D617F8C-2B59-4CA7-B1A6-C6B0F4EB1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B865511-7FA4-4BC8-A214-71F9BD3CA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849F4B-D218-442D-A9C9-FCD4D3AC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0C9E186-076A-49A7-B692-AED37038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E0E7364-FFE6-4C9E-B356-6C18FAEB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0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20A8-116A-405E-85C9-B3F6BC33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43790E9-62AD-4F55-A184-5783BF026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F120BB6-7144-4433-9EB0-78BEF25F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553A760-7D3C-4812-B316-77ED159F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2D4A9E-9E4C-4C9B-96CA-8A3A747D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92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014295A-AD9E-4AE1-8200-45545B353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D38B3F0-47FD-4F18-BC21-B6E73C8AB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AEEE28F-8EE2-49A0-9A60-E3E6F263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0E56861-26D9-47A4-AC3B-5429251E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AE70F20-8B72-4F3B-8E0F-3926F0A9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53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8ABE039-B5A0-4277-A56B-73CD4083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208ED58-BE22-4E25-B526-C38A7B49F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6D93CA-787D-4329-B61B-C0277224A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0094B-C86B-4256-82AC-87A453C652BB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636F9AC-9D40-478D-9467-E23E3DD27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BE97526-8A27-488A-8B88-EC00DC669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4AD-9695-406F-B9BB-8861A9258B9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2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954336" y="1905506"/>
            <a:ext cx="102833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вот опять я в Твоих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всё во мне – Твоё,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Мой мир всегда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 ладони Твоей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Вся жизнь в Тебе навечно</a:t>
            </a:r>
          </a:p>
        </p:txBody>
      </p:sp>
    </p:spTree>
    <p:extLst>
      <p:ext uri="{BB962C8B-B14F-4D97-AF65-F5344CB8AC3E}">
        <p14:creationId xmlns:p14="http://schemas.microsoft.com/office/powerpoint/2010/main" val="370258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477167" y="1924195"/>
            <a:ext cx="112376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Верю я в Тебя, Иисус,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Принадлежу Тебе, Иисус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живу лишь для Тебя,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Пою лишь для Тебя я всей душой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3190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477167" y="1924195"/>
            <a:ext cx="112376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Иду с Тобой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, куда б Ты ни шёл,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Сквозь смех и боль я верю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 Твоих путях в обещаньях Твоих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Я буду жить навечно</a:t>
            </a:r>
          </a:p>
        </p:txBody>
      </p:sp>
    </p:spTree>
    <p:extLst>
      <p:ext uri="{BB962C8B-B14F-4D97-AF65-F5344CB8AC3E}">
        <p14:creationId xmlns:p14="http://schemas.microsoft.com/office/powerpoint/2010/main" val="323098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cow&#10;&#10;Description automatically generated">
            <a:extLst>
              <a:ext uri="{FF2B5EF4-FFF2-40B4-BE49-F238E27FC236}">
                <a16:creationId xmlns:a16="http://schemas.microsoft.com/office/drawing/2014/main" id="{33E974B4-2661-DB1D-DA50-87379B927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95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6AA67-0FFF-6966-B07F-53049AA03131}"/>
              </a:ext>
            </a:extLst>
          </p:cNvPr>
          <p:cNvSpPr txBox="1"/>
          <p:nvPr/>
        </p:nvSpPr>
        <p:spPr>
          <a:xfrm>
            <a:off x="954336" y="2478193"/>
            <a:ext cx="102833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Поклоняюсь,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Поклоняюсь я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33236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</Words>
  <Application>Microsoft Office PowerPoint</Application>
  <PresentationFormat>Широкий екран</PresentationFormat>
  <Paragraphs>14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2023-11-29T13:48:22Z</dcterms:created>
  <dcterms:modified xsi:type="dcterms:W3CDTF">2026-01-03T17:59:39Z</dcterms:modified>
</cp:coreProperties>
</file>