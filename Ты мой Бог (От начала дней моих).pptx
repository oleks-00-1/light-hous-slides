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9" r:id="rId2"/>
    <p:sldId id="335" r:id="rId3"/>
    <p:sldId id="340" r:id="rId4"/>
    <p:sldId id="336" r:id="rId5"/>
    <p:sldId id="337" r:id="rId6"/>
    <p:sldId id="338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C8C5D-A1EE-4C47-ABB9-522F5FDA5A6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D96D1-6285-42CD-9164-A0CB30C5DE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25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41356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5936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07565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79692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94856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4764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664AD-2FC9-4A7D-A015-F01174EC7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806D4E7-D642-4569-A503-1B5428C1E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A75A218-6249-40C7-81AA-97B75DDC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2E3C156-6AAC-4AD9-89F0-46FD59A1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3BD6A5B-A0B6-468D-BC72-72D0B3B2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2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195D6-2E02-4B14-B8C7-91D79470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AD7913-D018-4F9E-BD37-B640D0E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4BE7CDD-CDBE-4233-B334-B25AEFD3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601660-1341-4269-B60A-AF2CD396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9DE9A4A-F1FE-417D-A5BC-B87DEED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90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7B50C-A82A-417A-9771-721DBFE8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ED36155-7E33-4958-8336-1BB733B0F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BDE0DB-EB5D-4440-BCF5-A5CAD068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F2AE271-4071-48EE-AF23-BEDEF2B9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B649A95-6E8C-48E2-8B41-4F4FC0A2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316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0123B-B9C3-468C-98E1-89CE3E15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70D7FC-4FCB-42DD-9021-562643606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BD9C629-D2C0-4AD3-95D5-3E6135366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BFD7E37-A4E7-49C5-AA54-81FE5C75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6AF1BBF-5662-4907-9802-535901E6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D3F0900-5C6A-4754-8819-E96A7694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7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11103-2E7B-4BC9-BF1D-70EBEAA4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22D8A24-3F94-46C1-B071-9ADFBC9F8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1543849-92E3-4327-9BD2-3EF4A429C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C677B6E-E914-4FE2-BF38-EC326CD7C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28ADB0A-200B-437E-AC5B-DDCC93A38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1B6404C-3084-454D-B393-DB546E31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C1B350A-E9A8-4F31-83F0-B259E83D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80149A1-60E1-44B1-A757-586EF64B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62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94E6C-DD61-470E-96C1-76A412DF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784BD10-BF1D-4124-97B8-0A133409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CCD7009-316F-4132-9CC0-DB4896C4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B583EB5-D19D-414A-9AA7-C9CCCC24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3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9BBA342-D5BA-46D9-9FEA-18C8E14E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076F8E0-4921-4417-83B6-FDCCD361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7A5699D-3A92-4ABF-B032-955701B0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56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849DD-6EE3-4A15-8BCA-9F02690F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CE04849-2B94-4FA7-BAC2-5045A290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B1F8B97-9089-4DAA-9CCA-6BD735858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F3D2D4B-8FFB-4B0F-8D4A-90DD305B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9814199-068A-43A0-82E9-BCF6E642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1F9F531-6855-4C6E-9153-1E5EC358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74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515D7-79FA-481A-8B1C-E825FC37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16D29C0-B98C-4AEA-A30E-06AC7ED77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8F41FC-C043-49E5-8225-E68C30AD5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A23D61F-AACA-4E1F-8E2A-7DBE640B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7B83F9E-18C2-454A-92AD-96063727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B4746BB-DBE1-4444-B37B-4BA94A5C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288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BECE1-CC7E-445C-BA04-AA9108BE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0CBF459-88E2-4E72-8BC9-C28EA3D07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F3204EC-267D-4AB6-90F5-A544ABCC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B6E0CED-2955-487E-A319-2881142D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D84821B-1090-47E4-82F6-0DE603D9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34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9F3440D-FD5F-4DEE-B707-4D0603DBC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E2C8A23-2124-4A1C-B761-29F6D84DD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60366F4-1F80-4A2A-BDC4-30F3B73A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E0AD57D-BC74-4379-8DFA-EF4B7DC8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AEE28D-AD7C-48C7-9C62-3837DF17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44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EAD32B0-F03F-4AC9-AD23-401DB084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A523E62-DB58-4EFA-AB43-997F2954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2A1FC66-119D-4402-97A5-AFF860F9F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27B6-B96C-4F35-8488-A60AFF3EAC3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988615-F34F-4517-9587-2EDC065EB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EF9EE13-B455-42F9-BC31-AF4379A6C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ACAC-A743-439C-84A2-0EBC0AB8E1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76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79055" y="1720840"/>
            <a:ext cx="104338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 начала дней моих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моя в руках Твоих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Нас ничто не разлучит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мой покров и крепкий щит</a:t>
            </a:r>
          </a:p>
        </p:txBody>
      </p:sp>
    </p:spTree>
    <p:extLst>
      <p:ext uri="{BB962C8B-B14F-4D97-AF65-F5344CB8AC3E}">
        <p14:creationId xmlns:p14="http://schemas.microsoft.com/office/powerpoint/2010/main" val="3183394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79055" y="2459504"/>
            <a:ext cx="104338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просто плоть и кровь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для большего рожден</a:t>
            </a:r>
          </a:p>
        </p:txBody>
      </p:sp>
    </p:spTree>
    <p:extLst>
      <p:ext uri="{BB962C8B-B14F-4D97-AF65-F5344CB8AC3E}">
        <p14:creationId xmlns:p14="http://schemas.microsoft.com/office/powerpoint/2010/main" val="3068390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360020" y="1728813"/>
            <a:ext cx="129120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мой Бог, Ты всегда со мной,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моя и воздух мой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бы ни случилось,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живу Тобой</a:t>
            </a:r>
          </a:p>
        </p:txBody>
      </p:sp>
    </p:spTree>
    <p:extLst>
      <p:ext uri="{BB962C8B-B14F-4D97-AF65-F5344CB8AC3E}">
        <p14:creationId xmlns:p14="http://schemas.microsoft.com/office/powerpoint/2010/main" val="4984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8162" y="2652143"/>
            <a:ext cx="119556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 я, если упаду, силу в Тебе найду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бы ни случилось, я живу Тобой</a:t>
            </a:r>
          </a:p>
        </p:txBody>
      </p:sp>
    </p:spTree>
    <p:extLst>
      <p:ext uri="{BB962C8B-B14F-4D97-AF65-F5344CB8AC3E}">
        <p14:creationId xmlns:p14="http://schemas.microsoft.com/office/powerpoint/2010/main" val="368355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8162" y="1720840"/>
            <a:ext cx="119556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 пустыне, и во тьме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Радость я найду в Тебе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из глубин поднял меня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даже смерть мне не страшна</a:t>
            </a:r>
          </a:p>
        </p:txBody>
      </p:sp>
    </p:spTree>
    <p:extLst>
      <p:ext uri="{BB962C8B-B14F-4D97-AF65-F5344CB8AC3E}">
        <p14:creationId xmlns:p14="http://schemas.microsoft.com/office/powerpoint/2010/main" val="289703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8162" y="1544147"/>
            <a:ext cx="119556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уже не я живу,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Живет во мне Христос мой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 начала и вовек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достоин славы</a:t>
            </a:r>
          </a:p>
        </p:txBody>
      </p:sp>
    </p:spTree>
    <p:extLst>
      <p:ext uri="{BB962C8B-B14F-4D97-AF65-F5344CB8AC3E}">
        <p14:creationId xmlns:p14="http://schemas.microsoft.com/office/powerpoint/2010/main" val="17847902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116</Words>
  <Application>Microsoft Office PowerPoint</Application>
  <PresentationFormat>Широкий екран</PresentationFormat>
  <Paragraphs>26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5</cp:revision>
  <dcterms:created xsi:type="dcterms:W3CDTF">2025-06-15T06:34:13Z</dcterms:created>
  <dcterms:modified xsi:type="dcterms:W3CDTF">2026-02-28T21:00:15Z</dcterms:modified>
</cp:coreProperties>
</file>