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3" r:id="rId5"/>
    <p:sldId id="341" r:id="rId6"/>
    <p:sldId id="34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3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79961-5C18-45F2-8AE9-1DCCCEF03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ED44158-38E4-4B70-BB4D-B9B0DEEBE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28FB6FC-3DBF-442D-9CB3-7C675B28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FC7BBC8-CE7B-4408-AAED-7C3758F3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7D7464-4849-4AB5-A6AA-AF36F71C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60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FD667-E78E-401B-8152-AB819366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7115CE-61DA-4F57-82EB-DBAAF9984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A4A47F8-F436-4D9B-A621-68D3F467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79E286-DB3C-4951-8628-0181421C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33CFF28-6322-4141-9783-D73198C9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15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2F329-C902-4809-93F2-6BE777A1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C0B8AFF-D8C8-4AD1-AF1D-C386E44E9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9ADECC2-4983-4E72-AD81-49D66004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CCF8DAF-80C0-40AA-B520-82197C50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4225DCE-9A3A-4EF1-BF97-74C9C51A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80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B3ADD-7568-4FE9-8312-610489E4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F8CB522-CFA1-4438-95F7-A5D66CB61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C915065-7E06-4CC9-8C69-E0E52080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5A2E4A8-841E-4427-95CD-CCA90818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6673460-0398-4955-8DE6-A9B90EB8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E6A9C1F-04A0-41C9-A94F-6AFD776C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43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82EAC-803C-4C89-96D7-DD8F831C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F4ADF1-D33F-4B35-82CB-11321370C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467A197-EB4C-444E-84F0-F4F8433EE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3C814E3-6873-41AC-8B5B-02AC8CE2D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4A14E62-5AC3-405F-B574-68AAE8699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7FB2549-7089-4BBB-A37C-598BC5CF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264317F-111D-4872-8A9E-032E33DC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57CDF27-B255-4E7B-9F46-AD1A8271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25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33F89-6B19-4FD2-896F-245C3AC8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2048034-42EA-420E-BE9C-7A1CD32B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E26E6F7-42A4-4EDA-88A9-D17AF929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F9EB0FA-CC03-438A-8DA0-2C8EF266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8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2A00152-CA5C-4E94-A74E-983895CF0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8B9CB47-25F7-404E-9150-98018BFC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B41DE11-B735-4AF1-9849-6B6E5B8C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17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FAC15-2F4B-4244-AFD3-7BCB47C6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5F9A05-B5B3-44F9-9D10-14EE34338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551588A-3FF9-4CF3-9DBA-82872C03B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C08F294-59A1-4CD7-8CCC-7B2D52FA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6BE7FE5-D8ED-4771-B334-225ABC4B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F48D32-B6AE-4E9C-84A9-57732CD0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54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B00D-CF13-470F-9213-3EFA94D2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0A97615-D7C2-4EAB-B690-D8E579169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E0FABC9-7421-4AB1-8A9E-D660366D2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004789E-B6BE-4375-BAC5-4AD6DE1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BAE80CC-06AB-469F-9276-BAF1DFE9B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0FC2EAC-E6F8-44DB-A842-7A42FF45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71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FA18D-76F7-4227-8EF5-C68B086D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793CA71-3098-446C-AB65-8A491EA11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A748470-94FC-4D7C-8CF2-81A90846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4F12824-4E3D-4E6E-9D6D-475BF432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41B8D4F-E981-4357-8BE5-FBC8A71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35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276A001-BE57-4C9C-982A-AD3E6310E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E481100-E577-4654-9864-2505069AD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568EC5F-C353-4282-A205-47389F8E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D3CAF1A-ED41-453F-A456-EDDF2FA9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F1E086F-39E5-4EF1-88F0-D48C73B6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B88C59E-9A78-4FCE-B35D-EC6EA8940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0C3C922-09E7-4552-AF3D-C9AEC7993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7ADF187-D9BF-4FC6-8025-4C272826E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7A761-D9E5-4EC5-ACDB-BBC619915258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FBB0F50-1AB1-4456-8619-730D173CD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3FE9B16-480F-47AE-8E47-FD861C2ED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B2BFD-F211-45A5-A1E6-90D24A3F5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88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2224038"/>
            <a:ext cx="12012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бы мог поверить в чудо из чудес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бы мог увидеть яркий свет с небес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2274838"/>
            <a:ext cx="12012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пришел для каждого, ты не забудь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бы всех людей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добрый путь вернуть</a:t>
            </a:r>
          </a:p>
        </p:txBody>
      </p:sp>
    </p:spTree>
    <p:extLst>
      <p:ext uri="{BB962C8B-B14F-4D97-AF65-F5344CB8AC3E}">
        <p14:creationId xmlns:p14="http://schemas.microsoft.com/office/powerpoint/2010/main" val="388154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2694970"/>
            <a:ext cx="12012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не растворился этот мир во зле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Божий Сын родился на земле</a:t>
            </a:r>
          </a:p>
        </p:txBody>
      </p:sp>
    </p:spTree>
    <p:extLst>
      <p:ext uri="{BB962C8B-B14F-4D97-AF65-F5344CB8AC3E}">
        <p14:creationId xmlns:p14="http://schemas.microsoft.com/office/powerpoint/2010/main" val="355826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2325638"/>
            <a:ext cx="12012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пришел для каждого, ты не забудь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всех людей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добрый путь вернуть</a:t>
            </a:r>
          </a:p>
        </p:txBody>
      </p:sp>
    </p:spTree>
    <p:extLst>
      <p:ext uri="{BB962C8B-B14F-4D97-AF65-F5344CB8AC3E}">
        <p14:creationId xmlns:p14="http://schemas.microsoft.com/office/powerpoint/2010/main" val="49194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1905506"/>
            <a:ext cx="120126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рождественская ночь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тревоги гонит прочь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рождество наполнит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каждый дом</a:t>
            </a:r>
          </a:p>
        </p:txBody>
      </p:sp>
    </p:spTree>
    <p:extLst>
      <p:ext uri="{BB962C8B-B14F-4D97-AF65-F5344CB8AC3E}">
        <p14:creationId xmlns:p14="http://schemas.microsoft.com/office/powerpoint/2010/main" val="380672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89689" y="2274838"/>
            <a:ext cx="12012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верю, что Христос пришел грех мира превозмочь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знаю, кто-то верит со мной </a:t>
            </a:r>
          </a:p>
        </p:txBody>
      </p:sp>
    </p:spTree>
    <p:extLst>
      <p:ext uri="{BB962C8B-B14F-4D97-AF65-F5344CB8AC3E}">
        <p14:creationId xmlns:p14="http://schemas.microsoft.com/office/powerpoint/2010/main" val="22075185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</Words>
  <Application>Microsoft Office PowerPoint</Application>
  <PresentationFormat>Широкий екран</PresentationFormat>
  <Paragraphs>16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2025-12-25T08:09:56Z</dcterms:created>
  <dcterms:modified xsi:type="dcterms:W3CDTF">2026-01-03T18:12:21Z</dcterms:modified>
</cp:coreProperties>
</file>