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5" r:id="rId3"/>
    <p:sldId id="326" r:id="rId4"/>
    <p:sldId id="327" r:id="rId5"/>
    <p:sldId id="328" r:id="rId6"/>
    <p:sldId id="329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4" autoAdjust="0"/>
    <p:restoredTop sz="94660"/>
  </p:normalViewPr>
  <p:slideViewPr>
    <p:cSldViewPr snapToGrid="0">
      <p:cViewPr varScale="1">
        <p:scale>
          <a:sx n="64" d="100"/>
          <a:sy n="6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1A6701-3A6F-41FA-8AB6-F9602B108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1F4176B8-5758-4FB1-95FD-8DD544C58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D5CD964-EA42-4096-AFF2-BBB9650F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6ACA704-6BB2-4DE5-86B9-664E6FD6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AA92DDD-A05B-4ABF-A3AB-D3CAD01D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461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8591A-920D-4BE3-9A03-B2F72CF2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B60C260D-A4A9-4E67-BFAB-753192453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D16880D-28DB-49B7-BFD2-33A23288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8665143-26FA-4B91-9689-5476841B2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B300C0F-4500-403A-8CEA-3F33A614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953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7E87FC-8624-4F82-8614-1A62F546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1E86136-7C6F-4B4B-BCD0-F2A629F87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FCBAEA4-78C3-4D53-999B-1379F3DBA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173461A-0576-429E-8BA8-7FB85BDD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BC82217-1265-43A6-9E74-D474DAB6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88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DB918F-5E76-4250-9484-7CBDEB046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468D7AD-8103-4981-9068-8739F60FE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783D77F-AD7A-4DEE-AD62-B6487126E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807B2D6-D917-4E63-B5BC-E387D9E8B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E5978ED-3B1E-4BB0-9488-0A1963BF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8574FE8-5D5A-4755-A60E-57C7ADFF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59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97896-E58F-42D4-BC5F-DFE8F54C8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61FC3A-39DE-4FED-B70D-5FEDC9E8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9D186DA-56E5-4EA3-BD52-B48ADC3FC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FE9F652-9352-43B1-BB70-57291E3093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2D133235-6239-4E9E-AAE3-BD306FDC01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ADD2AD0-CFB2-4D2E-B0C7-46CBCF6CE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74908E0D-1259-4F8D-AED7-C3FB85A85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F5E3D6F-91D7-4F44-AE7F-A7F4414D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39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298FA4-6927-42F9-BF25-00F0A4BA5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E034648C-F704-46A2-BBA5-09949C56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69BE28BF-88B3-4860-8931-5A8661E0F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A0C472BB-096A-40C4-8824-27D82096D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4831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69F89866-6C5A-4B68-AF44-015C60DF3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2E9C6D0-31BE-433B-8175-846453A4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ED2F091-D281-4DE0-8F87-9D561E9E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252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F75C42-BE91-465A-B002-ABB02940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94F2915-8353-457E-B7C7-453F6EEC3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2CE9E7C-5FF3-4E33-9E94-7DAF6289D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1BAEF25-C0AE-4480-9211-776E6AE91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5F9D1D0-2AD8-452E-80C1-62BAD04A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35CC886-01EC-4B11-B4F7-415D8F733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445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E2361B-DBCC-43BF-BD9B-76CA82248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C0467411-14DC-43F0-B22F-3FCBAE3ED2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31A807A-5DD1-455A-80DA-8548B36FB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00293EF-37CA-4B68-8102-E02FBC46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BB0F091-C5AF-42B1-9750-7847A9BEE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EF3F3B2-FBE9-473B-811F-8089ACBD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453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7B776E-D504-476B-8FCD-FAAE9E47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0700B1B-124A-44EA-B5AA-3130517E4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3FA605C-9675-4D6A-9AB2-7848A0D5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0C4971-BF2D-48AE-B9C7-882F0D37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4FCA3CA-E452-43A9-9AC1-2DB0DA02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5858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227ED558-6A35-4E4A-82BD-4D5E262EAF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1A60639-5928-4DFA-BC3F-858E0F90D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F6F203F-D0C9-4749-8405-2B343EF3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167AF36-2CDE-4D73-9614-317CAF04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D5784AB-4733-46A2-9931-5228CD9C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6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2942F28-52A5-4595-BA46-D3FC7475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6FC23D6-27D9-45CD-808A-2FC54EE3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113DBF7-C10E-4C01-835F-CF6822DE3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A6117-E177-4BF5-85FB-BBBA0B7A2230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96C07DAD-5A06-4BB3-B13D-A1B1F472B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B8C3D06-A95F-483A-92A6-052394C2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9C511-0C8D-4934-9435-E2591F3CCEA6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043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1536174"/>
            <a:ext cx="103632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я отдаю Тебе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Тяжесть всю, награды все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</p:txBody>
      </p:sp>
    </p:spTree>
    <p:extLst>
      <p:ext uri="{BB962C8B-B14F-4D97-AF65-F5344CB8AC3E}">
        <p14:creationId xmlns:p14="http://schemas.microsoft.com/office/powerpoint/2010/main" val="179325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914399" y="1997839"/>
            <a:ext cx="103632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я отдаю Тебе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Ложь врага, сомнения все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</p:txBody>
      </p:sp>
    </p:spTree>
    <p:extLst>
      <p:ext uri="{BB962C8B-B14F-4D97-AF65-F5344CB8AC3E}">
        <p14:creationId xmlns:p14="http://schemas.microsoft.com/office/powerpoint/2010/main" val="3908797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89875" y="1960710"/>
            <a:ext cx="118122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Тебе уступлю Иисус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то что Ты хочешь, Бог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всё что Ты хочешь</a:t>
            </a:r>
          </a:p>
        </p:txBody>
      </p:sp>
    </p:spTree>
    <p:extLst>
      <p:ext uri="{BB962C8B-B14F-4D97-AF65-F5344CB8AC3E}">
        <p14:creationId xmlns:p14="http://schemas.microsoft.com/office/powerpoint/2010/main" val="190664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76386" y="1536174"/>
            <a:ext cx="11639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будет воля Твоя во всем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то что Ты хочешь, Бог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всё что Ты хочешь</a:t>
            </a:r>
          </a:p>
        </p:txBody>
      </p:sp>
    </p:spTree>
    <p:extLst>
      <p:ext uri="{BB962C8B-B14F-4D97-AF65-F5344CB8AC3E}">
        <p14:creationId xmlns:p14="http://schemas.microsoft.com/office/powerpoint/2010/main" val="488260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76386" y="1499045"/>
            <a:ext cx="11639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Разрушь стены все моих традиций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сокруши мои амбиции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знаешь лучше</a:t>
            </a:r>
          </a:p>
        </p:txBody>
      </p:sp>
    </p:spTree>
    <p:extLst>
      <p:ext uri="{BB962C8B-B14F-4D97-AF65-F5344CB8AC3E}">
        <p14:creationId xmlns:p14="http://schemas.microsoft.com/office/powerpoint/2010/main" val="1118828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0AC19FB-CFCD-4553-BBB5-AC74D4E3E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276386" y="1536174"/>
            <a:ext cx="116392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я отдаю Тебе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Ты Бог нужен мне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</p:txBody>
      </p:sp>
    </p:spTree>
    <p:extLst>
      <p:ext uri="{BB962C8B-B14F-4D97-AF65-F5344CB8AC3E}">
        <p14:creationId xmlns:p14="http://schemas.microsoft.com/office/powerpoint/2010/main" val="16854064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</Words>
  <Application>Microsoft Office PowerPoint</Application>
  <PresentationFormat>Широкий екран</PresentationFormat>
  <Paragraphs>20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2026-09-06T07:45:36Z</dcterms:created>
  <dcterms:modified xsi:type="dcterms:W3CDTF">2026-09-06T07:48:42Z</dcterms:modified>
</cp:coreProperties>
</file>