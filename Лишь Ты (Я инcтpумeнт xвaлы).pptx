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29" r:id="rId2"/>
    <p:sldId id="330" r:id="rId3"/>
    <p:sldId id="331" r:id="rId4"/>
    <p:sldId id="332" r:id="rId5"/>
    <p:sldId id="333" r:id="rId6"/>
    <p:sldId id="335" r:id="rId7"/>
    <p:sldId id="334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8" autoAdjust="0"/>
    <p:restoredTop sz="94660"/>
  </p:normalViewPr>
  <p:slideViewPr>
    <p:cSldViewPr snapToGrid="0">
      <p:cViewPr varScale="1">
        <p:scale>
          <a:sx n="82" d="100"/>
          <a:sy n="82" d="100"/>
        </p:scale>
        <p:origin x="60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960D2C-354A-459C-899A-6CA90854DE5E}" type="datetimeFigureOut">
              <a:rPr lang="ru-RU" smtClean="0"/>
              <a:t>04.07.2026</a:t>
            </a:fld>
            <a:endParaRPr lang="ru-RU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60BEBB-3EAE-4A70-B9B4-05408258E86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8173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068644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2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5080840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6506339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4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0579220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5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41714945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6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5213050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7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736377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3FCE82-BF29-4EAC-8B5C-9D81F9744E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2752F1AC-C021-460D-AA37-85DBDA764D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7C31529-5CCE-4AB4-9FBD-393FDD539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C3154-693F-43C1-9A7E-50F20DA20355}" type="datetimeFigureOut">
              <a:rPr lang="ru-RU" smtClean="0"/>
              <a:t>04.07.2026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5E779ED-07B4-44A9-B80D-6C4D89205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104D5A3-C832-43D3-99D5-CC0968DC0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8D81C-61CA-42ED-BB05-C663F8566F1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869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0F17EA-547C-4F5D-B1F6-12897C77E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4FC595A-955C-4BD6-A5D3-56F84D293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C711D44-6E58-42C6-8826-C594027CB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C3154-693F-43C1-9A7E-50F20DA20355}" type="datetimeFigureOut">
              <a:rPr lang="ru-RU" smtClean="0"/>
              <a:t>04.07.2026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D6CCB44-4598-4928-A9DC-79E0E56BE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7BDD98E-C323-40A2-863D-E9DBADC06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8D81C-61CA-42ED-BB05-C663F8566F1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6762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23FA5D-AB0A-46C0-A357-5ED6C4269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98E5C03C-BB0A-47BB-AD4B-8ECE12A1C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26CAD45-AA8E-49AC-849D-16B9C3DDA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C3154-693F-43C1-9A7E-50F20DA20355}" type="datetimeFigureOut">
              <a:rPr lang="ru-RU" smtClean="0"/>
              <a:t>04.07.2026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3967EFD-0B48-4D25-9EFE-0084F0467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E2F8A17-2873-4C3B-BEA9-D19BDFB37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8D81C-61CA-42ED-BB05-C663F8566F1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4605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CF9900-5CB9-4324-B438-A4BCA0D84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8F2BBB5-0FBD-4614-A98E-4240D39BE4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528F64BE-B787-4215-B61B-2F0496E15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19218EDF-BD52-40B6-BF96-CB3B5DD2C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C3154-693F-43C1-9A7E-50F20DA20355}" type="datetimeFigureOut">
              <a:rPr lang="ru-RU" smtClean="0"/>
              <a:t>04.07.2026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B9A26956-B233-46F7-88CF-7FBADA9BB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89644CDD-6CDF-472E-85C1-6348C37DD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8D81C-61CA-42ED-BB05-C663F8566F1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6633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5B5E61-2A49-48D0-B361-675999E00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0F75217F-64F8-4257-A330-F18E95AAE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2E1E7CBE-6A7A-4E78-9186-10F0951764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D66E0D9F-6E42-47BC-8C69-00B642013C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5DAC9865-47BC-470D-A498-277D0A9372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93CD137E-273F-4CAF-B743-9732469CB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C3154-693F-43C1-9A7E-50F20DA20355}" type="datetimeFigureOut">
              <a:rPr lang="ru-RU" smtClean="0"/>
              <a:t>04.07.2026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1F059218-70B8-4380-9CFE-98496C223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2A3E3025-B130-44B2-B53C-D8D0ABCD8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8D81C-61CA-42ED-BB05-C663F8566F1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7963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E34583-96F2-499F-ADDE-4E52B2CDA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B10C10F2-8D2B-4191-B852-755ABCCC7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C3154-693F-43C1-9A7E-50F20DA20355}" type="datetimeFigureOut">
              <a:rPr lang="ru-RU" smtClean="0"/>
              <a:t>04.07.2026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DD06EE24-A0AF-4B98-8C20-712B08949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0646CE9D-DDD5-4E40-A146-1425C8321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8D81C-61CA-42ED-BB05-C663F8566F1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447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B8DB0955-C329-40C6-BE20-9A7565ACB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C3154-693F-43C1-9A7E-50F20DA20355}" type="datetimeFigureOut">
              <a:rPr lang="ru-RU" smtClean="0"/>
              <a:t>04.07.2026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CF54E69C-EFD0-454A-B50C-2396AB509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19CA9401-2526-4CD1-A759-C5CA5218E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8D81C-61CA-42ED-BB05-C663F8566F1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5888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5B54C0-6ED9-4291-B52B-354EB60EC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46D4BD7-085B-4CE1-AC9E-4B231331A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EAFEC029-8505-4CD7-9FB6-C374455145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07541CCF-5057-42F6-A0D8-2E943F8F0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C3154-693F-43C1-9A7E-50F20DA20355}" type="datetimeFigureOut">
              <a:rPr lang="ru-RU" smtClean="0"/>
              <a:t>04.07.2026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65CDF30F-0DE1-4F02-91CA-99F80A5B6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7EF4D092-AB78-447E-A526-EFA23A3A0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8D81C-61CA-42ED-BB05-C663F8566F1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5128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724378-76D6-43CB-9C2B-70E5BC45E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C476F75A-96DB-4DAE-A45E-7F29B73A1A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76979BC9-3E2E-4ED0-876E-43A4219ED7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80F350D1-8E63-4315-A23E-44FF2D761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C3154-693F-43C1-9A7E-50F20DA20355}" type="datetimeFigureOut">
              <a:rPr lang="ru-RU" smtClean="0"/>
              <a:t>04.07.2026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1222834B-4A51-4340-BFB8-752B93F9E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35A0ACDA-F759-448F-9078-94C30F75F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8D81C-61CA-42ED-BB05-C663F8566F1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7393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6F40F1-A5DC-482E-8FDA-6C0A03C6D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66AF4143-3C96-4738-AAB4-1274948DC6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18FC69A-9294-4221-8B5D-900893CBB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C3154-693F-43C1-9A7E-50F20DA20355}" type="datetimeFigureOut">
              <a:rPr lang="ru-RU" smtClean="0"/>
              <a:t>04.07.2026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4B586D1-940C-4A96-B59C-C13C8007C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A82F80C-F377-4514-9015-AE5A5B474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8D81C-61CA-42ED-BB05-C663F8566F1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8322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AA6568C1-BD28-42F4-AAAC-D29B04EF78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B0D4093D-8BAF-4812-A7D0-D69342C3EF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4A2C8F1-DE48-4D59-BC6F-02225437B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C3154-693F-43C1-9A7E-50F20DA20355}" type="datetimeFigureOut">
              <a:rPr lang="ru-RU" smtClean="0"/>
              <a:t>04.07.2026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ADC9FD3-649E-4382-83B1-3E53076FA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062DFF5-3FEC-4BC2-96E2-FF2800BE5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8D81C-61CA-42ED-BB05-C663F8566F1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453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079AFFB4-3483-4BB1-8650-DAABE5363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EC05DCDF-1619-45EE-B44A-F9CA47220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96DEFA9-068B-462E-B60D-2422E4AD14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0C3154-693F-43C1-9A7E-50F20DA20355}" type="datetimeFigureOut">
              <a:rPr lang="ru-RU" smtClean="0"/>
              <a:t>04.07.2026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A6709C7-BF5A-41A2-B8B1-7FA1C2E58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FD9337F-50D1-4506-9CEC-6C8F100772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28D81C-61CA-42ED-BB05-C663F8566F1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0419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30CFB2C4-4875-7503-23FF-ACDF4F3A17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31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446106" y="1720840"/>
            <a:ext cx="1129978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ин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ум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нт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x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лы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и п</a:t>
            </a:r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poc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вл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ния</a:t>
            </a:r>
            <a:endParaRPr lang="ru-RU" sz="5400" b="1" dirty="0">
              <a:solidFill>
                <a:schemeClr val="bg1">
                  <a:lumMod val="95000"/>
                </a:schemeClr>
              </a:solidFill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был 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po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ждён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чт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 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ё Имя в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зн</a:t>
            </a:r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oc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ить.</a:t>
            </a:r>
          </a:p>
        </p:txBody>
      </p:sp>
    </p:spTree>
    <p:extLst>
      <p:ext uri="{BB962C8B-B14F-4D97-AF65-F5344CB8AC3E}">
        <p14:creationId xmlns:p14="http://schemas.microsoft.com/office/powerpoint/2010/main" val="205446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30CFB2C4-4875-7503-23FF-ACDF4F3A17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31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40598" y="2168900"/>
            <a:ext cx="1151080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Me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дия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звучит в</a:t>
            </a:r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ce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</a:t>
            </a:r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ope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ния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 </a:t>
            </a:r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ec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ть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т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 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</a:t>
            </a:r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ec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ня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чт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 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гу</a:t>
            </a:r>
            <a:endParaRPr lang="ru-RU" sz="5400" b="1" dirty="0">
              <a:solidFill>
                <a:schemeClr val="bg1">
                  <a:lumMod val="95000"/>
                </a:schemeClr>
              </a:solidFill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лишь я излить.</a:t>
            </a:r>
          </a:p>
        </p:txBody>
      </p:sp>
    </p:spTree>
    <p:extLst>
      <p:ext uri="{BB962C8B-B14F-4D97-AF65-F5344CB8AC3E}">
        <p14:creationId xmlns:p14="http://schemas.microsoft.com/office/powerpoint/2010/main" val="853538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30CFB2C4-4875-7503-23FF-ACDF4F3A17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31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40598" y="1720840"/>
            <a:ext cx="1151080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Лишь 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ы д</a:t>
            </a:r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oc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ин!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Лишь 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ы д</a:t>
            </a:r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oc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ин!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 п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бны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x,</a:t>
            </a:r>
          </a:p>
          <a:p>
            <a:pPr algn="ctr"/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To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льк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 T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ы, Ии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c!</a:t>
            </a:r>
            <a:endParaRPr lang="ru-RU" sz="5400" b="1" dirty="0">
              <a:solidFill>
                <a:schemeClr val="bg1">
                  <a:lumMod val="95000"/>
                </a:schemeClr>
              </a:solidFill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47922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30CFB2C4-4875-7503-23FF-ACDF4F3A17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31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40598" y="1753402"/>
            <a:ext cx="1151080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ы б</a:t>
            </a:r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ec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чный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 Б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г, 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кв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зь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в</a:t>
            </a:r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ce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c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тия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Св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й д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 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ы 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co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op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ил, Г</a:t>
            </a:r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oc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дь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 в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мн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e!</a:t>
            </a:r>
          </a:p>
        </p:txBody>
      </p:sp>
    </p:spTree>
    <p:extLst>
      <p:ext uri="{BB962C8B-B14F-4D97-AF65-F5344CB8AC3E}">
        <p14:creationId xmlns:p14="http://schemas.microsoft.com/office/powerpoint/2010/main" val="282883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30CFB2C4-4875-7503-23FF-ACDF4F3A17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31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40598" y="1753402"/>
            <a:ext cx="1151080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ы и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ц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лил м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й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ду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x,</a:t>
            </a:r>
            <a:endParaRPr lang="ru-RU" sz="5400" b="1">
              <a:solidFill>
                <a:schemeClr val="bg1">
                  <a:lumMod val="95000"/>
                </a:schemeClr>
              </a:solidFill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ru-RU" sz="5400" b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 н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 cep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дц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</a:t>
            </a:r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ec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нь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бл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ap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</a:t>
            </a:r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oc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ти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чт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 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нг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 н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 c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ть</a:t>
            </a:r>
            <a:endParaRPr lang="ru-RU" sz="5400" b="1" dirty="0">
              <a:solidFill>
                <a:schemeClr val="bg1">
                  <a:lumMod val="95000"/>
                </a:schemeClr>
              </a:solidFill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64929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30CFB2C4-4875-7503-23FF-ACDF4F3A17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31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70299" y="1720840"/>
            <a:ext cx="1185140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Агн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ц Б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жий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и </a:t>
            </a:r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Xp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</a:t>
            </a:r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oc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</a:t>
            </a:r>
          </a:p>
          <a:p>
            <a:pPr algn="ctr"/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Кт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 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был,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кт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 </a:t>
            </a:r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ec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ть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 и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вн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вь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г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ядёт</a:t>
            </a:r>
            <a:endParaRPr lang="ru-RU" sz="5400" b="1" dirty="0">
              <a:solidFill>
                <a:schemeClr val="bg1">
                  <a:lumMod val="95000"/>
                </a:schemeClr>
              </a:solidFill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нял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в н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</a:t>
            </a:r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ecax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T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ы т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po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 -</a:t>
            </a:r>
          </a:p>
          <a:p>
            <a:pPr algn="ctr"/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Святый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 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вятый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739744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30CFB2C4-4875-7503-23FF-ACDF4F3A17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31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40598" y="1720840"/>
            <a:ext cx="1151080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pa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дник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 п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po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ливший к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po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вь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</a:t>
            </a:r>
          </a:p>
          <a:p>
            <a:pPr algn="ctr"/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ы д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 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тц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 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люб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вь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!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Ии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 </a:t>
            </a:r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Xp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</a:t>
            </a:r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oc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 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будь в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зн</a:t>
            </a:r>
            <a:r>
              <a:rPr lang="en-US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ec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ён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-</a:t>
            </a:r>
          </a:p>
          <a:p>
            <a:pPr algn="ctr"/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Святый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 </a:t>
            </a:r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вятый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18840893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319</Words>
  <Application>Microsoft Office PowerPoint</Application>
  <PresentationFormat>Широкий екран</PresentationFormat>
  <Paragraphs>29</Paragraphs>
  <Slides>7</Slides>
  <Notes>7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4</cp:revision>
  <dcterms:created xsi:type="dcterms:W3CDTF">2026-05-23T20:26:53Z</dcterms:created>
  <dcterms:modified xsi:type="dcterms:W3CDTF">2026-07-04T20:53:22Z</dcterms:modified>
</cp:coreProperties>
</file>