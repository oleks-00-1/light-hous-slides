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5" r:id="rId2"/>
    <p:sldId id="326" r:id="rId3"/>
    <p:sldId id="327" r:id="rId4"/>
    <p:sldId id="328" r:id="rId5"/>
    <p:sldId id="329" r:id="rId6"/>
    <p:sldId id="330" r:id="rId7"/>
    <p:sldId id="33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27CF5-9C60-4A02-A8AC-3295583FC3F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5EFD4-839F-418F-9B04-9460BA97304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183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2712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29749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47207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1703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2979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06185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69133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F5D95-E042-477E-98F8-5865606B3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D125A60A-35FC-46F8-B05A-B3565D568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4A5AA97-23C2-4704-9561-BD052184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58A35E2-9CCF-45B3-A6A0-248798A4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50C10AD-D53F-4A30-B04B-287E599C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0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DBD8C-5E83-42A9-86E6-68DA6262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DEB0759-813F-4392-8B6D-7D447F368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B334A70-F0E1-403A-8274-00810FC9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2B3B0FC-FB09-4922-8925-047A01F2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7CE8E3-9218-4390-8762-8D1FBF8C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8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72EC6-6D75-4F82-8A63-7234D1DF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FE73C9C-B53E-4458-AF87-6973ECE7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CD56AC6-0AD8-40C8-AEBE-EB2D820E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0F2BD9B-9E67-4702-A7F5-1C97D8C0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B25C70-F736-4952-B0FD-0F2FDA85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44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22E8F-834A-4B4D-89BB-BAA86A70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3FB1C54-D229-4F83-AE14-DF46A3360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098B42D-DAC3-475A-8357-E822494EA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E1B9D1E-E76D-4F85-B587-07B8A284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CDFECE7-1256-40BD-8888-4C1F8632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09AA7FD-E45F-4219-ACF8-FEA11F5B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5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FC419-D273-49B8-8CCF-9694F2762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530997A-FC04-4410-8EAD-DB5EF5550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FFCF609-35EC-4022-AAFE-C6E31D80A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5019A3F-4FA3-448C-A0C1-73FC394DD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A8D134E-D854-484E-8577-DAE41D300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291DD14-68F8-45F7-92FA-FB12A002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A71DB60-8286-4CB9-BBE1-084457B9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D87EA86-65BC-44A7-8554-9DC08FDF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813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63C177-B56E-4CFE-AE76-24D57B58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FFE72A0-4EFF-427D-91E0-1CA44137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8F43CC7D-7DC0-4F25-9ACE-2B9A90AF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7117D2B-618E-4C8B-A7F9-91EEA0C8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12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2DE2886-E64F-4B36-ACD9-99BB828C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7C71EEB-9E3F-4523-969C-24F2C3C84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AF74E02-A6BC-462B-BFAF-4677B4A9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4E8D0E-E986-43B9-9C0E-C009E8EC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D5FD74-E91F-4C9E-A333-04B7EA096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6FF7EDD-7D07-4749-B647-08C72584C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AB3DB83-C26B-49B9-80B5-B27D6692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6603D2-3B78-4FDF-9A87-73C37248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F6316CD-1269-4705-B667-30426595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00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6001D-99A6-4940-A3CB-49BF91BA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566CE45-6AC8-4DBF-92F6-8BF5BB6FC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8F9D9B5-857F-4D6B-BB1C-719AB8137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589C244-A7F1-43AD-8C55-DB60FE02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24A48FD-D554-4D69-8151-514EA1D8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BCD3E97-4232-48E4-8E8B-0BDA606A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60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62C7E0-9FF9-452B-8AED-A69E4A8F8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E8BD85B-9C75-4E9F-8F6D-DE680A09F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38D9BCA-BDAE-4363-9BE7-5D6B95A5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8987FD-DC96-4541-96CE-00BF27B0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DF20A6C-7B3E-4ABF-B1D7-D79083D0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01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B3294E1-8F1B-415C-81BF-2401EB2F9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C9760CA-99AD-45A0-BA63-23C965B65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1B1BDF7-DC3F-4607-A063-0AEB06B5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A2F4CCB-0DE0-4478-8175-25EA9A2C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5CEDD57-37B8-45E8-B213-CBCB4A47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78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8545DE4-7010-48B8-A4E5-36C08AF5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CEE77F4-A24D-47E5-9402-194A6F2BF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FAB6D17-199D-48AF-9CCD-E8C15AD27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F7B0F-D5D0-4115-9B3A-F898949BB494}" type="datetimeFigureOut">
              <a:rPr lang="ru-RU" smtClean="0"/>
              <a:t>11.07.2025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E646736-F41E-450E-90E0-9C702EED8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0C6C39-9B84-4B1F-BC57-6D05DA654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616DF-C31D-403B-9519-98B5B57E43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44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01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Даже если всё не так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это не финал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у Тебя есть лучше план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Чем представляю я в мечтах</a:t>
            </a:r>
          </a:p>
        </p:txBody>
      </p:sp>
    </p:spTree>
    <p:extLst>
      <p:ext uri="{BB962C8B-B14F-4D97-AF65-F5344CB8AC3E}">
        <p14:creationId xmlns:p14="http://schemas.microsoft.com/office/powerpoint/2010/main" val="183141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136338"/>
            <a:ext cx="10595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знаю, за меня Ты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вокруг все против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Моя надежда, Бог, в Тебе</a:t>
            </a:r>
          </a:p>
        </p:txBody>
      </p:sp>
    </p:spTree>
    <p:extLst>
      <p:ext uri="{BB962C8B-B14F-4D97-AF65-F5344CB8AC3E}">
        <p14:creationId xmlns:p14="http://schemas.microsoft.com/office/powerpoint/2010/main" val="104756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136338"/>
            <a:ext cx="10595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я доверяю, доверяю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подведешь меня,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доверяю только Тебе</a:t>
            </a:r>
          </a:p>
        </p:txBody>
      </p:sp>
    </p:spTree>
    <p:extLst>
      <p:ext uri="{BB962C8B-B14F-4D97-AF65-F5344CB8AC3E}">
        <p14:creationId xmlns:p14="http://schemas.microsoft.com/office/powerpoint/2010/main" val="79320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268981" y="1720840"/>
            <a:ext cx="116540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впереди не знаю 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верю, Ты свершил Свой план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Закрыв глаза, все отпущу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 надежду обрету</a:t>
            </a:r>
          </a:p>
        </p:txBody>
      </p:sp>
    </p:spTree>
    <p:extLst>
      <p:ext uri="{BB962C8B-B14F-4D97-AF65-F5344CB8AC3E}">
        <p14:creationId xmlns:p14="http://schemas.microsoft.com/office/powerpoint/2010/main" val="55577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136338"/>
            <a:ext cx="10595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Шагая в неизвестность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только  доверюсь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Моя надежда, Бог, в Тебе</a:t>
            </a:r>
          </a:p>
        </p:txBody>
      </p:sp>
    </p:spTree>
    <p:extLst>
      <p:ext uri="{BB962C8B-B14F-4D97-AF65-F5344CB8AC3E}">
        <p14:creationId xmlns:p14="http://schemas.microsoft.com/office/powerpoint/2010/main" val="31749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01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Одно лишь знаю 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все в Твоих руках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даже в малом Ты со мной всегда</a:t>
            </a:r>
          </a:p>
        </p:txBody>
      </p:sp>
    </p:spTree>
    <p:extLst>
      <p:ext uri="{BB962C8B-B14F-4D97-AF65-F5344CB8AC3E}">
        <p14:creationId xmlns:p14="http://schemas.microsoft.com/office/powerpoint/2010/main" val="357545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01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бросишь Ты меня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в смятении 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 окрепнет вновь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Душа моя</a:t>
            </a:r>
          </a:p>
        </p:txBody>
      </p:sp>
    </p:spTree>
    <p:extLst>
      <p:ext uri="{BB962C8B-B14F-4D97-AF65-F5344CB8AC3E}">
        <p14:creationId xmlns:p14="http://schemas.microsoft.com/office/powerpoint/2010/main" val="3538892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</Words>
  <Application>Microsoft Office PowerPoint</Application>
  <PresentationFormat>Широкий екран</PresentationFormat>
  <Paragraphs>31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2023-09-30T19:14:17Z</dcterms:created>
  <dcterms:modified xsi:type="dcterms:W3CDTF">2025-07-11T20:23:09Z</dcterms:modified>
</cp:coreProperties>
</file>