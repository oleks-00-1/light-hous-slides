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1" r:id="rId2"/>
    <p:sldId id="372" r:id="rId3"/>
    <p:sldId id="373" r:id="rId4"/>
    <p:sldId id="374" r:id="rId5"/>
    <p:sldId id="375" r:id="rId6"/>
    <p:sldId id="376" r:id="rId7"/>
    <p:sldId id="377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3" autoAdjust="0"/>
    <p:restoredTop sz="94660"/>
  </p:normalViewPr>
  <p:slideViewPr>
    <p:cSldViewPr snapToGrid="0">
      <p:cViewPr varScale="1">
        <p:scale>
          <a:sx n="45" d="100"/>
          <a:sy n="45" d="100"/>
        </p:scale>
        <p:origin x="-19" y="8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340181-2F1C-4115-959E-7C0DEC3883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E2D1C2DE-AF4F-45FE-BE21-3650AF5613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C70C4AE1-D60E-4951-8486-E4DAB1335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C3A9A-C843-42B7-BC17-E770F40FF2F2}" type="datetimeFigureOut">
              <a:rPr lang="ru-RU" smtClean="0"/>
              <a:t>21.06.2025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97B74C7-04E4-4400-8F55-332599688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9DEFE0FB-B3B5-4BF0-B74B-60D3F10C7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94A6D-3A98-47DE-9DA4-C6414CEF53F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2906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A595C0-BB31-41A8-9DB9-E36B94485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95F740F-9777-4D4A-855C-1B974B9172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DA6D68D3-32C4-401C-AC11-092800FE9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C3A9A-C843-42B7-BC17-E770F40FF2F2}" type="datetimeFigureOut">
              <a:rPr lang="ru-RU" smtClean="0"/>
              <a:t>21.06.2025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E69072F1-B78E-4B15-883D-818C0ECA4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C393E055-7CEB-4444-808E-5C38FB198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94A6D-3A98-47DE-9DA4-C6414CEF53F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3003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3BEA42-9EF1-4914-A0FA-EE230071D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BF41C4E7-887F-4CE9-96C7-007318F67F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829A135A-D003-4D5C-B14C-E8538F55B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C3A9A-C843-42B7-BC17-E770F40FF2F2}" type="datetimeFigureOut">
              <a:rPr lang="ru-RU" smtClean="0"/>
              <a:t>21.06.2025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1DF201A2-46C2-483C-B8AB-892FAF46E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0F88EC76-36FF-4EC9-9438-DF4722ACE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94A6D-3A98-47DE-9DA4-C6414CEF53F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2030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36E179-8581-4FE5-AFFE-492F68572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4E09829-EB9D-47E1-A2CD-420EFBCBD3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C4C6750B-1E57-4415-9F70-DD2831AAE3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186C36EA-AE9B-4ACB-8086-8FA73B68D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C3A9A-C843-42B7-BC17-E770F40FF2F2}" type="datetimeFigureOut">
              <a:rPr lang="ru-RU" smtClean="0"/>
              <a:t>21.06.2025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C6DBADBF-826F-4BB7-A6DB-C51B3FE4C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33EADE93-07AA-4BD6-A629-FDEC3961B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94A6D-3A98-47DE-9DA4-C6414CEF53F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502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357405-AB04-4196-B753-7AFF917BD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5E6228A2-8379-423A-BC74-9514723F9A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AA0C0B13-4C81-457A-979F-39E1A5DA50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48C67513-A327-42E2-96BC-FE0A75C65F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8DAB360B-CF0B-4BED-9EA2-A7AFEE474F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DA13799A-C272-4B30-8A56-13CAD2990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C3A9A-C843-42B7-BC17-E770F40FF2F2}" type="datetimeFigureOut">
              <a:rPr lang="ru-RU" smtClean="0"/>
              <a:t>21.06.2025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C4897AF6-E0C9-4072-B008-96E624DB0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B05C2C46-FC1A-4B8F-A990-21F2D0DF5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94A6D-3A98-47DE-9DA4-C6414CEF53F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4763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B241F2-0EBD-4D52-A67A-13DBAB422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08D07324-B5CA-4BE2-AD7A-B8C6C3D5C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C3A9A-C843-42B7-BC17-E770F40FF2F2}" type="datetimeFigureOut">
              <a:rPr lang="ru-RU" smtClean="0"/>
              <a:t>21.06.2025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146437AB-B84B-4696-8C4D-4C2ACE043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D37120B6-3586-4438-9FCC-FF2BB5210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94A6D-3A98-47DE-9DA4-C6414CEF53F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0521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E14EA47F-8771-43B5-802B-222750BCA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C3A9A-C843-42B7-BC17-E770F40FF2F2}" type="datetimeFigureOut">
              <a:rPr lang="ru-RU" smtClean="0"/>
              <a:t>21.06.2025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DF1AB1AB-CF91-4FB4-928B-B341B50FB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C97EBD05-A95D-4CD8-9036-057530A66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94A6D-3A98-47DE-9DA4-C6414CEF53F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2074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B906DE-3384-4CCC-A7E7-AF32C6451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F11DCDE-46C9-4A8F-AB0F-3BA7E459D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2D812677-B448-4A05-B9D8-07D83D70C7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67FC7510-2F2E-476C-B530-B0001C491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C3A9A-C843-42B7-BC17-E770F40FF2F2}" type="datetimeFigureOut">
              <a:rPr lang="ru-RU" smtClean="0"/>
              <a:t>21.06.2025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92CB5A71-3150-40E8-9E4A-BDA65A427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201BAFCF-266B-4EDB-AE1F-A93D28B7F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94A6D-3A98-47DE-9DA4-C6414CEF53F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880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2D7324-825C-487A-8E7F-B804D1BA9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A471BA33-98A7-4960-8801-67AEC16536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0C101D53-A3F7-4FB6-AEA3-DD260FCAB5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6030937A-F74E-4DAE-B72C-8E1ACEDA2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C3A9A-C843-42B7-BC17-E770F40FF2F2}" type="datetimeFigureOut">
              <a:rPr lang="ru-RU" smtClean="0"/>
              <a:t>21.06.2025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0C292CEA-7D2D-49E2-B07E-6F2407CAF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FC81B1EF-F785-4265-BE64-09C3B0F39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94A6D-3A98-47DE-9DA4-C6414CEF53F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0163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967D6A-A2F6-4D69-86E8-79131ED1B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DE69E7E3-DD67-443E-8C76-056896F6A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FB43B18B-BC91-420E-97C2-35F34DBBD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C3A9A-C843-42B7-BC17-E770F40FF2F2}" type="datetimeFigureOut">
              <a:rPr lang="ru-RU" smtClean="0"/>
              <a:t>21.06.2025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99375D2E-C5B2-4F49-8AB8-47EC4CF32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8CFAB98B-B91C-4A22-AAA8-E52B61A0B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94A6D-3A98-47DE-9DA4-C6414CEF53F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6350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7FE5B447-5E1B-49EA-87A9-29BE5D896A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D2A55B87-9B06-49D3-8E9E-CB20F7C2E3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7815D96A-FF53-4C98-AE3B-CCAC92682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C3A9A-C843-42B7-BC17-E770F40FF2F2}" type="datetimeFigureOut">
              <a:rPr lang="ru-RU" smtClean="0"/>
              <a:t>21.06.2025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163A1FCA-05B0-4480-9F25-95396744B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BB40CAF3-BDAF-460D-8972-1E874AB6E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94A6D-3A98-47DE-9DA4-C6414CEF53F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0504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AAFC6FD7-B8BF-469A-A44B-3A836C68E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C3E75969-A5A4-457B-A62C-50AFD55853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DDF10E43-F9CC-4649-8083-E158E10DEC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CC3A9A-C843-42B7-BC17-E770F40FF2F2}" type="datetimeFigureOut">
              <a:rPr lang="ru-RU" smtClean="0"/>
              <a:t>21.06.2025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F379337C-AD68-420F-B2AC-8B4DB8F6A9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35CC4218-6717-4697-82CB-9D28F2F0DD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894A6D-3A98-47DE-9DA4-C6414CEF53F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3087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A picture containing mountain, outdoor, sky, nature&#10;&#10;Description automatically generated">
            <a:extLst>
              <a:ext uri="{FF2B5EF4-FFF2-40B4-BE49-F238E27FC236}">
                <a16:creationId xmlns:a16="http://schemas.microsoft.com/office/drawing/2014/main" id="{8F19755C-4B4E-442C-B974-77335B1A38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9000"/>
                    </a14:imgEffect>
                    <a14:imgEffect>
                      <a14:brightnessContrast bright="-22000" contrast="-1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467492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457199" y="1905506"/>
            <a:ext cx="1127760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дизайне Божьем нет заблуждения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и ошибок нет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Всё продумано тонко: цвет воло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кожи цвет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234166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A picture containing mountain, outdoor, sky, nature&#10;&#10;Description automatically generated">
            <a:extLst>
              <a:ext uri="{FF2B5EF4-FFF2-40B4-BE49-F238E27FC236}">
                <a16:creationId xmlns:a16="http://schemas.microsoft.com/office/drawing/2014/main" id="{8F19755C-4B4E-442C-B974-77335B1A38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9000"/>
                    </a14:imgEffect>
                    <a14:imgEffect>
                      <a14:brightnessContrast bright="-22000" contrast="-1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467492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457199" y="2274838"/>
            <a:ext cx="1127760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там радость и свет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Нет голодных и бедных нет,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нет больных и слабых нет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690650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A picture containing mountain, outdoor, sky, nature&#10;&#10;Description automatically generated">
            <a:extLst>
              <a:ext uri="{FF2B5EF4-FFF2-40B4-BE49-F238E27FC236}">
                <a16:creationId xmlns:a16="http://schemas.microsoft.com/office/drawing/2014/main" id="{8F19755C-4B4E-442C-B974-77335B1A38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9000"/>
                    </a14:imgEffect>
                    <a14:imgEffect>
                      <a14:brightnessContrast bright="-22000" contrast="-1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467492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594945" y="1905506"/>
            <a:ext cx="1127760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дизайне Божьем нет одиночества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Нет ненужных там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Никогда там не плачут от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бессилья по ночам</a:t>
            </a:r>
          </a:p>
        </p:txBody>
      </p:sp>
    </p:spTree>
    <p:extLst>
      <p:ext uri="{BB962C8B-B14F-4D97-AF65-F5344CB8AC3E}">
        <p14:creationId xmlns:p14="http://schemas.microsoft.com/office/powerpoint/2010/main" val="3718971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A picture containing mountain, outdoor, sky, nature&#10;&#10;Description automatically generated">
            <a:extLst>
              <a:ext uri="{FF2B5EF4-FFF2-40B4-BE49-F238E27FC236}">
                <a16:creationId xmlns:a16="http://schemas.microsoft.com/office/drawing/2014/main" id="{8F19755C-4B4E-442C-B974-77335B1A38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9000"/>
                    </a14:imgEffect>
                    <a14:imgEffect>
                      <a14:brightnessContrast bright="-22000" contrast="-1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467492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594945" y="2274838"/>
            <a:ext cx="1127760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Там всех любят и ждут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Не солгут, не изменят и друзей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е предадут</a:t>
            </a:r>
          </a:p>
        </p:txBody>
      </p:sp>
    </p:spTree>
    <p:extLst>
      <p:ext uri="{BB962C8B-B14F-4D97-AF65-F5344CB8AC3E}">
        <p14:creationId xmlns:p14="http://schemas.microsoft.com/office/powerpoint/2010/main" val="2222039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A picture containing mountain, outdoor, sky, nature&#10;&#10;Description automatically generated">
            <a:extLst>
              <a:ext uri="{FF2B5EF4-FFF2-40B4-BE49-F238E27FC236}">
                <a16:creationId xmlns:a16="http://schemas.microsoft.com/office/drawing/2014/main" id="{8F19755C-4B4E-442C-B974-77335B1A38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9000"/>
                    </a14:imgEffect>
                    <a14:imgEffect>
                      <a14:brightnessContrast bright="-22000" contrast="-1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467492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159726" y="1536174"/>
            <a:ext cx="1187254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Так красок много в дизайне Бога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Там нет боли, нет слёз и одиночества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Там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ного света и лишних нет там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Там для тебя найдется место,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е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сли хочешь ты</a:t>
            </a:r>
          </a:p>
        </p:txBody>
      </p:sp>
    </p:spTree>
    <p:extLst>
      <p:ext uri="{BB962C8B-B14F-4D97-AF65-F5344CB8AC3E}">
        <p14:creationId xmlns:p14="http://schemas.microsoft.com/office/powerpoint/2010/main" val="2489538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A picture containing mountain, outdoor, sky, nature&#10;&#10;Description automatically generated">
            <a:extLst>
              <a:ext uri="{FF2B5EF4-FFF2-40B4-BE49-F238E27FC236}">
                <a16:creationId xmlns:a16="http://schemas.microsoft.com/office/drawing/2014/main" id="{8F19755C-4B4E-442C-B974-77335B1A38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9000"/>
                    </a14:imgEffect>
                    <a14:imgEffect>
                      <a14:brightnessContrast bright="-22000" contrast="-1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467492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159726" y="1536174"/>
            <a:ext cx="1187254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дизайне Божьем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место есть для каждого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Очень важен ты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Человек – это Божье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воплощение красоты</a:t>
            </a:r>
          </a:p>
        </p:txBody>
      </p:sp>
    </p:spTree>
    <p:extLst>
      <p:ext uri="{BB962C8B-B14F-4D97-AF65-F5344CB8AC3E}">
        <p14:creationId xmlns:p14="http://schemas.microsoft.com/office/powerpoint/2010/main" val="3842762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A picture containing mountain, outdoor, sky, nature&#10;&#10;Description automatically generated">
            <a:extLst>
              <a:ext uri="{FF2B5EF4-FFF2-40B4-BE49-F238E27FC236}">
                <a16:creationId xmlns:a16="http://schemas.microsoft.com/office/drawing/2014/main" id="{8F19755C-4B4E-442C-B974-77335B1A38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9000"/>
                    </a14:imgEffect>
                    <a14:imgEffect>
                      <a14:brightnessContrast bright="-22000" contrast="-1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467492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159726" y="2644170"/>
            <a:ext cx="1187254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Ведь ты тот, для кого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Бог отдал на распятье Сына Своего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18669110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121</Words>
  <Application>Microsoft Office PowerPoint</Application>
  <PresentationFormat>Широкий екран</PresentationFormat>
  <Paragraphs>25</Paragraphs>
  <Slides>7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1</cp:revision>
  <dcterms:created xsi:type="dcterms:W3CDTF">2025-06-21T20:34:55Z</dcterms:created>
  <dcterms:modified xsi:type="dcterms:W3CDTF">2025-06-21T20:42:18Z</dcterms:modified>
</cp:coreProperties>
</file>