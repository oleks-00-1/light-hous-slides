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2" r:id="rId2"/>
    <p:sldId id="371" r:id="rId3"/>
    <p:sldId id="373" r:id="rId4"/>
    <p:sldId id="374" r:id="rId5"/>
    <p:sldId id="375" r:id="rId6"/>
    <p:sldId id="376" r:id="rId7"/>
    <p:sldId id="377" r:id="rId8"/>
    <p:sldId id="378" r:id="rId9"/>
    <p:sldId id="37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B55B2-6595-415D-A73A-525FE1D6A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F752A5F-C251-4F22-95F3-AB40BB921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AAEABC1-917D-4C05-BB0B-C194CB23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00D257B-5441-4F4E-93E1-EDE0C4FB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5CB7BF8-0BDF-446B-904F-CC55F149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49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A78E1-DCF7-4F88-9CC4-0BBE9381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4B40C51-F3E9-448C-9DCC-7F5FC828E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CE61DE6-A0B4-406E-B824-D346520D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699E71C-FDBD-4308-9DD3-02CB1865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D816574-6249-4835-991B-98FE5D9B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11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825F5-1E77-495A-A8EB-7A30493B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FEA85F5-D3EE-472B-9E0C-0751DA4FF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500A64E-5CF1-413E-A09E-09DE372D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D23C89C-C34E-4085-BC18-4BDB7C61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6892A49-E3E0-4D70-A002-0A0B21D3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8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2A8B0-4A97-4AAC-8083-135AB6B1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117C5AF-D607-4EB6-8004-F717FEC45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13C4C3-BB21-43B3-9848-023E5D868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E9665A5-1E1C-443F-A879-9505E3CF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91DA04-DE76-4A5E-BF41-B64F15FF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5BAB92-C375-4D85-A5B3-8A5BB2B0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20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8F057-94E5-4C9A-8F4A-6BCBF861F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21C79CF-EBC0-42E5-BEC8-49E79FA2A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DA2F528-8530-4A10-A4D6-214A62E3B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A17E671-C149-4FC4-88A3-8A7217EC7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BAD45DD-C32D-4C3E-9A31-5A255CD08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CAE464E9-7082-4C91-9576-4C3D6C2C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A04370C-EE22-49B3-9D0E-FCD6513E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1D6CBE1-2917-4AD6-A66C-C288F01C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47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6EDD9-DB10-405C-99A5-AF688A1E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1082E40-74CF-452E-8CBC-AF749B1A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BBB6F45-8E56-4C1F-9EE1-0C738476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A2A7B6A-2ED6-426B-88F7-EE9A20C9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44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0A716BE-A35F-4EB4-9766-D0DF12FA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BF9091A-811E-4728-8D02-E15040EA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0276256-946F-40AA-929B-09520637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65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E7F55-DB01-4BCB-B651-B4941A16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5091733-0FED-43FB-8087-9E892DAF0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4138AA3-D717-4922-B527-A7007D662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243924C-0A87-4468-9272-E9DD8F19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BE42776-FB16-4A2B-BCAA-A51301CE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5606A0-A525-4B63-B954-C3391F5E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48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A6249-F47A-437F-8EF7-BA641856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C8966E3-274F-46FF-8798-F72055326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AC577E8-A109-4AA3-9F88-31F868F0E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4B1D24D-01F2-4231-BB19-ACD9D974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FC94BFD-C6E3-4794-AE67-08ED6939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0A02E21-DBA7-4F1F-B532-13B829FC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8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2C2F8-0A63-4624-A8D7-DC31FD9A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74FB42B-D7CC-4350-A1FB-FD03752EE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2BD946B-6F53-4601-88D0-50F75ED5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3601C82-A8DA-4F81-82AF-1D6BAAAAA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0A90CAE-8669-4A9D-93DF-CE5EE9D5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49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2BFFEA5-4B6C-4C15-A3F6-F54663152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C45D0D7-C567-4208-AAEC-E7D991181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4B770B-B91B-4F22-A106-CC411D9D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84F247-E718-4E35-9FB7-8EC4862E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4F1A7F7-8C95-4BC2-B1EF-4A9B41B2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31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B4C143A-C613-44B2-86D6-08AA643D2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F43240D-8906-43FE-B891-97520F5C3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99DD176-6B3E-4A5C-878D-101390466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C4DB7-FEAE-4BA1-A2DC-403335B2117A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FD9009-5AC6-4422-85E5-2C653CC9D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346DCEE-1FF8-4811-AA7C-ED09C483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55BA-6CD6-4A7E-9C11-EA53ECAAB4E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51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ь!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cpe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ac,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няю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я 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й!</a:t>
            </a:r>
          </a:p>
        </p:txBody>
      </p:sp>
    </p:spTree>
    <p:extLst>
      <p:ext uri="{BB962C8B-B14F-4D97-AF65-F5344CB8AC3E}">
        <p14:creationId xmlns:p14="http://schemas.microsoft.com/office/powerpoint/2010/main" val="310072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ь!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дишь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cpe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ac!</a:t>
            </a:r>
          </a:p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416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1305341"/>
            <a:ext cx="112776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ильный!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 чуд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В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гущий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ы,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 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г!</a:t>
            </a:r>
          </a:p>
        </p:txBody>
      </p:sp>
    </p:spTree>
    <p:extLst>
      <p:ext uri="{BB962C8B-B14F-4D97-AF65-F5344CB8AC3E}">
        <p14:creationId xmlns:p14="http://schemas.microsoft.com/office/powerpoint/2010/main" val="57804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acae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ц!</a:t>
            </a:r>
          </a:p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</a:t>
            </a:r>
          </a:p>
        </p:txBody>
      </p:sp>
    </p:spTree>
    <p:extLst>
      <p:ext uri="{BB962C8B-B14F-4D97-AF65-F5344CB8AC3E}">
        <p14:creationId xmlns:p14="http://schemas.microsoft.com/office/powerpoint/2010/main" val="189994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ля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0901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ь!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ня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ac!</a:t>
            </a:r>
          </a:p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</a:t>
            </a:r>
          </a:p>
        </p:txBody>
      </p:sp>
    </p:spTree>
    <p:extLst>
      <p:ext uri="{BB962C8B-B14F-4D97-AF65-F5344CB8AC3E}">
        <p14:creationId xmlns:p14="http://schemas.microsoft.com/office/powerpoint/2010/main" val="363953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ь!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удьбы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нить!</a:t>
            </a:r>
          </a:p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a!</a:t>
            </a:r>
          </a:p>
        </p:txBody>
      </p:sp>
    </p:spTree>
    <p:extLst>
      <p:ext uri="{BB962C8B-B14F-4D97-AF65-F5344CB8AC3E}">
        <p14:creationId xmlns:p14="http://schemas.microsoft.com/office/powerpoint/2010/main" val="101600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-334066" y="1305341"/>
            <a:ext cx="131356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 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удн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идти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–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м!</a:t>
            </a:r>
          </a:p>
          <a:p>
            <a:pPr algn="ctr"/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 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удн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дыш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–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м!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к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миг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м!</a:t>
            </a:r>
          </a:p>
        </p:txBody>
      </p:sp>
    </p:spTree>
    <p:extLst>
      <p:ext uri="{BB962C8B-B14F-4D97-AF65-F5344CB8AC3E}">
        <p14:creationId xmlns:p14="http://schemas.microsoft.com/office/powerpoint/2010/main" val="131259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136338"/>
            <a:ext cx="11277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будь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ми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будь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любви 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будь</a:t>
            </a:r>
            <a:endParaRPr lang="en-US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37608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360</Words>
  <Application>Microsoft Office PowerPoint</Application>
  <PresentationFormat>Широкий екран</PresentationFormat>
  <Paragraphs>31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2026-06-20T20:27:45Z</dcterms:created>
  <dcterms:modified xsi:type="dcterms:W3CDTF">2026-06-20T20:36:05Z</dcterms:modified>
</cp:coreProperties>
</file>