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303" r:id="rId3"/>
    <p:sldId id="298" r:id="rId4"/>
    <p:sldId id="299" r:id="rId5"/>
    <p:sldId id="300" r:id="rId6"/>
    <p:sldId id="304" r:id="rId7"/>
    <p:sldId id="301" r:id="rId8"/>
    <p:sldId id="30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32CDF-0B54-4C55-A35D-144B1D5E9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8FA4A5-AFC7-4160-8866-6A96EBD3A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3F622-DF45-434B-BE61-07E9E4EE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3E307C-24E9-49F6-A039-6A8AEC35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B2B954-A154-4617-AC15-8E1B4BF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55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3CBF1-B487-4BE2-A414-D52FDCB2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3F1ECC-9C5D-48B6-9FAD-7E70E5037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332E1E-CA44-40CC-BA5A-F93B646F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6BCDDB-13DC-4191-9EF7-190E7A66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BA7EC-3308-4151-A045-32ACF49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70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02F99-7CAA-405D-A704-EE2C04ED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816B45-4948-4D3C-8CE1-FF8C5270B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D1BDB3-0707-429C-B55F-EC860E88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505EEA-00B5-4F41-B6A1-D11111E5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E9A936-B4A9-4C1A-AB88-548BA60D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23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9A88-5910-4309-9334-1E660A05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740D7-958F-4B75-8200-DC3A15163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72ED4A-CF2A-455B-AADE-43AE1DC6C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AB83EF-F2B8-4AD3-A89A-E8198B02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A960DF-26A1-4BB8-B88B-60B96AAB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EBC708-2EC3-40B9-8242-F12B81E4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49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525C0-EB2B-4412-9BC5-F5ED0640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B9C099-0B65-4B33-83BB-210C11E15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B584F0-0158-4883-8CBC-3E45D9F99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E34866-662F-4F85-8C78-97A1A7FED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FC4922-E200-4CB9-8F0E-06EDBA5B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B5537E-3DE3-4D38-A209-E472AD9B7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428A5F-4E28-46FE-ACCD-E6B85634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03D8D-E8FC-4A32-A233-3BFFFEAD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77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50E5F-9866-49DB-B170-7DDF31C5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C766FC-F381-434E-80F2-F2869BF11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FE93A4-2418-4737-82AE-4F7D909E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E00EF8-EE33-47D9-BDA4-981E1E0D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02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2792E7-8909-4619-AE18-D3E4E3EB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975DF1-FD67-4F2B-B99D-2C6CE975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B463AB-A3B6-4ABC-8F7D-89E0EF75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042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A0F7E-F235-44F4-827C-4B4F44CC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93C60C-A8F9-4FB9-9FB7-BCEE36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A4F2E8-E777-40D8-8B92-6583822BF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F73317-AE40-440C-A188-24B88826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F008B6-A831-42F6-8FCA-069BCF9A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D43590-EDAD-409C-B4E8-5D338AA3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05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B8E7B-B94B-4471-9BF0-43E4A882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7230B2-7D40-4F46-91CB-1E65BA881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BDF1B6-5F65-4CC7-AE5A-9A45DB857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A815E6-4DC9-43D3-968C-87E66FB6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82742B-15DD-4A49-952F-F05AD572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C215EC-A368-4573-B021-C5B3EF3E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85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117FA-2708-4A3A-928C-D6B4B2A1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A0D9D9-04F1-4FC4-93DC-3F46DCE23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1F6E4-FB37-4732-8140-8205A48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8EE765-5026-4519-8C37-66771464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99F30-0A8C-49BF-9D9D-5A16B5BA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35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21A76E-26CC-4808-8FED-DC176B3EB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B60970-3577-4FE1-B002-CA8478E6F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76D2B1-D7A1-484D-896F-D6627390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A8CE8-38E3-4CC2-A2F8-DA810119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777C33-2A19-4624-9DA1-177A5F3E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6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074D-A612-49B9-8BF6-24E4BD8C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D40CFE-96B6-4113-BC18-5764A2731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B3089-074D-471A-8765-0603E520A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9399B-4819-4B08-BEAF-F4D808A87806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F3D49B-CD47-4328-B6B6-D253B471F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300DE-0A96-43AC-9D7F-A8566C750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07F4D-DEB1-45B8-A315-549387EB2E0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3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395061" y="2274838"/>
            <a:ext cx="94018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Шторм утих, боль ушла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Битвы больше нет,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темной ночи вижу свет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91803" y="2644170"/>
            <a:ext cx="102083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Покой и мир Ты даришь мне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объятиях Твоих я нашел ответ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035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54230" y="2283303"/>
            <a:ext cx="118835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ведешь меня выше, выше суеты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места Твоей любви,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рядом быть</a:t>
            </a:r>
          </a:p>
        </p:txBody>
      </p:sp>
    </p:spTree>
    <p:extLst>
      <p:ext uri="{BB962C8B-B14F-4D97-AF65-F5344CB8AC3E}">
        <p14:creationId xmlns:p14="http://schemas.microsoft.com/office/powerpoint/2010/main" val="250092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54230" y="1913971"/>
            <a:ext cx="11883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каждым шагом я ближе,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голос Твой иду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Сквозь шум и тишину,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рядом быть с Тобой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876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-308801" y="2274838"/>
            <a:ext cx="12809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стыжусь принять себя </a:t>
            </a:r>
          </a:p>
          <a:p>
            <a:pPr algn="ctr"/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Через Сына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воего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явил, Отец, любовь</a:t>
            </a:r>
          </a:p>
        </p:txBody>
      </p:sp>
    </p:spTree>
    <p:extLst>
      <p:ext uri="{BB962C8B-B14F-4D97-AF65-F5344CB8AC3E}">
        <p14:creationId xmlns:p14="http://schemas.microsoft.com/office/powerpoint/2010/main" val="95263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-308801" y="2644170"/>
            <a:ext cx="12809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Оставив страх и весь мой грех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на Тебя смотрю, я к Тебе иду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841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-308801" y="1905506"/>
            <a:ext cx="128096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всякого ума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понимания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всех богатств земных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мир, Твой мир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127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-308801" y="1905506"/>
            <a:ext cx="128096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мыслей и тревог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высказанных слов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всех путей моих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мир, Твой мир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125974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</Words>
  <Application>Microsoft Office PowerPoint</Application>
  <PresentationFormat>Широкий екран</PresentationFormat>
  <Paragraphs>25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5</cp:revision>
  <dcterms:created xsi:type="dcterms:W3CDTF">2025-01-18T13:37:51Z</dcterms:created>
  <dcterms:modified xsi:type="dcterms:W3CDTF">2026-01-31T18:41:37Z</dcterms:modified>
</cp:coreProperties>
</file>