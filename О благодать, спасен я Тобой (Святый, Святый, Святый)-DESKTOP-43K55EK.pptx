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9" r:id="rId3"/>
    <p:sldId id="340" r:id="rId4"/>
    <p:sldId id="34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ED80B-5E78-4EF2-A7B3-F8C70D13B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DFBE6D1-6ADA-41BA-BD07-A97C7E927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362AD1E-40C4-4CAC-9EF2-A24DA1BD4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666DF33-80DB-4149-B45B-ED977AAB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4CD340A-5C50-40DB-ABC5-3980D1B3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67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7BCE3-E265-4114-90BA-77D97B65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BCFB334-02AA-4D80-9739-A7AC01108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08797B4-BF69-4D50-B305-31DEF656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53797F-5C09-4CB7-950C-E5BBB434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7DC7134-F65C-474F-9544-9E30455F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524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B52D0-B334-41EE-9E6B-FDB3B177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3D95C7B-1A8F-4041-897D-6AF480E8A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4026399-59DF-4B46-BD5B-0FEF6C49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AB90852-6FF6-401D-9054-3958F2EE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34BAB27-C705-4D47-8DB8-26AB1D9C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72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2452C-79BF-4953-93DB-4200C64D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4208C35-04E9-47B3-90DA-825BEA0BB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9B238A0-00B6-419C-AFBD-DEE125A33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24E75C7-828A-4A83-BCD5-17E3D800F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4464766-2686-4011-9015-41DFA60D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2529D98-C845-4318-BFD4-9313C1C7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64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17296-8848-44FA-A84E-59EBC023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CCA19FA-79F7-428A-9DA2-D76B2F368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2C0B973-5700-4204-A56C-AA1666347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4EFB4DB-02B2-4F7F-AD21-F3B71E8CD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0CD741B-0695-432E-AB5E-B3CF1EF84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D8663C93-DBFC-4764-9A54-EAD73DF6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9135CDC-8D25-4F64-A310-10B9F99A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CD28EB8-8116-4C2B-8955-206DD7DE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654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63497-1172-4C64-942A-DC2D1DEC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C888A94-128E-4EA3-851F-C97C2442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992D4E98-F022-4EB8-ACA5-7A74B3E3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66D697E-D5E7-4353-BBC6-CA6E9746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38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A5993248-AAC5-48B5-935D-006CC03C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66303E00-34B5-4AD8-B82D-9A93EF76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FEFFE7B-658F-4352-B745-A3C4F773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26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9EEF4-2A4A-4117-9920-6A193EF7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FF86083-A14E-4AAF-9F6A-CAA087CF1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C70E643-910C-47CA-982E-A721C0F46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F42A762-519D-48D1-9F7A-8F8A037B6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26F4054-A9C0-45BB-8B76-66EA6423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EBFF559-942E-4562-BB0B-918CE18D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783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29E04-5E08-4EB3-A091-A4D933AF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7871694A-93DE-436F-9854-231D1EAF7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483085C-F1F8-440C-BB6F-42899C85E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B3728B6-594A-4A5D-A1A5-80536938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E86F16D-5EF1-41E6-A884-2FADEC6F1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533C713-9FA0-4B0B-B0DC-D337073E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33156-2E04-4F3A-BEDF-453ADE5D8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3C37D6A-CFFE-417C-8E14-40DA9B1F7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5417854-7FDF-4906-B16E-3F90BA8D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0BFB439-AC34-4C62-A5BD-D84D0F5B9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F482EFE-02CE-41F5-B1C0-731FC8B4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564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51C388D-A9A9-415B-85D3-B97E0BAA9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7D7C6D6-6173-4D54-AC7E-4F9DC86F7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BE7B17D-6581-4A34-9E3B-4CC8EAB7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F738166-7EF2-4714-96C1-6868B5A2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F329F7C-5E38-4CF7-A277-3F17A4CF7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840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C5C4D55-AE1A-4972-92FC-A56CF9834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F971071-0AA6-4FB5-896C-CE5387654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234F45D-D7F3-4719-8172-4654F622B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A04EE-D0CD-43B6-85A8-B7C6B9BB59C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3A42F80-B3F3-4FA0-A958-E0880CDA8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28B29FF-C1AC-4EB0-962C-2A574A555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2CC30-1752-43F7-B12F-AFC4582FB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9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2224038"/>
            <a:ext cx="103326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 Всемогущий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Полна вся земля Его славы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2962701"/>
            <a:ext cx="103326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Аллилуя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10741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905506"/>
            <a:ext cx="103326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благодать!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Спасен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Тобой 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пучины бед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Был мёртв – и чудом стал живой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Был слеп – и вижу свет</a:t>
            </a:r>
          </a:p>
        </p:txBody>
      </p:sp>
    </p:spTree>
    <p:extLst>
      <p:ext uri="{BB962C8B-B14F-4D97-AF65-F5344CB8AC3E}">
        <p14:creationId xmlns:p14="http://schemas.microsoft.com/office/powerpoint/2010/main" val="85447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905506"/>
            <a:ext cx="103326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Пройдут десятки тысяч лет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Забудем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смерти тень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 Богу так же будем петь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в самый первый день</a:t>
            </a:r>
          </a:p>
        </p:txBody>
      </p:sp>
    </p:spTree>
    <p:extLst>
      <p:ext uri="{BB962C8B-B14F-4D97-AF65-F5344CB8AC3E}">
        <p14:creationId xmlns:p14="http://schemas.microsoft.com/office/powerpoint/2010/main" val="13449736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</Words>
  <Application>Microsoft Office PowerPoint</Application>
  <PresentationFormat>Широкоэкранный</PresentationFormat>
  <Paragraphs>12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2024-09-07T19:42:13Z</dcterms:created>
  <dcterms:modified xsi:type="dcterms:W3CDTF">2025-05-21T20:05:31Z</dcterms:modified>
</cp:coreProperties>
</file>