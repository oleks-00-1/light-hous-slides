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79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ECB2E5FC-B4A7-4D82-B400-5067096C62D3}"/>
    <pc:docChg chg="modSld">
      <pc:chgData name="Олександр Зик" userId="c7a628fe0823e5d5" providerId="LiveId" clId="{ECB2E5FC-B4A7-4D82-B400-5067096C62D3}" dt="2024-09-14T19:36:47.915" v="11" actId="20577"/>
      <pc:docMkLst>
        <pc:docMk/>
      </pc:docMkLst>
      <pc:sldChg chg="modSp mod">
        <pc:chgData name="Олександр Зик" userId="c7a628fe0823e5d5" providerId="LiveId" clId="{ECB2E5FC-B4A7-4D82-B400-5067096C62D3}" dt="2024-09-14T19:35:47.952" v="9" actId="20577"/>
        <pc:sldMkLst>
          <pc:docMk/>
          <pc:sldMk cId="2481098247" sldId="280"/>
        </pc:sldMkLst>
        <pc:spChg chg="mod">
          <ac:chgData name="Олександр Зик" userId="c7a628fe0823e5d5" providerId="LiveId" clId="{ECB2E5FC-B4A7-4D82-B400-5067096C62D3}" dt="2024-09-14T19:35:47.952" v="9" actId="20577"/>
          <ac:spMkLst>
            <pc:docMk/>
            <pc:sldMk cId="2481098247" sldId="280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ECB2E5FC-B4A7-4D82-B400-5067096C62D3}" dt="2024-09-14T19:36:47.915" v="11" actId="20577"/>
        <pc:sldMkLst>
          <pc:docMk/>
          <pc:sldMk cId="2894842888" sldId="282"/>
        </pc:sldMkLst>
        <pc:spChg chg="mod">
          <ac:chgData name="Олександр Зик" userId="c7a628fe0823e5d5" providerId="LiveId" clId="{ECB2E5FC-B4A7-4D82-B400-5067096C62D3}" dt="2024-09-14T19:36:47.915" v="11" actId="20577"/>
          <ac:spMkLst>
            <pc:docMk/>
            <pc:sldMk cId="2894842888" sldId="282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ECB2E5FC-B4A7-4D82-B400-5067096C62D3}" dt="2024-09-14T19:29:57.278" v="3" actId="20577"/>
        <pc:sldMkLst>
          <pc:docMk/>
          <pc:sldMk cId="3904164755" sldId="296"/>
        </pc:sldMkLst>
        <pc:spChg chg="mod">
          <ac:chgData name="Олександр Зик" userId="c7a628fe0823e5d5" providerId="LiveId" clId="{ECB2E5FC-B4A7-4D82-B400-5067096C62D3}" dt="2024-09-14T19:29:57.278" v="3" actId="20577"/>
          <ac:spMkLst>
            <pc:docMk/>
            <pc:sldMk cId="3904164755" sldId="296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57D2F-EE86-4AFC-B333-6C4C1C589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7AB628B-6437-4FAF-8E00-6E665FE4B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5EC455-569C-4410-9685-2C3BE224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CFDCF82-30D4-44A1-93A2-222C5878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DB04F6-2DB8-4093-83FE-BBAA6B5F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20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B91BE-75F2-485E-B7D4-4B17046B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A9F830-FF05-449E-9770-FE2460E1E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39EABB-7E05-45A7-8461-8341EE4D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F845B83-C7DD-4A97-97E6-15BD0392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B4B1C22-EA61-42AC-B6DE-50011555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28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71A21-7078-41FE-943B-97D42337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E56F1FB-3AEC-4787-9625-34C1F6FE7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DDEC06-AA10-40D0-9660-779209CE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58297F-3243-4B2D-8413-C080FCC7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C9A1B5F-D7EE-4B4C-9503-41A5AAF9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54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508D6-3E44-4704-B59A-6AED8B77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E38E66-2A71-4197-9CFD-85992A6D8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306F4E7-1F2D-475F-911C-2178469B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30665E2-14FA-432F-B0D1-B0EC55B2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D3B49E2-468E-4D16-8302-30E4A5F7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DF1CA50-B2BD-4222-B307-C0230373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95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9E37AF-9A4E-4F6F-B8D1-72CA0E89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5C1C870-ADDB-43BE-8FBA-871B60A5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EF2824C-F58A-4D24-BD79-5619D9972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69148FF-0EE3-4BBE-B6E8-D0AAD8A56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DBA5C58-F07E-4919-9844-461A3AF8B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09F07F8-83D0-46A5-A583-E57F6D1D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2FFE4D6-4709-417F-89E6-B6DF433E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690CB55-ABDD-41BE-B5D8-A1C23187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58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E79F6-2C80-4D5D-8A7B-86304F45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A6C3F6A-EA86-40AB-A8BF-B6FBB109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9604185-F2D7-45CE-895A-95E26B29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B6B85FF-E264-4DB8-B9BC-015F5A1B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43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DFCE67C-77B2-4571-81D4-B807C6A2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6D26DE5-9C5E-465A-90B8-EA4EE832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704D9EF-B703-4DAC-9260-3D31D0B9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2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BBA6F-C1C9-45BB-B596-6A99406CC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7245FB-1085-494D-96A5-C2BF1BEC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3EDCA0C-8FA3-4A3D-81FB-0D90F1F31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E7C161E-E1CD-4739-88CD-200813FA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AB49C4B-3B56-40CD-8E6F-EF0923318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6AAC851-B83E-498A-AB17-D6E23C2B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00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ECA62-EF7D-465A-8E7A-726F94DA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DC44206-0137-4B3D-A493-F6916C1E7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8753CCB-2EA8-4B08-A108-3448055B3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A1B13A7-95D3-498D-90B4-81D4ECC3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8F58F3-5F6E-4F80-8088-3B4A018C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CA1B5CF-4509-4CF0-883C-FA697074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93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E2211-4E79-41A0-B6C0-4FC586C6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487C142-B88A-4F33-8217-74CF5F7DB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F155A54-8E98-4C86-8D61-0DAF8273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DDEB87F-BA52-442A-B8F1-8597FFE8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2E1E08-7D65-450D-A85B-A6E23093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86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7D30DF7-DFFB-4B9E-B93F-B378D398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5A5B43F-89F0-43DC-9739-69D433194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11E4EAE-94E9-4DBD-B254-F4C46265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A89B208-BC44-4B24-86D9-29E7FF21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AEDF50-2527-4E10-AF03-36EAB272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13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2BC8008-445B-4F37-88BD-855910A7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5FE4EFB-BB8B-46C8-871D-B8026E5D7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32A426D-AF40-4206-8C32-DFC914A87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CF375-E709-4684-A43A-B5F4BF5AE417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C72C985-4E4B-4E3B-B782-E5A5109CE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BF156B0-F898-4C70-814D-FF7E578BD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CB9D7-34B2-4CCA-B482-719609CD6A7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653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-254924" y="1914803"/>
            <a:ext cx="127018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же я, что Всевышний Царь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еня призвал?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блуждал, но любовь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еня нашла </a:t>
            </a:r>
          </a:p>
        </p:txBody>
      </p:sp>
    </p:spTree>
    <p:extLst>
      <p:ext uri="{BB962C8B-B14F-4D97-AF65-F5344CB8AC3E}">
        <p14:creationId xmlns:p14="http://schemas.microsoft.com/office/powerpoint/2010/main" val="39041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90010" y="2653467"/>
            <a:ext cx="98119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Дал свободу мне Иисус навек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дитя Царя, знаю я</a:t>
            </a:r>
          </a:p>
        </p:txBody>
      </p:sp>
    </p:spTree>
    <p:extLst>
      <p:ext uri="{BB962C8B-B14F-4D97-AF65-F5344CB8AC3E}">
        <p14:creationId xmlns:p14="http://schemas.microsoft.com/office/powerpoint/2010/main" val="240078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" y="1545471"/>
            <a:ext cx="12191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свободен, искуплен Им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милостив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 я в рабстве греха,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Ты  жизнью заплатил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 мои грехи</a:t>
            </a:r>
          </a:p>
        </p:txBody>
      </p:sp>
    </p:spTree>
    <p:extLst>
      <p:ext uri="{BB962C8B-B14F-4D97-AF65-F5344CB8AC3E}">
        <p14:creationId xmlns:p14="http://schemas.microsoft.com/office/powerpoint/2010/main" val="248109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5637" y="1914803"/>
            <a:ext cx="119607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Дал свободу мне Иисус навек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дитя Царя, знаю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Доме есть всегда место для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дитя Царя, знаю я</a:t>
            </a:r>
          </a:p>
        </p:txBody>
      </p:sp>
    </p:spTree>
    <p:extLst>
      <p:ext uri="{BB962C8B-B14F-4D97-AF65-F5344CB8AC3E}">
        <p14:creationId xmlns:p14="http://schemas.microsoft.com/office/powerpoint/2010/main" val="371179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653338" y="1905506"/>
            <a:ext cx="88853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Богом избран, не оставлен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кто я в Тебе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Твоим другом был я назван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кто я в Тебе</a:t>
            </a:r>
          </a:p>
        </p:txBody>
      </p:sp>
    </p:spTree>
    <p:extLst>
      <p:ext uri="{BB962C8B-B14F-4D97-AF65-F5344CB8AC3E}">
        <p14:creationId xmlns:p14="http://schemas.microsoft.com/office/powerpoint/2010/main" val="28948428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</Words>
  <Application>Microsoft Office PowerPoint</Application>
  <PresentationFormat>Широкий екран</PresentationFormat>
  <Paragraphs>19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5</cp:revision>
  <dcterms:created xsi:type="dcterms:W3CDTF">2023-11-11T19:27:33Z</dcterms:created>
  <dcterms:modified xsi:type="dcterms:W3CDTF">2026-06-06T20:47:25Z</dcterms:modified>
</cp:coreProperties>
</file>