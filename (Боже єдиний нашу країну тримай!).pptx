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335" r:id="rId2"/>
    <p:sldId id="336" r:id="rId3"/>
    <p:sldId id="339" r:id="rId4"/>
    <p:sldId id="337" r:id="rId5"/>
    <p:sldId id="338" r:id="rId6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72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Олександр Зик" userId="c7a628fe0823e5d5" providerId="LiveId" clId="{08799C08-86C7-498C-AFBB-90A882455862}"/>
    <pc:docChg chg="modSld">
      <pc:chgData name="Олександр Зик" userId="c7a628fe0823e5d5" providerId="LiveId" clId="{08799C08-86C7-498C-AFBB-90A882455862}" dt="2024-09-07T19:35:09.050" v="5" actId="20577"/>
      <pc:docMkLst>
        <pc:docMk/>
      </pc:docMkLst>
      <pc:sldChg chg="modSp mod">
        <pc:chgData name="Олександр Зик" userId="c7a628fe0823e5d5" providerId="LiveId" clId="{08799C08-86C7-498C-AFBB-90A882455862}" dt="2024-09-07T19:34:50.642" v="3" actId="20577"/>
        <pc:sldMkLst>
          <pc:docMk/>
          <pc:sldMk cId="709659924" sldId="336"/>
        </pc:sldMkLst>
        <pc:spChg chg="mod">
          <ac:chgData name="Олександр Зик" userId="c7a628fe0823e5d5" providerId="LiveId" clId="{08799C08-86C7-498C-AFBB-90A882455862}" dt="2024-09-07T19:34:50.642" v="3" actId="20577"/>
          <ac:spMkLst>
            <pc:docMk/>
            <pc:sldMk cId="709659924" sldId="336"/>
            <ac:spMk id="11" creationId="{C1431629-8DEA-0DDD-6161-8DCB099E78B0}"/>
          </ac:spMkLst>
        </pc:spChg>
      </pc:sldChg>
      <pc:sldChg chg="modSp mod">
        <pc:chgData name="Олександр Зик" userId="c7a628fe0823e5d5" providerId="LiveId" clId="{08799C08-86C7-498C-AFBB-90A882455862}" dt="2024-09-07T19:35:09.050" v="5" actId="20577"/>
        <pc:sldMkLst>
          <pc:docMk/>
          <pc:sldMk cId="2258067945" sldId="337"/>
        </pc:sldMkLst>
        <pc:spChg chg="mod">
          <ac:chgData name="Олександр Зик" userId="c7a628fe0823e5d5" providerId="LiveId" clId="{08799C08-86C7-498C-AFBB-90A882455862}" dt="2024-09-07T19:35:09.050" v="5" actId="20577"/>
          <ac:spMkLst>
            <pc:docMk/>
            <pc:sldMk cId="2258067945" sldId="337"/>
            <ac:spMk id="11" creationId="{C1431629-8DEA-0DDD-6161-8DCB099E78B0}"/>
          </ac:spMkLst>
        </pc:spChg>
      </pc:sldChg>
    </pc:docChg>
  </pc:docChgLst>
  <pc:docChgLst>
    <pc:chgData name="Олександр Зик" userId="c7a628fe0823e5d5" providerId="LiveId" clId="{52EBB184-02B3-4149-B618-283F477E4014}"/>
    <pc:docChg chg="modSld">
      <pc:chgData name="Олександр Зик" userId="c7a628fe0823e5d5" providerId="LiveId" clId="{52EBB184-02B3-4149-B618-283F477E4014}" dt="2024-04-21T11:35:18.879" v="6" actId="20577"/>
      <pc:docMkLst>
        <pc:docMk/>
      </pc:docMkLst>
      <pc:sldChg chg="modSp mod">
        <pc:chgData name="Олександр Зик" userId="c7a628fe0823e5d5" providerId="LiveId" clId="{52EBB184-02B3-4149-B618-283F477E4014}" dt="2024-04-20T19:20:15.020" v="5" actId="20577"/>
        <pc:sldMkLst>
          <pc:docMk/>
          <pc:sldMk cId="2742638289" sldId="335"/>
        </pc:sldMkLst>
        <pc:spChg chg="mod">
          <ac:chgData name="Олександр Зик" userId="c7a628fe0823e5d5" providerId="LiveId" clId="{52EBB184-02B3-4149-B618-283F477E4014}" dt="2024-04-20T19:20:15.020" v="5" actId="20577"/>
          <ac:spMkLst>
            <pc:docMk/>
            <pc:sldMk cId="2742638289" sldId="335"/>
            <ac:spMk id="11" creationId="{C1431629-8DEA-0DDD-6161-8DCB099E78B0}"/>
          </ac:spMkLst>
        </pc:spChg>
      </pc:sldChg>
      <pc:sldChg chg="modSp mod">
        <pc:chgData name="Олександр Зик" userId="c7a628fe0823e5d5" providerId="LiveId" clId="{52EBB184-02B3-4149-B618-283F477E4014}" dt="2024-04-21T11:35:18.879" v="6" actId="20577"/>
        <pc:sldMkLst>
          <pc:docMk/>
          <pc:sldMk cId="2258067945" sldId="337"/>
        </pc:sldMkLst>
        <pc:spChg chg="mod">
          <ac:chgData name="Олександр Зик" userId="c7a628fe0823e5d5" providerId="LiveId" clId="{52EBB184-02B3-4149-B618-283F477E4014}" dt="2024-04-21T11:35:18.879" v="6" actId="20577"/>
          <ac:spMkLst>
            <pc:docMk/>
            <pc:sldMk cId="2258067945" sldId="337"/>
            <ac:spMk id="11" creationId="{C1431629-8DEA-0DDD-6161-8DCB099E78B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верхнього колонтитула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Місце для дати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F509B8-7ABE-495B-A1C0-2C31DA7C7394}" type="datetimeFigureOut">
              <a:rPr lang="ru-RU" smtClean="0"/>
              <a:t>02.03.2025</a:t>
            </a:fld>
            <a:endParaRPr lang="ru-RU"/>
          </a:p>
        </p:txBody>
      </p:sp>
      <p:sp>
        <p:nvSpPr>
          <p:cNvPr id="4" name="Місце для зображення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Місце для нотаток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6" name="Місце для нижнього колонтитула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Місце для номера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A319A9B-BD41-4D0F-9B64-26F3C073F33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613591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ABE3E6-2209-5440-8F32-130969F6B161}" type="slidenum">
              <a:rPr lang="en-BG" smtClean="0"/>
              <a:t>1</a:t>
            </a:fld>
            <a:endParaRPr lang="en-BG"/>
          </a:p>
        </p:txBody>
      </p:sp>
    </p:spTree>
    <p:extLst>
      <p:ext uri="{BB962C8B-B14F-4D97-AF65-F5344CB8AC3E}">
        <p14:creationId xmlns:p14="http://schemas.microsoft.com/office/powerpoint/2010/main" val="4361550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ABE3E6-2209-5440-8F32-130969F6B161}" type="slidenum">
              <a:rPr lang="en-BG" smtClean="0"/>
              <a:t>2</a:t>
            </a:fld>
            <a:endParaRPr lang="en-BG"/>
          </a:p>
        </p:txBody>
      </p:sp>
    </p:spTree>
    <p:extLst>
      <p:ext uri="{BB962C8B-B14F-4D97-AF65-F5344CB8AC3E}">
        <p14:creationId xmlns:p14="http://schemas.microsoft.com/office/powerpoint/2010/main" val="557568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ABE3E6-2209-5440-8F32-130969F6B161}" type="slidenum">
              <a:rPr lang="en-BG" smtClean="0"/>
              <a:t>3</a:t>
            </a:fld>
            <a:endParaRPr lang="en-BG"/>
          </a:p>
        </p:txBody>
      </p:sp>
    </p:spTree>
    <p:extLst>
      <p:ext uri="{BB962C8B-B14F-4D97-AF65-F5344CB8AC3E}">
        <p14:creationId xmlns:p14="http://schemas.microsoft.com/office/powerpoint/2010/main" val="285874620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ABE3E6-2209-5440-8F32-130969F6B161}" type="slidenum">
              <a:rPr lang="en-BG" smtClean="0"/>
              <a:t>4</a:t>
            </a:fld>
            <a:endParaRPr lang="en-BG"/>
          </a:p>
        </p:txBody>
      </p:sp>
    </p:spTree>
    <p:extLst>
      <p:ext uri="{BB962C8B-B14F-4D97-AF65-F5344CB8AC3E}">
        <p14:creationId xmlns:p14="http://schemas.microsoft.com/office/powerpoint/2010/main" val="48741978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ABE3E6-2209-5440-8F32-130969F6B161}" type="slidenum">
              <a:rPr lang="en-BG" smtClean="0"/>
              <a:t>5</a:t>
            </a:fld>
            <a:endParaRPr lang="en-BG"/>
          </a:p>
        </p:txBody>
      </p:sp>
    </p:spTree>
    <p:extLst>
      <p:ext uri="{BB962C8B-B14F-4D97-AF65-F5344CB8AC3E}">
        <p14:creationId xmlns:p14="http://schemas.microsoft.com/office/powerpoint/2010/main" val="21401292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8A8A0C8-D315-4C1D-BC40-0EEC2D312E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Підзаголовок 2">
            <a:extLst>
              <a:ext uri="{FF2B5EF4-FFF2-40B4-BE49-F238E27FC236}">
                <a16:creationId xmlns:a16="http://schemas.microsoft.com/office/drawing/2014/main" id="{E881A9EA-6A07-403A-AB37-07BCF5A8A2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uk-UA"/>
              <a:t>Клацніть, щоб редагувати стиль зразка підзаголовка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11307431-7A13-4B74-B78C-A9F03502E5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7F2A4E-48FE-45AD-B843-4CB2279710EC}" type="datetimeFigureOut">
              <a:rPr lang="ru-RU" smtClean="0"/>
              <a:t>02.03.2025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CF2AF9F4-4EA7-4A0A-AA13-76E0052844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0A20C1E0-308F-4634-B4B5-11B1BA8575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0223A3-3672-4121-A8F0-2019C1F09D8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816955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Назва та вмі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2F3E57D-736C-4B72-86F3-553E49B3B1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9F4AA457-60AB-424A-9CAA-1229F89FD5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F2D64875-4045-44BF-BD58-F4C8244C31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7F2A4E-48FE-45AD-B843-4CB2279710EC}" type="datetimeFigureOut">
              <a:rPr lang="ru-RU" smtClean="0"/>
              <a:t>02.03.2025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1674A0AE-8361-47BC-AECB-A1354CAA51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B308D3C2-C64E-4A39-9D31-DFFC4B6506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0223A3-3672-4121-A8F0-2019C1F09D8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647751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Назва розділ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F0C160-0358-4E4C-881C-21CBE9834D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30563B84-CC11-49F4-A43D-7154FB1912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3EB38627-D7AF-4E86-8BAB-FF11A2F18E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7F2A4E-48FE-45AD-B843-4CB2279710EC}" type="datetimeFigureOut">
              <a:rPr lang="ru-RU" smtClean="0"/>
              <a:t>02.03.2025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0393A72E-1025-4480-9AF2-AE58105183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7837CCF0-12AC-4BE2-B0D5-2295721BDD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0223A3-3672-4121-A8F0-2019C1F09D8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935021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’єкт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5F87F35-32C3-437B-B316-3370BD8F6F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45763DF5-D445-4A2D-880E-730F537ADC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B6DE45E0-16CA-4236-BE77-474DCCE7C7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0AB47D87-4596-4BCA-9BF3-22D8BCB9FD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7F2A4E-48FE-45AD-B843-4CB2279710EC}" type="datetimeFigureOut">
              <a:rPr lang="ru-RU" smtClean="0"/>
              <a:t>02.03.2025</a:t>
            </a:fld>
            <a:endParaRPr lang="ru-RU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64F48CF3-74E7-4D6D-9433-706846A825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081578F5-1B58-4EBE-8A5F-5D8FC659D1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0223A3-3672-4121-A8F0-2019C1F09D8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005864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Порівнянн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342E2B1-978B-47A9-95B7-55858A05B4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F2CACBFB-4B2A-4D2A-ABDF-C57A88A3B1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23E3A720-A8AD-4CFF-AE08-F00A0F2913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5" name="Місце для тексту 4">
            <a:extLst>
              <a:ext uri="{FF2B5EF4-FFF2-40B4-BE49-F238E27FC236}">
                <a16:creationId xmlns:a16="http://schemas.microsoft.com/office/drawing/2014/main" id="{3A7E4AB6-5F4F-434D-862C-4025257D484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6" name="Місце для вмісту 5">
            <a:extLst>
              <a:ext uri="{FF2B5EF4-FFF2-40B4-BE49-F238E27FC236}">
                <a16:creationId xmlns:a16="http://schemas.microsoft.com/office/drawing/2014/main" id="{174E8E48-0E2D-4636-92B7-C70922E5223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7" name="Місце для дати 6">
            <a:extLst>
              <a:ext uri="{FF2B5EF4-FFF2-40B4-BE49-F238E27FC236}">
                <a16:creationId xmlns:a16="http://schemas.microsoft.com/office/drawing/2014/main" id="{6C9B3770-AF72-4F12-9E40-59F5A3A8A7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7F2A4E-48FE-45AD-B843-4CB2279710EC}" type="datetimeFigureOut">
              <a:rPr lang="ru-RU" smtClean="0"/>
              <a:t>02.03.2025</a:t>
            </a:fld>
            <a:endParaRPr lang="ru-RU"/>
          </a:p>
        </p:txBody>
      </p:sp>
      <p:sp>
        <p:nvSpPr>
          <p:cNvPr id="8" name="Місце для нижнього колонтитула 7">
            <a:extLst>
              <a:ext uri="{FF2B5EF4-FFF2-40B4-BE49-F238E27FC236}">
                <a16:creationId xmlns:a16="http://schemas.microsoft.com/office/drawing/2014/main" id="{E5C34C49-881A-465B-A0CA-1DF9893DAD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Місце для номера слайда 8">
            <a:extLst>
              <a:ext uri="{FF2B5EF4-FFF2-40B4-BE49-F238E27FC236}">
                <a16:creationId xmlns:a16="http://schemas.microsoft.com/office/drawing/2014/main" id="{251FA49B-59AF-4B94-A060-1BD85380A6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0223A3-3672-4121-A8F0-2019C1F09D8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346430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Лише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D321A1C-1FF4-4AA8-B51A-5CD98F86C9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дати 2">
            <a:extLst>
              <a:ext uri="{FF2B5EF4-FFF2-40B4-BE49-F238E27FC236}">
                <a16:creationId xmlns:a16="http://schemas.microsoft.com/office/drawing/2014/main" id="{E7808232-D5D7-4E62-92E7-256C10A28E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7F2A4E-48FE-45AD-B843-4CB2279710EC}" type="datetimeFigureOut">
              <a:rPr lang="ru-RU" smtClean="0"/>
              <a:t>02.03.2025</a:t>
            </a:fld>
            <a:endParaRPr lang="ru-RU"/>
          </a:p>
        </p:txBody>
      </p:sp>
      <p:sp>
        <p:nvSpPr>
          <p:cNvPr id="4" name="Місце для нижнього колонтитула 3">
            <a:extLst>
              <a:ext uri="{FF2B5EF4-FFF2-40B4-BE49-F238E27FC236}">
                <a16:creationId xmlns:a16="http://schemas.microsoft.com/office/drawing/2014/main" id="{E96C76E5-69B7-47B9-A0FB-0F6EAE5C2D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Місце для номера слайда 4">
            <a:extLst>
              <a:ext uri="{FF2B5EF4-FFF2-40B4-BE49-F238E27FC236}">
                <a16:creationId xmlns:a16="http://schemas.microsoft.com/office/drawing/2014/main" id="{F6F06F54-F79B-4861-89A2-2E089F3CA4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0223A3-3672-4121-A8F0-2019C1F09D8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944310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дати 1">
            <a:extLst>
              <a:ext uri="{FF2B5EF4-FFF2-40B4-BE49-F238E27FC236}">
                <a16:creationId xmlns:a16="http://schemas.microsoft.com/office/drawing/2014/main" id="{A536A679-0BB8-4CCC-9493-C176CDBEE3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7F2A4E-48FE-45AD-B843-4CB2279710EC}" type="datetimeFigureOut">
              <a:rPr lang="ru-RU" smtClean="0"/>
              <a:t>02.03.2025</a:t>
            </a:fld>
            <a:endParaRPr lang="ru-RU"/>
          </a:p>
        </p:txBody>
      </p:sp>
      <p:sp>
        <p:nvSpPr>
          <p:cNvPr id="3" name="Місце для нижнього колонтитула 2">
            <a:extLst>
              <a:ext uri="{FF2B5EF4-FFF2-40B4-BE49-F238E27FC236}">
                <a16:creationId xmlns:a16="http://schemas.microsoft.com/office/drawing/2014/main" id="{C353DCF3-69F1-4A4A-A713-6A8629BDBC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Місце для номера слайда 3">
            <a:extLst>
              <a:ext uri="{FF2B5EF4-FFF2-40B4-BE49-F238E27FC236}">
                <a16:creationId xmlns:a16="http://schemas.microsoft.com/office/drawing/2014/main" id="{10B3BA09-25BE-4F61-9BA8-F12F033510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0223A3-3672-4121-A8F0-2019C1F09D8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039620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Вміст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470C8EC-7A63-450C-B7D6-0F19DE7FB0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02B7D66C-74F5-482E-A656-F0A7B7BCC4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тексту 3">
            <a:extLst>
              <a:ext uri="{FF2B5EF4-FFF2-40B4-BE49-F238E27FC236}">
                <a16:creationId xmlns:a16="http://schemas.microsoft.com/office/drawing/2014/main" id="{28878880-5A5C-4604-94BE-2170342664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FC7E49B0-8FDB-420A-86E6-6ABF09D812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7F2A4E-48FE-45AD-B843-4CB2279710EC}" type="datetimeFigureOut">
              <a:rPr lang="ru-RU" smtClean="0"/>
              <a:t>02.03.2025</a:t>
            </a:fld>
            <a:endParaRPr lang="ru-RU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813F8D50-9260-4EA4-B053-54CC256A02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B418AFB6-1FFA-4025-97AC-4E441A7744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0223A3-3672-4121-A8F0-2019C1F09D8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232203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B04DC0C-15AC-470E-AE0D-18F9C08CEE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зображення 2">
            <a:extLst>
              <a:ext uri="{FF2B5EF4-FFF2-40B4-BE49-F238E27FC236}">
                <a16:creationId xmlns:a16="http://schemas.microsoft.com/office/drawing/2014/main" id="{F5953DAD-E3D8-47C2-8360-BF645975787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Місце для тексту 3">
            <a:extLst>
              <a:ext uri="{FF2B5EF4-FFF2-40B4-BE49-F238E27FC236}">
                <a16:creationId xmlns:a16="http://schemas.microsoft.com/office/drawing/2014/main" id="{E891F46D-26E3-4F6B-A995-0963D3BC34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DD476B4B-78A4-4782-92E6-9EEBF5C193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7F2A4E-48FE-45AD-B843-4CB2279710EC}" type="datetimeFigureOut">
              <a:rPr lang="ru-RU" smtClean="0"/>
              <a:t>02.03.2025</a:t>
            </a:fld>
            <a:endParaRPr lang="ru-RU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C8E16B6E-30C6-4FF3-8B39-1B8FC9A1B1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5DCAA060-B406-49EF-8FDE-D1957E1CCF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0223A3-3672-4121-A8F0-2019C1F09D8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644358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і вертикальни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BB00FF1-3A7B-4B8D-8CCF-A510184591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ертикального тексту 2">
            <a:extLst>
              <a:ext uri="{FF2B5EF4-FFF2-40B4-BE49-F238E27FC236}">
                <a16:creationId xmlns:a16="http://schemas.microsoft.com/office/drawing/2014/main" id="{B7917E1A-B272-4DDB-909A-33B26F5E1D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8C036EC2-D430-42C1-8603-2805F683A1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7F2A4E-48FE-45AD-B843-4CB2279710EC}" type="datetimeFigureOut">
              <a:rPr lang="ru-RU" smtClean="0"/>
              <a:t>02.03.2025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FCF0F3C3-8A80-489A-8F07-ACCB33D88A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9C7B56E3-9305-4C21-9ADB-B99AD79C18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0223A3-3672-4121-A8F0-2019C1F09D8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355856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ий заголовок і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ий заголовок 1">
            <a:extLst>
              <a:ext uri="{FF2B5EF4-FFF2-40B4-BE49-F238E27FC236}">
                <a16:creationId xmlns:a16="http://schemas.microsoft.com/office/drawing/2014/main" id="{7908685F-0F87-4691-AE0E-568489300F4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ертикального тексту 2">
            <a:extLst>
              <a:ext uri="{FF2B5EF4-FFF2-40B4-BE49-F238E27FC236}">
                <a16:creationId xmlns:a16="http://schemas.microsoft.com/office/drawing/2014/main" id="{82ECF994-8F68-4E4C-88B2-31F2F44175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144EE9C7-2E3D-42FD-BD6F-2527EDD483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7F2A4E-48FE-45AD-B843-4CB2279710EC}" type="datetimeFigureOut">
              <a:rPr lang="ru-RU" smtClean="0"/>
              <a:t>02.03.2025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D86E7750-B84F-49F0-9077-ACEA291C7E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EDD67946-CA0F-49B9-86B2-DFFC61F401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0223A3-3672-4121-A8F0-2019C1F09D8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407754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аголовка 1">
            <a:extLst>
              <a:ext uri="{FF2B5EF4-FFF2-40B4-BE49-F238E27FC236}">
                <a16:creationId xmlns:a16="http://schemas.microsoft.com/office/drawing/2014/main" id="{2D368C0C-7C41-426D-9C5D-E668AB9844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063DA77C-DB1A-4A20-9536-76BA8FF160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DDD8CAF6-BB10-4224-B4CC-7EAE8B3CE91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7F2A4E-48FE-45AD-B843-4CB2279710EC}" type="datetimeFigureOut">
              <a:rPr lang="ru-RU" smtClean="0"/>
              <a:t>02.03.2025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A30B153D-FD0D-41D6-8D99-3932549B201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2AB31060-4FD8-4896-9856-2B6F1D58F3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0223A3-3672-4121-A8F0-2019C1F09D8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646342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microsoft.com/office/2007/relationships/hdphoto" Target="../media/hdphoto2.wdp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microsoft.com/office/2007/relationships/hdphoto" Target="../media/hdphoto2.wdp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microsoft.com/office/2007/relationships/hdphoto" Target="../media/hdphoto2.wdp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microsoft.com/office/2007/relationships/hdphoto" Target="../media/hdphoto2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cture containing grass, blur&#10;&#10;Description automatically generated">
            <a:extLst>
              <a:ext uri="{FF2B5EF4-FFF2-40B4-BE49-F238E27FC236}">
                <a16:creationId xmlns:a16="http://schemas.microsoft.com/office/drawing/2014/main" id="{E13D481D-7F37-14E6-33D8-19B5CF78209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63000"/>
                    </a14:imgEffect>
                    <a14:imgEffect>
                      <a14:brightnessContrast bright="-19000" contrast="-1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1" y="9939"/>
            <a:ext cx="12192001" cy="691826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1431629-8DEA-0DDD-6161-8DCB099E78B0}"/>
              </a:ext>
            </a:extLst>
          </p:cNvPr>
          <p:cNvSpPr txBox="1"/>
          <p:nvPr/>
        </p:nvSpPr>
        <p:spPr>
          <a:xfrm>
            <a:off x="-344045" y="1905506"/>
            <a:ext cx="12880088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500" b="1" noProof="1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Боже Єдиний, нашу країну тримай!</a:t>
            </a:r>
          </a:p>
          <a:p>
            <a:pPr algn="ctr"/>
            <a:r>
              <a:rPr lang="ru-RU" sz="4500" b="1" noProof="1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Боже, народ наш з колін піднімай!</a:t>
            </a:r>
          </a:p>
          <a:p>
            <a:pPr algn="ctr"/>
            <a:r>
              <a:rPr lang="ru-RU" sz="4500" b="1" noProof="1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Ти наше світло в темряві ночі, наш Бог!</a:t>
            </a:r>
          </a:p>
          <a:p>
            <a:pPr algn="ctr"/>
            <a:r>
              <a:rPr lang="ru-RU" sz="4500" b="1" noProof="1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Ти наша сила в часи безсилля й тривог!</a:t>
            </a:r>
          </a:p>
        </p:txBody>
      </p:sp>
    </p:spTree>
    <p:extLst>
      <p:ext uri="{BB962C8B-B14F-4D97-AF65-F5344CB8AC3E}">
        <p14:creationId xmlns:p14="http://schemas.microsoft.com/office/powerpoint/2010/main" val="27426382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cture containing grass, blur&#10;&#10;Description automatically generated">
            <a:extLst>
              <a:ext uri="{FF2B5EF4-FFF2-40B4-BE49-F238E27FC236}">
                <a16:creationId xmlns:a16="http://schemas.microsoft.com/office/drawing/2014/main" id="{E13D481D-7F37-14E6-33D8-19B5CF78209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63000"/>
                    </a14:imgEffect>
                    <a14:imgEffect>
                      <a14:brightnessContrast bright="-19000" contrast="-1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1" y="9939"/>
            <a:ext cx="12192001" cy="691826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1431629-8DEA-0DDD-6161-8DCB099E78B0}"/>
              </a:ext>
            </a:extLst>
          </p:cNvPr>
          <p:cNvSpPr txBox="1"/>
          <p:nvPr/>
        </p:nvSpPr>
        <p:spPr>
          <a:xfrm>
            <a:off x="654937" y="2274838"/>
            <a:ext cx="10882123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800" b="1" noProof="1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Бо Ти Такий Великий,</a:t>
            </a:r>
          </a:p>
          <a:p>
            <a:pPr algn="ctr"/>
            <a:r>
              <a:rPr lang="ru-RU" sz="4800" b="1" noProof="1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Ти Такий Могутній,</a:t>
            </a:r>
          </a:p>
          <a:p>
            <a:pPr algn="ctr"/>
            <a:r>
              <a:rPr lang="ru-RU" sz="4800" b="1" noProof="1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Тримаєш Ти цей світ в руках Своїх</a:t>
            </a:r>
          </a:p>
        </p:txBody>
      </p:sp>
    </p:spTree>
    <p:extLst>
      <p:ext uri="{BB962C8B-B14F-4D97-AF65-F5344CB8AC3E}">
        <p14:creationId xmlns:p14="http://schemas.microsoft.com/office/powerpoint/2010/main" val="7096599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cture containing grass, blur&#10;&#10;Description automatically generated">
            <a:extLst>
              <a:ext uri="{FF2B5EF4-FFF2-40B4-BE49-F238E27FC236}">
                <a16:creationId xmlns:a16="http://schemas.microsoft.com/office/drawing/2014/main" id="{E13D481D-7F37-14E6-33D8-19B5CF78209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63000"/>
                    </a14:imgEffect>
                    <a14:imgEffect>
                      <a14:brightnessContrast bright="-19000" contrast="-1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1" y="9939"/>
            <a:ext cx="12192001" cy="691826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1431629-8DEA-0DDD-6161-8DCB099E78B0}"/>
              </a:ext>
            </a:extLst>
          </p:cNvPr>
          <p:cNvSpPr txBox="1"/>
          <p:nvPr/>
        </p:nvSpPr>
        <p:spPr>
          <a:xfrm>
            <a:off x="654937" y="2274838"/>
            <a:ext cx="10882123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800" b="1" noProof="1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Ти Такий Великий,</a:t>
            </a:r>
          </a:p>
          <a:p>
            <a:pPr algn="ctr"/>
            <a:r>
              <a:rPr lang="ru-RU" sz="4800" b="1" noProof="1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Ти Такий Могутній,</a:t>
            </a:r>
          </a:p>
          <a:p>
            <a:pPr algn="ctr"/>
            <a:r>
              <a:rPr lang="ru-RU" sz="4800" b="1" noProof="1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Вклоняємось до Тебе серцем ми</a:t>
            </a:r>
          </a:p>
        </p:txBody>
      </p:sp>
    </p:spTree>
    <p:extLst>
      <p:ext uri="{BB962C8B-B14F-4D97-AF65-F5344CB8AC3E}">
        <p14:creationId xmlns:p14="http://schemas.microsoft.com/office/powerpoint/2010/main" val="6281031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cture containing grass, blur&#10;&#10;Description automatically generated">
            <a:extLst>
              <a:ext uri="{FF2B5EF4-FFF2-40B4-BE49-F238E27FC236}">
                <a16:creationId xmlns:a16="http://schemas.microsoft.com/office/drawing/2014/main" id="{E13D481D-7F37-14E6-33D8-19B5CF78209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63000"/>
                    </a14:imgEffect>
                    <a14:imgEffect>
                      <a14:brightnessContrast bright="-19000" contrast="-1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1" y="9939"/>
            <a:ext cx="12192001" cy="691826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1431629-8DEA-0DDD-6161-8DCB099E78B0}"/>
              </a:ext>
            </a:extLst>
          </p:cNvPr>
          <p:cNvSpPr txBox="1"/>
          <p:nvPr/>
        </p:nvSpPr>
        <p:spPr>
          <a:xfrm>
            <a:off x="327467" y="1945578"/>
            <a:ext cx="11537063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800" b="1" noProof="1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Нині ж Господь наш,</a:t>
            </a:r>
          </a:p>
          <a:p>
            <a:pPr algn="ctr"/>
            <a:r>
              <a:rPr lang="ru-RU" sz="4800" b="1" noProof="1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благаєм прийди!</a:t>
            </a:r>
          </a:p>
          <a:p>
            <a:pPr algn="ctr"/>
            <a:r>
              <a:rPr lang="ru-RU" sz="4800" b="1" noProof="1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В нашу країну, в рідну родину мир принеси!</a:t>
            </a:r>
          </a:p>
        </p:txBody>
      </p:sp>
    </p:spTree>
    <p:extLst>
      <p:ext uri="{BB962C8B-B14F-4D97-AF65-F5344CB8AC3E}">
        <p14:creationId xmlns:p14="http://schemas.microsoft.com/office/powerpoint/2010/main" val="22580679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cture containing grass, blur&#10;&#10;Description automatically generated">
            <a:extLst>
              <a:ext uri="{FF2B5EF4-FFF2-40B4-BE49-F238E27FC236}">
                <a16:creationId xmlns:a16="http://schemas.microsoft.com/office/drawing/2014/main" id="{E13D481D-7F37-14E6-33D8-19B5CF78209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63000"/>
                    </a14:imgEffect>
                    <a14:imgEffect>
                      <a14:brightnessContrast bright="-19000" contrast="-1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1" y="9939"/>
            <a:ext cx="12192001" cy="691826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1431629-8DEA-0DDD-6161-8DCB099E78B0}"/>
              </a:ext>
            </a:extLst>
          </p:cNvPr>
          <p:cNvSpPr txBox="1"/>
          <p:nvPr/>
        </p:nvSpPr>
        <p:spPr>
          <a:xfrm>
            <a:off x="327467" y="1905506"/>
            <a:ext cx="11537063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800" b="1" noProof="1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Бо Ти наше світло, в темряві  ночі наш Бог!</a:t>
            </a:r>
          </a:p>
          <a:p>
            <a:pPr algn="ctr"/>
            <a:r>
              <a:rPr lang="ru-RU" sz="4800" b="1" noProof="1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Ти наша сила в часи безсилля</a:t>
            </a:r>
          </a:p>
          <a:p>
            <a:pPr algn="ctr"/>
            <a:r>
              <a:rPr lang="ru-RU" sz="4800" b="1" noProof="1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й тривог!</a:t>
            </a:r>
          </a:p>
        </p:txBody>
      </p:sp>
    </p:spTree>
    <p:extLst>
      <p:ext uri="{BB962C8B-B14F-4D97-AF65-F5344CB8AC3E}">
        <p14:creationId xmlns:p14="http://schemas.microsoft.com/office/powerpoint/2010/main" val="3343998013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Офіс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Офіс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Офіс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Офіс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Офіс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Офіс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106</Words>
  <Application>Microsoft Office PowerPoint</Application>
  <PresentationFormat>Широкоэкранный</PresentationFormat>
  <Paragraphs>21</Paragraphs>
  <Slides>5</Slides>
  <Notes>5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</vt:i4>
      </vt:variant>
    </vt:vector>
  </HeadingPairs>
  <TitlesOfParts>
    <vt:vector size="10" baseType="lpstr">
      <vt:lpstr>Arial</vt:lpstr>
      <vt:lpstr>Calibri</vt:lpstr>
      <vt:lpstr>Calibri Light</vt:lpstr>
      <vt:lpstr>Helvetica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Презентація PowerPoint</dc:title>
  <dc:creator>Олександр Зик</dc:creator>
  <cp:lastModifiedBy>Lenovo</cp:lastModifiedBy>
  <cp:revision>2</cp:revision>
  <dcterms:created xsi:type="dcterms:W3CDTF">2023-11-04T19:52:28Z</dcterms:created>
  <dcterms:modified xsi:type="dcterms:W3CDTF">2025-03-02T08:50:52Z</dcterms:modified>
</cp:coreProperties>
</file>