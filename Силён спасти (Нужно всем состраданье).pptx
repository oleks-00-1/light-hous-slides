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7" r:id="rId2"/>
    <p:sldId id="298" r:id="rId3"/>
    <p:sldId id="300" r:id="rId4"/>
    <p:sldId id="301" r:id="rId5"/>
    <p:sldId id="303" r:id="rId6"/>
    <p:sldId id="305" r:id="rId7"/>
    <p:sldId id="304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5" autoAdjust="0"/>
    <p:restoredTop sz="94660"/>
  </p:normalViewPr>
  <p:slideViewPr>
    <p:cSldViewPr snapToGrid="0">
      <p:cViewPr varScale="1">
        <p:scale>
          <a:sx n="65" d="100"/>
          <a:sy n="65" d="100"/>
        </p:scale>
        <p:origin x="20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Олександр Зик" userId="c7a628fe0823e5d5" providerId="LiveId" clId="{CE086BFD-89CD-4FC1-9271-75E9A2A0DC13}"/>
    <pc:docChg chg="addSld modSld">
      <pc:chgData name="Олександр Зик" userId="c7a628fe0823e5d5" providerId="LiveId" clId="{CE086BFD-89CD-4FC1-9271-75E9A2A0DC13}" dt="2024-08-10T19:35:09.409" v="6" actId="20577"/>
      <pc:docMkLst>
        <pc:docMk/>
      </pc:docMkLst>
      <pc:sldChg chg="modSp mod">
        <pc:chgData name="Олександр Зик" userId="c7a628fe0823e5d5" providerId="LiveId" clId="{CE086BFD-89CD-4FC1-9271-75E9A2A0DC13}" dt="2024-08-10T19:34:53.054" v="2" actId="1076"/>
        <pc:sldMkLst>
          <pc:docMk/>
          <pc:sldMk cId="4200538271" sldId="303"/>
        </pc:sldMkLst>
        <pc:spChg chg="mod">
          <ac:chgData name="Олександр Зик" userId="c7a628fe0823e5d5" providerId="LiveId" clId="{CE086BFD-89CD-4FC1-9271-75E9A2A0DC13}" dt="2024-08-10T19:34:53.054" v="2" actId="1076"/>
          <ac:spMkLst>
            <pc:docMk/>
            <pc:sldMk cId="4200538271" sldId="303"/>
            <ac:spMk id="5" creationId="{A2D25EDA-65FF-02F8-B6E2-29CE580C5690}"/>
          </ac:spMkLst>
        </pc:spChg>
      </pc:sldChg>
      <pc:sldChg chg="modSp mod">
        <pc:chgData name="Олександр Зик" userId="c7a628fe0823e5d5" providerId="LiveId" clId="{CE086BFD-89CD-4FC1-9271-75E9A2A0DC13}" dt="2024-08-10T19:35:09.409" v="6" actId="20577"/>
        <pc:sldMkLst>
          <pc:docMk/>
          <pc:sldMk cId="1360085672" sldId="304"/>
        </pc:sldMkLst>
        <pc:spChg chg="mod">
          <ac:chgData name="Олександр Зик" userId="c7a628fe0823e5d5" providerId="LiveId" clId="{CE086BFD-89CD-4FC1-9271-75E9A2A0DC13}" dt="2024-08-10T19:35:09.409" v="6" actId="20577"/>
          <ac:spMkLst>
            <pc:docMk/>
            <pc:sldMk cId="1360085672" sldId="304"/>
            <ac:spMk id="5" creationId="{A2D25EDA-65FF-02F8-B6E2-29CE580C5690}"/>
          </ac:spMkLst>
        </pc:spChg>
      </pc:sldChg>
      <pc:sldChg chg="modSp add mod">
        <pc:chgData name="Олександр Зик" userId="c7a628fe0823e5d5" providerId="LiveId" clId="{CE086BFD-89CD-4FC1-9271-75E9A2A0DC13}" dt="2024-08-10T19:35:01.068" v="4" actId="1076"/>
        <pc:sldMkLst>
          <pc:docMk/>
          <pc:sldMk cId="3179856115" sldId="305"/>
        </pc:sldMkLst>
        <pc:spChg chg="mod">
          <ac:chgData name="Олександр Зик" userId="c7a628fe0823e5d5" providerId="LiveId" clId="{CE086BFD-89CD-4FC1-9271-75E9A2A0DC13}" dt="2024-08-10T19:35:01.068" v="4" actId="1076"/>
          <ac:spMkLst>
            <pc:docMk/>
            <pc:sldMk cId="3179856115" sldId="305"/>
            <ac:spMk id="5" creationId="{A2D25EDA-65FF-02F8-B6E2-29CE580C569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E24796-7C7C-4A4A-903B-CA710E69C0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AAADD703-FA5D-47BF-959A-F59C72D186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796DE58-70E6-4534-B914-2D7C0E83B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6B0FE-86A4-4538-A48E-3FD3C7536D9E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F6714AF-12D0-4E54-8B56-FA0BBD131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F96A8D3D-7DC6-4717-8BC2-000501A78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0897-F0E5-4749-8D5A-C48E021F58E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0930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D54202-70B2-4546-A49B-DCE3EC5C0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919CD31-5FF7-4EDF-A963-D7F3E90AF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F02138F-DE0D-4686-8753-50E7CF4BA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6B0FE-86A4-4538-A48E-3FD3C7536D9E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BE567E6-A937-4C1B-901D-A1CE3432E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51A35A1-A3B3-461E-A472-3CE607807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0897-F0E5-4749-8D5A-C48E021F58E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1012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97C89-6A5A-4AD7-A73D-814F407B1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FDCD3B58-8632-4AF6-A091-61616AA8C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5DC153A-DC42-4926-82E4-953139434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6B0FE-86A4-4538-A48E-3FD3C7536D9E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F3CC37A-0E61-4393-B645-78D10B2D2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6FB0B97-D00F-4D6B-9368-1DA2DEA61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0897-F0E5-4749-8D5A-C48E021F58E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1095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4EC1A7-87A8-4F0E-8A41-4737C5561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0ED64FD-FC23-4C1D-B594-6E6D86D4E3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B970718-99D3-46E2-BB0D-8155AF8B76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2054BF45-54DF-43E6-A527-9AE037EDD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6B0FE-86A4-4538-A48E-3FD3C7536D9E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12C1824A-A334-4176-B3D8-96819B9FC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5C2D09B5-2276-4748-B8F9-C1767F880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0897-F0E5-4749-8D5A-C48E021F58E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0209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877DEE-45CC-47F7-B725-1FC4D4E2F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3014DCB6-D7EB-4310-80EF-AF52DEB96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A82C253B-7B82-4D18-BB96-57391178C3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82B123D1-1A5A-4821-821F-2117ACF92F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14C8E100-BE18-4DF5-B153-E2981E96F7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63540332-C704-4155-8168-ED5343AE7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6B0FE-86A4-4538-A48E-3FD3C7536D9E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31573BEB-FEB2-4779-8FE5-69D442909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B402E99C-7616-4EA1-B52E-5CDEE552E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0897-F0E5-4749-8D5A-C48E021F58E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8360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41F142-1AF1-42D3-98EC-5235E5622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82DE88CC-FA3D-4F3E-950B-FD50AC010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6B0FE-86A4-4538-A48E-3FD3C7536D9E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631EB044-1D5E-453D-A24E-9E28DF56D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DFE491F8-07A9-4CD4-AD1E-FD7DB3D83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0897-F0E5-4749-8D5A-C48E021F58E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3604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D155F897-8F7D-4E28-B853-490B1AEF6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6B0FE-86A4-4538-A48E-3FD3C7536D9E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361C86CD-2714-46F0-BF43-9F8D2DB86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60ADDCB9-E850-414E-B075-96D9FDFF8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0897-F0E5-4749-8D5A-C48E021F58E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9907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3EAFF3-FD27-4062-9BB7-055D095B5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B81FCD3-65F2-4BA6-9657-4604153E6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5E690515-E553-449C-BF6A-D086F42E44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B2BA5586-B88F-433C-801F-8F75FE4B0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6B0FE-86A4-4538-A48E-3FD3C7536D9E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9549DD1B-3062-4125-B7DC-6CE94E1DC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61750BD3-D41D-48A6-A990-089588717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0897-F0E5-4749-8D5A-C48E021F58E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2923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880467-1A4F-4FC6-8CD1-9ECA7E7BA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FE70302B-F1BE-4932-82B3-260F4DB8F1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FE985E08-A61E-40C0-B732-5D2435B3BC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83870B3D-6379-4880-9EAF-4D6E6EEB4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6B0FE-86A4-4538-A48E-3FD3C7536D9E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710491D0-D5FC-47B7-9470-57FEC070A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6521819C-C98A-47FE-9358-88AAA3B10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0897-F0E5-4749-8D5A-C48E021F58E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96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3543B8-1D1E-4D07-BBDC-DA100445F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8981F4B7-AE4B-4D6F-90FB-DB0462BF4F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C176BFF-A9BA-4165-ADDF-AD29A84DD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6B0FE-86A4-4538-A48E-3FD3C7536D9E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D1A2AD1-FB46-445B-BBCA-DB11842E4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E164E59-7FE1-493F-B98D-E165D1D9C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0897-F0E5-4749-8D5A-C48E021F58E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5607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1A938CF9-F249-4D11-A4CF-6E1440DF8C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62A24C76-7A48-49C6-9029-8F6688D210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711D71B-E9A2-4B7A-98A3-B37193CB7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6B0FE-86A4-4538-A48E-3FD3C7536D9E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2467BA0-8AB1-4CD7-8CFC-4FC52A5AC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FE7C45AB-921F-4C52-9F1C-6A2C5C462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0897-F0E5-4749-8D5A-C48E021F58E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3008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7419D451-5331-463E-A23C-EB251413F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E78F1EA9-2AC4-43EA-9D98-12B393666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786B5AB-1C00-44EB-B6EB-ECF2819E68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B6B0FE-86A4-4538-A48E-3FD3C7536D9E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5E49BD6-148F-42AB-BED1-0D315D67E8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D5AFDD4-B119-4533-95B0-FC6F016C71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B50897-F0E5-4749-8D5A-C48E021F58E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0238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1295349" y="2144803"/>
            <a:ext cx="960130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Нужно всем состраданье, любовь, что бесконечна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благодать Твоя</a:t>
            </a:r>
          </a:p>
        </p:txBody>
      </p:sp>
    </p:spTree>
    <p:extLst>
      <p:ext uri="{BB962C8B-B14F-4D97-AF65-F5344CB8AC3E}">
        <p14:creationId xmlns:p14="http://schemas.microsoft.com/office/powerpoint/2010/main" val="567374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1295349" y="2136338"/>
            <a:ext cx="960130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Нужно так всем прощенье, Спасителя любезность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Надежда мира</a:t>
            </a:r>
            <a:endParaRPr lang="ru-RU" sz="54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92438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0" y="2136338"/>
            <a:ext cx="12192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Спаситель может сдвинуть горы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Силён Господь мой спасти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Все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х силён Он спасти</a:t>
            </a:r>
            <a:endParaRPr lang="ru-RU" sz="54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25757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849951" y="2144803"/>
            <a:ext cx="1049209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 веки, Он Творец спасения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Воскрес и смерть победил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Смерть Иисус победил </a:t>
            </a:r>
          </a:p>
        </p:txBody>
      </p:sp>
    </p:spTree>
    <p:extLst>
      <p:ext uri="{BB962C8B-B14F-4D97-AF65-F5344CB8AC3E}">
        <p14:creationId xmlns:p14="http://schemas.microsoft.com/office/powerpoint/2010/main" val="2329153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849951" y="2144803"/>
            <a:ext cx="1049209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Возьми мои падения, 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страхи и сомнения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Жизнь наполни вновь</a:t>
            </a:r>
          </a:p>
        </p:txBody>
      </p:sp>
    </p:spTree>
    <p:extLst>
      <p:ext uri="{BB962C8B-B14F-4D97-AF65-F5344CB8AC3E}">
        <p14:creationId xmlns:p14="http://schemas.microsoft.com/office/powerpoint/2010/main" val="4200538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849951" y="2136338"/>
            <a:ext cx="1049209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Тебе отдам все дни я</a:t>
            </a:r>
            <a:endParaRPr lang="ru-RU" sz="5400" b="1" dirty="0">
              <a:solidFill>
                <a:schemeClr val="bg1">
                  <a:lumMod val="95000"/>
                </a:schemeClr>
              </a:solidFill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всё, что 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так верю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Твоих руках, Бог</a:t>
            </a:r>
            <a:endParaRPr lang="ru-RU" sz="54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79856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849951" y="1729305"/>
            <a:ext cx="1049209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Яркий свет Твой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пусть видит вся земля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Мы будем петь во славу воскресшего Царя, Иисус</a:t>
            </a:r>
            <a:endParaRPr lang="ru-RU" sz="54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6008567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87</Words>
  <Application>Microsoft Office PowerPoint</Application>
  <PresentationFormat>Широкий екран</PresentationFormat>
  <Paragraphs>19</Paragraphs>
  <Slides>7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3</cp:revision>
  <dcterms:created xsi:type="dcterms:W3CDTF">2024-06-01T18:54:39Z</dcterms:created>
  <dcterms:modified xsi:type="dcterms:W3CDTF">2026-04-25T20:03:09Z</dcterms:modified>
</cp:coreProperties>
</file>