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  <p:sldId id="300" r:id="rId5"/>
    <p:sldId id="30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7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295FF7-37E9-4A07-ADB0-10EF2154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34FB4D-8604-401D-AE81-24E06A4B2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F18A07-0517-45BD-BBBE-FE9A9ABC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42E7EC-065C-4EA4-B2B0-AAF8C288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80F2BF-CE5E-402D-924B-39C11A1B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01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91895-27B0-4A1B-9BAF-34077467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94A638-8A77-4AA4-97E4-46AF255AC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CB0FF0-72DA-4E00-B60D-76D613A94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2B5FBC-51A1-4C4F-978A-A86214E2A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8D418C-E677-4ACF-A689-92CB056B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21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E638F-AA2F-4825-AD26-87EEF246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8EF23-523B-43A6-AED6-2CFF381FC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3B7F8D-6510-492D-A0DF-3BFBEA638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47D2A-616E-4F57-B47A-5D12D3884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26499A-ED1F-44CA-9392-28F1611D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113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3B98D-9643-4DEE-AEA4-C0F4CF3A7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3A9B5C-0980-4ABF-87CD-B9E9A270B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72A7EE-AAD7-484F-9F83-E86D010E0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6DACF8-0882-476C-B584-D6CE9329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BCE819-E283-4D04-9E95-B0710220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686ABD-0032-4265-8CD2-16314722B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12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0B375-6A3B-4DEF-9F67-6E066B94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E45AD3-8305-42B0-9077-37AA5CC5C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8CFF37-E94C-4384-BE1B-87131D351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8019B8-04C0-449A-B273-DBB0DE5B1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4807CE4-A608-4BA4-A45A-89D1E2029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9885D84-DEE9-4A8F-B54A-AAE54043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1EFFF17-0F2F-4DAA-8649-BE218CD9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9E2EF4-A0F2-47C6-8141-1C763263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16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F6368-699B-449B-80CA-D575F532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6F2DDCB-E2A1-4064-BCA0-EB23458C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5C2375-F499-4E90-8107-65FD8773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DA6E22B-E64A-4188-9918-A6DC3E17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81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4817B34-D293-4B62-9767-A19EADE16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ACBAA4D-42C8-4213-B439-580839E5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A712B1-B6E9-469B-9CA1-5D8CB8FA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3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F30D1-19B2-42EB-AA04-9EE5B359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538AC-BA25-4C6F-9B24-206418FC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B7FDFD-8D8D-4579-97F6-A037BA51E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D675D8-6B53-4DE3-A1AF-0F1054B1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740CF9-B6C3-44B9-A7C7-D9E387D2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FA2697-D5C1-4F4A-81BC-7D4FD508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92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B6A27-7B03-42CD-B5B8-3F936A26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264C17-7C0E-4C0F-8C14-D7FD4D585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3D5566-33BD-46B5-9BDE-33B76E819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468D92-95B9-4B1D-BBB4-905CF5C1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78D167-9697-4574-B836-98B63888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310A23-17D6-40BF-AFB8-5B8083DE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25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1D329-2D61-413E-A83A-C09C0F366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9EDFE4F-1BAA-4659-8120-44D96AEF4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B453EC-7D12-4A94-BF29-CDB0C84E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A39A51-2FC8-44BE-8149-F3960DD7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35F331-F761-4B47-821F-E62944CE4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03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AEB8AA0-9975-42B3-BA45-A0EF05880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909CC4-0557-4F12-B493-4F6CD367B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CCB3A2-DEB7-4699-BF60-382CA189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827B9-794E-4F77-854F-19D0020D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41997A-9D53-464D-8999-21C219B1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58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32BEDD-43D8-440C-B7F7-55A941938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DD0599-9816-4853-BC78-C5AE3E931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9376B-05DB-468B-B009-40CCBBED2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4BF9A-0FFB-46FB-B9D7-1ADE76B10668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DC014B-7E41-418D-89A6-7195F2BA6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7C3FE-98A3-4753-95A9-45EF4EF52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F1CFB-56B4-4D02-A823-AEBE39CC2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67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283303"/>
            <a:ext cx="96013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Поклонюсь Тебе, Иисус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всей душой и телом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Воспою Тебе, Иисус</a:t>
            </a: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274838"/>
            <a:ext cx="96013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духом сердца своего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Великий, Всемогущий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Великий, Всемогущий</a:t>
            </a:r>
          </a:p>
        </p:txBody>
      </p:sp>
    </p:spTree>
    <p:extLst>
      <p:ext uri="{BB962C8B-B14F-4D97-AF65-F5344CB8AC3E}">
        <p14:creationId xmlns:p14="http://schemas.microsoft.com/office/powerpoint/2010/main" val="196475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1905506"/>
            <a:ext cx="96013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прости меня, Господь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все мои сомнения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Вознеси меня, Господь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вершинам Духа Твоего</a:t>
            </a:r>
          </a:p>
        </p:txBody>
      </p:sp>
    </p:spTree>
    <p:extLst>
      <p:ext uri="{BB962C8B-B14F-4D97-AF65-F5344CB8AC3E}">
        <p14:creationId xmlns:p14="http://schemas.microsoft.com/office/powerpoint/2010/main" val="1263565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652635"/>
            <a:ext cx="96013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Великий,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Всемогущий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Великий, люблю Тебя</a:t>
            </a:r>
          </a:p>
        </p:txBody>
      </p:sp>
    </p:spTree>
    <p:extLst>
      <p:ext uri="{BB962C8B-B14F-4D97-AF65-F5344CB8AC3E}">
        <p14:creationId xmlns:p14="http://schemas.microsoft.com/office/powerpoint/2010/main" val="48801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1913971"/>
            <a:ext cx="96013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мом сердце храню Завет Твоей крови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новом сердце горит огонь Святой любви</a:t>
            </a:r>
          </a:p>
        </p:txBody>
      </p:sp>
    </p:spTree>
    <p:extLst>
      <p:ext uri="{BB962C8B-B14F-4D97-AF65-F5344CB8AC3E}">
        <p14:creationId xmlns:p14="http://schemas.microsoft.com/office/powerpoint/2010/main" val="22854608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</Words>
  <Application>Microsoft Office PowerPoint</Application>
  <PresentationFormat>Широкоэкранный</PresentationFormat>
  <Paragraphs>14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1</cp:revision>
  <dcterms:created xsi:type="dcterms:W3CDTF">2025-05-23T16:34:30Z</dcterms:created>
  <dcterms:modified xsi:type="dcterms:W3CDTF">2025-05-23T16:49:52Z</dcterms:modified>
</cp:coreProperties>
</file>