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2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D329DC-1781-4A41-B4C0-C90C29153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69282F3-00C4-4221-BAD0-B33B687F1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1FCAFD4-E7B1-495C-B885-52F89318A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DB927-5817-423D-92FA-9D72C103FE9F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FECFC1E-B372-4069-8DF5-764523DC7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754CE36-EEA3-4B59-8D00-4AA5B2464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536A1-7138-4C76-AE00-44D672BA503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043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CE8561-5035-4783-A325-A9CB88F0A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0B789A8-BAA1-49DF-9E52-D8CE201C5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8FA7183-2CBB-404D-87B6-C1446A19E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DB927-5817-423D-92FA-9D72C103FE9F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654B1BA-57F9-49DE-82B8-427CF6D9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BDFACE2-A5AB-4524-A2D6-B2561425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536A1-7138-4C76-AE00-44D672BA503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80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75B791-169B-4634-AB7A-E1C6F77CC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68DDDC9-AC45-4883-A2F9-9FF117A6A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906B582-11BB-45C1-83D5-C1D76839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DB927-5817-423D-92FA-9D72C103FE9F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0A0A516-9AC1-429D-B237-6BE9C54C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B8FD6C9-112B-4E4F-AE4B-3D77FE0D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536A1-7138-4C76-AE00-44D672BA503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985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B19447-D896-4472-B53C-26AECD6B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2E30D08-870F-4E1A-B63C-66397468A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E84C65D-0240-46A9-816E-6D8815FF4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1FDBFD0-0806-4D23-B3EF-0E8B6282D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DB927-5817-423D-92FA-9D72C103FE9F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D51AF0A-F9AA-4CAF-9BD4-D45DB6103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353FC86-9969-4A0C-BAE5-D08D1BD9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536A1-7138-4C76-AE00-44D672BA503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354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37C8A3-EEBE-4978-BD98-B41EDA365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11D2D75-9C3B-41A9-8F6E-E2834DB43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BCC3558-6D45-4953-ABB4-6B9AA5527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E5376061-4C32-455E-9F9D-0BF0BFC39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49C94DD1-07E0-4AB6-A646-61CBAF515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BA4EB7B6-2D35-4C4F-9F59-6446495C3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DB927-5817-423D-92FA-9D72C103FE9F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009419CA-CC2F-4DC5-AC64-F6A2EF110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B9EB642A-4C47-4569-8453-2038AF244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536A1-7138-4C76-AE00-44D672BA503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937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E7203F-E8C0-40CE-AF64-4785710D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9BCC67E7-0D99-4F36-A564-CAB424312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DB927-5817-423D-92FA-9D72C103FE9F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B4958A57-9513-47E0-BA39-57946DEDE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7D8D145-E303-47EA-BB63-0F2DEB742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536A1-7138-4C76-AE00-44D672BA503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00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14EA555-5E2B-450C-9C03-BAD9DEBBF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DB927-5817-423D-92FA-9D72C103FE9F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B1EE93E-3FC8-45D8-A58A-973F679F6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9456986-E249-4D2F-97F2-1193279A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536A1-7138-4C76-AE00-44D672BA503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85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C0EA1-86B7-481A-A6A7-B227980B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1710EEC-4E0F-4084-91CD-C6BD99FA7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4286323-6DA0-4E57-9E38-E90052B51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EA5130A-3406-4E6B-835E-F7A06153A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DB927-5817-423D-92FA-9D72C103FE9F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B50A279-50D3-4E7E-954F-350101EE9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4155017-A8B6-444C-957F-4B3D1EE90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536A1-7138-4C76-AE00-44D672BA503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526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E72DA1-7FAD-4AA4-A478-D42CE9D91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BBDACEE6-7513-43AE-9FB6-8E6C67ADE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D7EF964-5B8D-4486-88AD-26D8936E8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73B8CE0-5054-4A75-B34F-15020B9CE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DB927-5817-423D-92FA-9D72C103FE9F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E5563A6-5E75-4BDA-B8E0-B1230CDA0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A091B8E-334D-40F7-B7B8-A0CACD324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536A1-7138-4C76-AE00-44D672BA503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612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8952F-4A42-4617-9036-FD5A5E5D6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D5D1EFC-2BC3-4C63-98BF-8925920CD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F8559F9-B5B6-4B54-BF73-2A08BFA17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DB927-5817-423D-92FA-9D72C103FE9F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789A327-D2AF-427F-A9DB-3E8EDBD6C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FFC1A3E-40EF-4CBD-A290-F7B05DB00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536A1-7138-4C76-AE00-44D672BA503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888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ED613CC2-390A-4878-8B55-3D7CC7482F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6560CE3-FE1B-4203-A084-0C9F0A165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3DBAF2B-5965-410E-95B3-EE3DB37BB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DB927-5817-423D-92FA-9D72C103FE9F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475FEBC-2C26-4E6B-BBC6-20F67E830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DCC8BD7-6948-4342-A055-58F827C6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536A1-7138-4C76-AE00-44D672BA503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78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CA87842-7A75-4302-BFA1-2232A9F33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351EB62-BB7F-49D9-AD88-01FF231D9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C20170E-55C3-4815-B3C0-D47ECD387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DB927-5817-423D-92FA-9D72C103FE9F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A1EB739-90D3-4531-8CB5-BFC845621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E5AD530-A6B7-4D61-9693-01655D8E45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536A1-7138-4C76-AE00-44D672BA503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2728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83163" y="1905506"/>
            <a:ext cx="112256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Готов я подняться в горы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Если там я найду Тебя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долинах  искать готов 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Если там Ты ждёшь меня</a:t>
            </a:r>
          </a:p>
        </p:txBody>
      </p:sp>
    </p:spTree>
    <p:extLst>
      <p:ext uri="{BB962C8B-B14F-4D97-AF65-F5344CB8AC3E}">
        <p14:creationId xmlns:p14="http://schemas.microsoft.com/office/powerpoint/2010/main" val="2228200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83163" y="1905506"/>
            <a:ext cx="112256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О, как долго я скитался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Желал найти реки исток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Реки,  что благодатью льется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Которой Ты – начало, Бог</a:t>
            </a:r>
          </a:p>
        </p:txBody>
      </p:sp>
    </p:spTree>
    <p:extLst>
      <p:ext uri="{BB962C8B-B14F-4D97-AF65-F5344CB8AC3E}">
        <p14:creationId xmlns:p14="http://schemas.microsoft.com/office/powerpoint/2010/main" val="260685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83163" y="1905506"/>
            <a:ext cx="112256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долинах тьмы и на вершинах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Нет перемен в Твоей любви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искал бы бесконечно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 Тебя легко найти</a:t>
            </a:r>
          </a:p>
        </p:txBody>
      </p:sp>
    </p:spTree>
    <p:extLst>
      <p:ext uri="{BB962C8B-B14F-4D97-AF65-F5344CB8AC3E}">
        <p14:creationId xmlns:p14="http://schemas.microsoft.com/office/powerpoint/2010/main" val="3109444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83163" y="1536174"/>
            <a:ext cx="1122567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высотах буду славить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в долине, если горы на пути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- опора, Ты -  мой камень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Знаю, что с Тобой я все смогу пройти</a:t>
            </a:r>
          </a:p>
        </p:txBody>
      </p:sp>
    </p:spTree>
    <p:extLst>
      <p:ext uri="{BB962C8B-B14F-4D97-AF65-F5344CB8AC3E}">
        <p14:creationId xmlns:p14="http://schemas.microsoft.com/office/powerpoint/2010/main" val="1016902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83163" y="1536174"/>
            <a:ext cx="1122567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все так же будешь верен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Даже если мрак сгустится надо мной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высотах и в долине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- прибежище для сердца моего</a:t>
            </a:r>
          </a:p>
        </p:txBody>
      </p:sp>
    </p:spTree>
    <p:extLst>
      <p:ext uri="{BB962C8B-B14F-4D97-AF65-F5344CB8AC3E}">
        <p14:creationId xmlns:p14="http://schemas.microsoft.com/office/powerpoint/2010/main" val="670028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83163" y="1905506"/>
            <a:ext cx="112256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О, как благ был Иисус к нам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проделал весь этот путь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 небес, от трона вечной славы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крест, где грех мой зачеркнул</a:t>
            </a:r>
          </a:p>
        </p:txBody>
      </p:sp>
    </p:spTree>
    <p:extLst>
      <p:ext uri="{BB962C8B-B14F-4D97-AF65-F5344CB8AC3E}">
        <p14:creationId xmlns:p14="http://schemas.microsoft.com/office/powerpoint/2010/main" val="2084325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83163" y="1905506"/>
            <a:ext cx="112256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О, на помощь всегда придешь Ты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 путь во мраке мне указать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направишь каждый шаг мой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к свету приведешь меня</a:t>
            </a:r>
          </a:p>
        </p:txBody>
      </p:sp>
    </p:spTree>
    <p:extLst>
      <p:ext uri="{BB962C8B-B14F-4D97-AF65-F5344CB8AC3E}">
        <p14:creationId xmlns:p14="http://schemas.microsoft.com/office/powerpoint/2010/main" val="3623047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83163" y="1905506"/>
            <a:ext cx="112256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Кто мог осмелиться подняться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тот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Голгофский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холм тогда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Иисус, мой добрый Пастырь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Тот, Кто был заклан за меня</a:t>
            </a:r>
          </a:p>
        </p:txBody>
      </p:sp>
    </p:spTree>
    <p:extLst>
      <p:ext uri="{BB962C8B-B14F-4D97-AF65-F5344CB8AC3E}">
        <p14:creationId xmlns:p14="http://schemas.microsoft.com/office/powerpoint/2010/main" val="331391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83163" y="1905506"/>
            <a:ext cx="112256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где бы я ни был куда бы ни шел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Твое, Иисус, Имя все горы свернет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если долиною смерти пойду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Псалом восхождения Тебе я спою</a:t>
            </a:r>
          </a:p>
        </p:txBody>
      </p:sp>
    </p:spTree>
    <p:extLst>
      <p:ext uri="{BB962C8B-B14F-4D97-AF65-F5344CB8AC3E}">
        <p14:creationId xmlns:p14="http://schemas.microsoft.com/office/powerpoint/2010/main" val="953183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83163" y="1905506"/>
            <a:ext cx="112256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Из долины нам явилась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Благодать, что нас спасла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к небу из пустой могилы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Поднимается река</a:t>
            </a:r>
          </a:p>
        </p:txBody>
      </p:sp>
    </p:spTree>
    <p:extLst>
      <p:ext uri="{BB962C8B-B14F-4D97-AF65-F5344CB8AC3E}">
        <p14:creationId xmlns:p14="http://schemas.microsoft.com/office/powerpoint/2010/main" val="25963473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Microsoft Office PowerPoint</Application>
  <PresentationFormat>Широкий екран</PresentationFormat>
  <Paragraphs>40</Paragraphs>
  <Slides>10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2023-12-09T19:29:11Z</dcterms:created>
  <dcterms:modified xsi:type="dcterms:W3CDTF">2023-12-09T19:29:21Z</dcterms:modified>
</cp:coreProperties>
</file>