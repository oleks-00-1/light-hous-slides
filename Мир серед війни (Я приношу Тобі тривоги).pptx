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89" r:id="rId3"/>
    <p:sldId id="290" r:id="rId4"/>
    <p:sldId id="291" r:id="rId5"/>
    <p:sldId id="292" r:id="rId6"/>
    <p:sldId id="293" r:id="rId7"/>
    <p:sldId id="29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DC8EEB7D-E954-4DD8-8740-9D8C1C72842F}"/>
    <pc:docChg chg="delSld modSld">
      <pc:chgData name="Олександр Зик" userId="c7a628fe0823e5d5" providerId="LiveId" clId="{DC8EEB7D-E954-4DD8-8740-9D8C1C72842F}" dt="2024-05-19T17:57:40.864" v="2" actId="47"/>
      <pc:docMkLst>
        <pc:docMk/>
      </pc:docMkLst>
      <pc:sldChg chg="modSp mod">
        <pc:chgData name="Олександр Зик" userId="c7a628fe0823e5d5" providerId="LiveId" clId="{DC8EEB7D-E954-4DD8-8740-9D8C1C72842F}" dt="2024-05-18T20:28:51.175" v="1" actId="20577"/>
        <pc:sldMkLst>
          <pc:docMk/>
          <pc:sldMk cId="2322249862" sldId="289"/>
        </pc:sldMkLst>
        <pc:spChg chg="mod">
          <ac:chgData name="Олександр Зик" userId="c7a628fe0823e5d5" providerId="LiveId" clId="{DC8EEB7D-E954-4DD8-8740-9D8C1C72842F}" dt="2024-05-18T20:28:51.175" v="1" actId="20577"/>
          <ac:spMkLst>
            <pc:docMk/>
            <pc:sldMk cId="2322249862" sldId="289"/>
            <ac:spMk id="5" creationId="{A2D25EDA-65FF-02F8-B6E2-29CE580C5690}"/>
          </ac:spMkLst>
        </pc:spChg>
      </pc:sldChg>
      <pc:sldChg chg="del">
        <pc:chgData name="Олександр Зик" userId="c7a628fe0823e5d5" providerId="LiveId" clId="{DC8EEB7D-E954-4DD8-8740-9D8C1C72842F}" dt="2024-05-19T17:57:40.864" v="2" actId="47"/>
        <pc:sldMkLst>
          <pc:docMk/>
          <pc:sldMk cId="4047178151" sldId="295"/>
        </pc:sldMkLst>
      </pc:sldChg>
    </pc:docChg>
  </pc:docChgLst>
  <pc:docChgLst>
    <pc:chgData name="Олександр Зик" userId="c7a628fe0823e5d5" providerId="LiveId" clId="{A24C7ED2-7CB0-4FFD-BBB3-3BE35D6CE4A8}"/>
    <pc:docChg chg="modSld">
      <pc:chgData name="Олександр Зик" userId="c7a628fe0823e5d5" providerId="LiveId" clId="{A24C7ED2-7CB0-4FFD-BBB3-3BE35D6CE4A8}" dt="2024-10-19T17:04:04.186" v="9" actId="1076"/>
      <pc:docMkLst>
        <pc:docMk/>
      </pc:docMkLst>
      <pc:sldChg chg="modSp mod">
        <pc:chgData name="Олександр Зик" userId="c7a628fe0823e5d5" providerId="LiveId" clId="{A24C7ED2-7CB0-4FFD-BBB3-3BE35D6CE4A8}" dt="2024-10-19T17:04:04.186" v="9" actId="1076"/>
        <pc:sldMkLst>
          <pc:docMk/>
          <pc:sldMk cId="2322249862" sldId="289"/>
        </pc:sldMkLst>
        <pc:spChg chg="mod">
          <ac:chgData name="Олександр Зик" userId="c7a628fe0823e5d5" providerId="LiveId" clId="{A24C7ED2-7CB0-4FFD-BBB3-3BE35D6CE4A8}" dt="2024-10-19T17:04:04.186" v="9" actId="1076"/>
          <ac:spMkLst>
            <pc:docMk/>
            <pc:sldMk cId="2322249862" sldId="289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A24C7ED2-7CB0-4FFD-BBB3-3BE35D6CE4A8}" dt="2024-10-19T17:03:54.616" v="7" actId="1076"/>
        <pc:sldMkLst>
          <pc:docMk/>
          <pc:sldMk cId="1411028077" sldId="292"/>
        </pc:sldMkLst>
        <pc:spChg chg="mod">
          <ac:chgData name="Олександр Зик" userId="c7a628fe0823e5d5" providerId="LiveId" clId="{A24C7ED2-7CB0-4FFD-BBB3-3BE35D6CE4A8}" dt="2024-10-19T17:03:54.616" v="7" actId="1076"/>
          <ac:spMkLst>
            <pc:docMk/>
            <pc:sldMk cId="1411028077" sldId="292"/>
            <ac:spMk id="5" creationId="{A2D25EDA-65FF-02F8-B6E2-29CE580C5690}"/>
          </ac:spMkLst>
        </pc:spChg>
        <pc:picChg chg="mod">
          <ac:chgData name="Олександр Зик" userId="c7a628fe0823e5d5" providerId="LiveId" clId="{A24C7ED2-7CB0-4FFD-BBB3-3BE35D6CE4A8}" dt="2024-10-19T17:03:50.650" v="5" actId="1076"/>
          <ac:picMkLst>
            <pc:docMk/>
            <pc:sldMk cId="1411028077" sldId="292"/>
            <ac:picMk id="4" creationId="{212E1528-586A-263C-AAB0-061FB617A03E}"/>
          </ac:picMkLst>
        </pc:picChg>
      </pc:sldChg>
      <pc:sldChg chg="modSp mod">
        <pc:chgData name="Олександр Зик" userId="c7a628fe0823e5d5" providerId="LiveId" clId="{A24C7ED2-7CB0-4FFD-BBB3-3BE35D6CE4A8}" dt="2024-10-19T17:03:49.142" v="4" actId="1076"/>
        <pc:sldMkLst>
          <pc:docMk/>
          <pc:sldMk cId="608509082" sldId="293"/>
        </pc:sldMkLst>
        <pc:spChg chg="mod">
          <ac:chgData name="Олександр Зик" userId="c7a628fe0823e5d5" providerId="LiveId" clId="{A24C7ED2-7CB0-4FFD-BBB3-3BE35D6CE4A8}" dt="2024-10-19T17:03:49.142" v="4" actId="1076"/>
          <ac:spMkLst>
            <pc:docMk/>
            <pc:sldMk cId="608509082" sldId="293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A24C7ED2-7CB0-4FFD-BBB3-3BE35D6CE4A8}" dt="2024-10-19T17:03:32.706" v="2" actId="1076"/>
        <pc:sldMkLst>
          <pc:docMk/>
          <pc:sldMk cId="2284565649" sldId="294"/>
        </pc:sldMkLst>
        <pc:spChg chg="mod">
          <ac:chgData name="Олександр Зик" userId="c7a628fe0823e5d5" providerId="LiveId" clId="{A24C7ED2-7CB0-4FFD-BBB3-3BE35D6CE4A8}" dt="2024-10-19T17:03:32.706" v="2" actId="1076"/>
          <ac:spMkLst>
            <pc:docMk/>
            <pc:sldMk cId="2284565649" sldId="294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AE5CC-CFFC-40E2-BCAD-F56FCC4A9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4DD0686-3315-4AB0-A539-10645CC2B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331DBC2-E058-422E-85B5-32B46B5C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24BC5E3-3B55-422C-B0E1-C7022B3C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BC89014-E45F-42F8-971F-CB21FE46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12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816AF-4A82-40D8-80D6-7F6DAF074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B305DC8-5324-4155-925F-78DAF0AC5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38842F4-3555-428C-9891-DA375CCC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1CC6AF5-07D2-4527-8DCE-0289E2A6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4E114B3-3F48-41C1-9439-286E68A6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12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71D93-5054-425C-94C1-89590D14F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55E0CD2-CE3E-446B-B298-A7888C999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C12AC9F-C931-4BF0-9AF8-9E3560A3D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E6875B5-F858-4C44-BAAB-A4D129B7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73BEC6B-F561-463E-9DC6-4FB7DAC2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22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25807-B241-4370-B91D-C953931B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75B6F49-4410-42E6-9DDE-10609D796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76B0102-DE3B-4ECE-AF2A-18F0AB975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8D1A624-854B-4A84-B698-31F8BEB7E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2EB3E98-E01E-4265-AF93-5512E94D5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FA4BBDE-99FC-4B69-983F-F0BC8F78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10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95F16-D8A0-4910-BDC3-1A1017D7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7BB1698-5858-4032-8592-31F679F7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5DD0DC3-EC68-487E-B9D7-DB379686F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4CA32C0-EDF9-4A2B-A6D6-4EEBF69A9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D7AD418-D9FC-47E9-BB8B-649BA9DCF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D18EC7B-163E-4C06-9050-4EB4C05B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738890D-27AA-4E69-879E-0B14583B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BC637A4-A9D9-4D44-B3EB-9EAAC3C1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24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7A34-A607-46A5-8CEC-BFB4808C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AA888A3-C026-465E-A1CF-88AFFCA6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B217A62-A3D7-4C29-B2DA-CB9826F0D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DBF627F-28B4-47FB-8B29-348636DC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39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FA34EA2-01D4-419B-9DED-BF296D1E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A8FBDCF-7CB5-4327-ACC4-39DD07BF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05352A7-AD7C-4C6C-91B4-1EDD68AB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78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395D5-87CD-4707-9855-422503A09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2169CB9-285E-462C-82E0-3958B2D07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638112B-9E9C-41EF-851A-6D0ED9363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00DA44-107B-4E4D-AC79-D390BD79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A50A6B4-C68E-4F24-8A71-5D6AED28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62DDF76-4C43-4F7B-8767-D8569159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94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EA0A1-EB4B-498B-B67E-CEA351A4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1D99CCB-6BED-4AA3-AB2F-40CF145B8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66973DE-647E-4A07-AF1D-E86711788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A0848A1-D5D3-4005-B87E-033EC0CE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EBBAE2-E2AF-4CA7-8B21-C7212B66A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9855751-5855-4545-B2F2-B9DE01F8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83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FF4FB-3D4B-4CDC-85E6-B3C36B23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E22B39B-3EA7-4338-967A-81391A1AD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7931017-1138-4A2F-8B8B-F90D1245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08E7349-2EEB-422C-8796-71271BA7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A4DA0F2-FEA1-49C4-A199-C48D5C1B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97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B1E872B-B6B8-41F8-9DEF-528A97446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A1652B3-E5A6-4653-8F7E-EF43F7190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0B0621A-A351-463A-952D-49A0E617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72519F8-B786-41C5-9D8E-2FF41653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A564797-0890-4400-A884-81B5F905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82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768697D-3B2D-4EC7-99FD-9A6CE426E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E730779-A7AA-4080-B9FB-3C1C955DF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B26CB28-26FB-4562-8384-C4424664E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4097F-FBD5-4C88-848D-ECA2F61A36D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EC88B12-9F77-4216-AB7B-8BCEF40ED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1CA6FA7-0DE7-455F-A47E-AE073B86E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B4F93-81C6-45C9-B74E-25A087ABDAD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22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136338"/>
            <a:ext cx="102392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приношу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тривоги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Мої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поразки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й перемоги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віддаю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їх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2114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136338"/>
            <a:ext cx="102392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приношу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проблеми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Сльози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мої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даремні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віддаю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їх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2224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83384" y="1720840"/>
            <a:ext cx="118252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Даруєш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мир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серед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війни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Осяєш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шлях у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темряві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ллєш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Свій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дощ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серед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пустель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один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тепер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я не один</a:t>
            </a:r>
          </a:p>
        </p:txBody>
      </p:sp>
    </p:spTree>
    <p:extLst>
      <p:ext uri="{BB962C8B-B14F-4D97-AF65-F5344CB8AC3E}">
        <p14:creationId xmlns:p14="http://schemas.microsoft.com/office/powerpoint/2010/main" val="344911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1997839"/>
            <a:ext cx="102392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Свої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думки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відкрию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Рани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душі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розбиті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мрії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віддаю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їх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1267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341645" y="2136338"/>
            <a:ext cx="1150870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Страхи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свої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розчарування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Біль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образ та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бажання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віддаю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їх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11028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92176" y="1720840"/>
            <a:ext cx="118076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Даруєш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мир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серед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війни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Осяєш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шлях у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темряві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ллєш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Свій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дощ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серед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пустель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один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тепер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я не один</a:t>
            </a:r>
          </a:p>
        </p:txBody>
      </p:sp>
    </p:spTree>
    <p:extLst>
      <p:ext uri="{BB962C8B-B14F-4D97-AF65-F5344CB8AC3E}">
        <p14:creationId xmlns:p14="http://schemas.microsoft.com/office/powerpoint/2010/main" val="60850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212E1528-586A-263C-AAB0-061FB61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13000" contrast="-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1720840"/>
            <a:ext cx="102392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глибині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землі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й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морів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висоті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небес,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Серед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днів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і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темних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ночей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один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тепер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я не один</a:t>
            </a:r>
          </a:p>
        </p:txBody>
      </p:sp>
    </p:spTree>
    <p:extLst>
      <p:ext uri="{BB962C8B-B14F-4D97-AF65-F5344CB8AC3E}">
        <p14:creationId xmlns:p14="http://schemas.microsoft.com/office/powerpoint/2010/main" val="2284565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126</Words>
  <Application>Microsoft Office PowerPoint</Application>
  <PresentationFormat>Широкий екран</PresentationFormat>
  <Paragraphs>24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2023-09-30T19:15:34Z</dcterms:created>
  <dcterms:modified xsi:type="dcterms:W3CDTF">2026-01-17T22:05:47Z</dcterms:modified>
</cp:coreProperties>
</file>