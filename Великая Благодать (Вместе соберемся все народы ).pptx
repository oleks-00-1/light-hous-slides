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9" r:id="rId2"/>
    <p:sldId id="300" r:id="rId3"/>
    <p:sldId id="301" r:id="rId4"/>
    <p:sldId id="302" r:id="rId5"/>
    <p:sldId id="303" r:id="rId6"/>
    <p:sldId id="304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24DC90A8-ED5A-4967-96B5-0D7B58AE7B64}"/>
    <pc:docChg chg="custSel modSld">
      <pc:chgData name="Олександр Зик" userId="c7a628fe0823e5d5" providerId="LiveId" clId="{24DC90A8-ED5A-4967-96B5-0D7B58AE7B64}" dt="2024-08-24T19:15:13.338" v="34" actId="20577"/>
      <pc:docMkLst>
        <pc:docMk/>
      </pc:docMkLst>
      <pc:sldChg chg="modSp mod">
        <pc:chgData name="Олександр Зик" userId="c7a628fe0823e5d5" providerId="LiveId" clId="{24DC90A8-ED5A-4967-96B5-0D7B58AE7B64}" dt="2024-08-24T19:10:50.662" v="0" actId="20577"/>
        <pc:sldMkLst>
          <pc:docMk/>
          <pc:sldMk cId="3301235113" sldId="299"/>
        </pc:sldMkLst>
        <pc:spChg chg="mod">
          <ac:chgData name="Олександр Зик" userId="c7a628fe0823e5d5" providerId="LiveId" clId="{24DC90A8-ED5A-4967-96B5-0D7B58AE7B64}" dt="2024-08-24T19:10:50.662" v="0" actId="20577"/>
          <ac:spMkLst>
            <pc:docMk/>
            <pc:sldMk cId="3301235113" sldId="299"/>
            <ac:spMk id="5" creationId="{A2D25EDA-65FF-02F8-B6E2-29CE580C5690}"/>
          </ac:spMkLst>
        </pc:spChg>
      </pc:sldChg>
      <pc:sldChg chg="modSp mod">
        <pc:chgData name="Олександр Зик" userId="c7a628fe0823e5d5" providerId="LiveId" clId="{24DC90A8-ED5A-4967-96B5-0D7B58AE7B64}" dt="2024-08-24T19:14:03.980" v="24" actId="20577"/>
        <pc:sldMkLst>
          <pc:docMk/>
          <pc:sldMk cId="1742669674" sldId="302"/>
        </pc:sldMkLst>
        <pc:spChg chg="mod">
          <ac:chgData name="Олександр Зик" userId="c7a628fe0823e5d5" providerId="LiveId" clId="{24DC90A8-ED5A-4967-96B5-0D7B58AE7B64}" dt="2024-08-24T19:14:03.980" v="24" actId="20577"/>
          <ac:spMkLst>
            <pc:docMk/>
            <pc:sldMk cId="1742669674" sldId="302"/>
            <ac:spMk id="5" creationId="{A2D25EDA-65FF-02F8-B6E2-29CE580C5690}"/>
          </ac:spMkLst>
        </pc:spChg>
      </pc:sldChg>
      <pc:sldChg chg="modSp mod">
        <pc:chgData name="Олександр Зик" userId="c7a628fe0823e5d5" providerId="LiveId" clId="{24DC90A8-ED5A-4967-96B5-0D7B58AE7B64}" dt="2024-08-24T19:14:43.382" v="29" actId="20577"/>
        <pc:sldMkLst>
          <pc:docMk/>
          <pc:sldMk cId="2112272827" sldId="303"/>
        </pc:sldMkLst>
        <pc:spChg chg="mod">
          <ac:chgData name="Олександр Зик" userId="c7a628fe0823e5d5" providerId="LiveId" clId="{24DC90A8-ED5A-4967-96B5-0D7B58AE7B64}" dt="2024-08-24T19:14:43.382" v="29" actId="20577"/>
          <ac:spMkLst>
            <pc:docMk/>
            <pc:sldMk cId="2112272827" sldId="303"/>
            <ac:spMk id="5" creationId="{A2D25EDA-65FF-02F8-B6E2-29CE580C5690}"/>
          </ac:spMkLst>
        </pc:spChg>
      </pc:sldChg>
      <pc:sldChg chg="modSp mod">
        <pc:chgData name="Олександр Зик" userId="c7a628fe0823e5d5" providerId="LiveId" clId="{24DC90A8-ED5A-4967-96B5-0D7B58AE7B64}" dt="2024-08-24T19:15:13.338" v="34" actId="20577"/>
        <pc:sldMkLst>
          <pc:docMk/>
          <pc:sldMk cId="2144553361" sldId="304"/>
        </pc:sldMkLst>
        <pc:spChg chg="mod">
          <ac:chgData name="Олександр Зик" userId="c7a628fe0823e5d5" providerId="LiveId" clId="{24DC90A8-ED5A-4967-96B5-0D7B58AE7B64}" dt="2024-08-24T19:15:13.338" v="34" actId="20577"/>
          <ac:spMkLst>
            <pc:docMk/>
            <pc:sldMk cId="2144553361" sldId="304"/>
            <ac:spMk id="5" creationId="{A2D25EDA-65FF-02F8-B6E2-29CE580C569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6FEB6-3D44-4114-943C-8DCE2D8CD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0308B96A-E7EC-4B60-84AC-F4B9F4884C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72EFE7D-E999-427F-9612-451867729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94C4E-E819-44E9-BD1E-AF20875D743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0370B2E-7622-4B99-B6E3-B29646ECF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E7F758C-98BB-4030-84CC-4336CAC2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CECA-786E-4847-99E2-9203A2928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805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1AF95D-1C2B-4963-8DD5-BF33349CD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63D763B-75B4-4267-B88D-39ACC908E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34A8134-81D9-4FD2-A433-D05165FC5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94C4E-E819-44E9-BD1E-AF20875D743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F10BBB4-CDAA-4FBB-896C-F07434B56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084E5B2-4425-49DA-B6D3-B230BDE93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CECA-786E-4847-99E2-9203A2928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508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3BDE86-E5CC-4035-AF39-26B8E7435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6635B06-74A3-4189-AA98-C85A18FA5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374C9BA-6A6E-4CA9-9104-C6664ECCB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94C4E-E819-44E9-BD1E-AF20875D743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9C2576F-225C-4584-9A15-6C24A57B8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D63EB7B-ED70-47B9-9C54-574C5CD66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CECA-786E-4847-99E2-9203A2928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035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8E00EC-A6AB-43D1-999B-53C1BD8C9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9767FA4-783F-44DF-BCD9-9029A20F14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0C60196-97DD-4038-8BAC-CC6A315C2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F7EC7D0-B190-4BA0-827A-99C12F32B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94C4E-E819-44E9-BD1E-AF20875D743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CF774DF-B12F-497B-A886-B5FB1E6A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4D7F46A-A957-43B4-B02A-0415FB118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CECA-786E-4847-99E2-9203A2928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163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0FD2EB-8C1D-4AE5-85A7-4154A594A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660D83B-E815-42A1-BF8A-A51A7C381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C9A1583-35CB-4889-AFFB-E12395EAC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6D844359-8409-4B38-96FD-BE8C75FA2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6F73F489-322D-469B-9999-05A05A4C4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33E83E72-BAC0-4198-91D3-23899793E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94C4E-E819-44E9-BD1E-AF20875D743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FA1C5273-9B2C-44A0-83D5-B45E6E166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1282348F-7BA6-4906-BCEA-0786FF8E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CECA-786E-4847-99E2-9203A2928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851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A105F0-8BF8-468E-A04C-2EE0A341C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F5ED07F3-FDB7-4C9C-BF13-054794BE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94C4E-E819-44E9-BD1E-AF20875D743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749AF8E2-A9C5-45C5-84B2-AB8FD1633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B708DD54-43F2-4D0C-BFC3-54BFBBB9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CECA-786E-4847-99E2-9203A2928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0285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6474D5A1-F309-4366-AB4E-FBE799248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94C4E-E819-44E9-BD1E-AF20875D743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2CE7A462-3458-4940-87C3-904811BC5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401DC384-9E47-439E-920A-09359F00C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CECA-786E-4847-99E2-9203A2928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5448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BCBF58-23D5-4037-9F04-AB0B85EEF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3306A73-9810-4F73-B7E0-4060A579D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C8B826C-137E-48E2-AFC4-3441B973E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02ABEB4-3F54-4FE5-90D8-9BFFA115A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94C4E-E819-44E9-BD1E-AF20875D743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7FE15D8-871B-45F1-BA3A-38E01752F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903AD8B-4ED1-4E4C-BA43-8F3BCD396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CECA-786E-4847-99E2-9203A2928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8882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B7C8E7-9DD6-442B-B1A7-CB11AEE7E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1769F74F-FF42-4B3B-9817-005EF90D8A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EE2CDAF-29AB-487F-A9D1-475D87E22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A365A18-39DD-4CE4-A383-09B49F889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94C4E-E819-44E9-BD1E-AF20875D743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D5254BC-251D-46E6-ACD3-378C92CBA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862FFEB-9B63-4552-8552-EE8D7C43A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CECA-786E-4847-99E2-9203A2928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5920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A59BE6-BA0C-4ED9-8839-CBA9A511A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82C3002-8CC7-43F8-8073-1CB454FF2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2E51178-063C-4E29-997B-5820E4AD0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94C4E-E819-44E9-BD1E-AF20875D743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01FE38F-B6BE-4FCB-9255-727E0B1CF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972DE9B-A030-440B-89D9-EAE64B700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CECA-786E-4847-99E2-9203A2928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302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E226BEE0-5167-4564-9946-9FDD3A80C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8421CAE-56AF-4E0C-AD85-26FB28468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74FEB0F-5703-4C83-89DD-529F849E4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94C4E-E819-44E9-BD1E-AF20875D743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CA831D6-1C8A-4632-8274-68F2B659F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C505C86-D38F-4A86-ADDE-FDC3C387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CECA-786E-4847-99E2-9203A2928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938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00C9B902-C67A-41B4-8100-04B13331F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5F10B3A-EF2C-4D69-93C7-EA672E1D7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55D8C61-8F73-4061-B867-BF80106610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94C4E-E819-44E9-BD1E-AF20875D7436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6EC00CD-3807-439A-BA12-BF9283EDCE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C7450A9-A0A7-4FF3-B763-CA30A2DE9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DCECA-786E-4847-99E2-9203A2928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301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arge rock in the ocean&#10;&#10;Description automatically generated with low confidence">
            <a:extLst>
              <a:ext uri="{FF2B5EF4-FFF2-40B4-BE49-F238E27FC236}">
                <a16:creationId xmlns:a16="http://schemas.microsoft.com/office/drawing/2014/main" id="{731642E8-9366-EAD0-E3CA-FFFD2FEBB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30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976368" y="1905506"/>
            <a:ext cx="102392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Вместе соберемся все народы едины в Нем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Дети всех поколений объединимся, наш Царь грядёт</a:t>
            </a:r>
          </a:p>
        </p:txBody>
      </p:sp>
    </p:spTree>
    <p:extLst>
      <p:ext uri="{BB962C8B-B14F-4D97-AF65-F5344CB8AC3E}">
        <p14:creationId xmlns:p14="http://schemas.microsoft.com/office/powerpoint/2010/main" val="3301235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arge rock in the ocean&#10;&#10;Description automatically generated with low confidence">
            <a:extLst>
              <a:ext uri="{FF2B5EF4-FFF2-40B4-BE49-F238E27FC236}">
                <a16:creationId xmlns:a16="http://schemas.microsoft.com/office/drawing/2014/main" id="{731642E8-9366-EAD0-E3CA-FFFD2FEBB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30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298793" y="2274838"/>
            <a:ext cx="115944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оставь тревоги в прошлом, духом вновь воспрянь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 бойся злого, помни истину всегда</a:t>
            </a:r>
          </a:p>
        </p:txBody>
      </p:sp>
    </p:spTree>
    <p:extLst>
      <p:ext uri="{BB962C8B-B14F-4D97-AF65-F5344CB8AC3E}">
        <p14:creationId xmlns:p14="http://schemas.microsoft.com/office/powerpoint/2010/main" val="858979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arge rock in the ocean&#10;&#10;Description automatically generated with low confidence">
            <a:extLst>
              <a:ext uri="{FF2B5EF4-FFF2-40B4-BE49-F238E27FC236}">
                <a16:creationId xmlns:a16="http://schemas.microsoft.com/office/drawing/2014/main" id="{731642E8-9366-EAD0-E3CA-FFFD2FEBB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30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976368" y="1905506"/>
            <a:ext cx="102392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так сильно влюблен в Тебя Будь смел и силен,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Будь тверд, ведь помощь к нам с небес идёт</a:t>
            </a:r>
          </a:p>
        </p:txBody>
      </p:sp>
    </p:spTree>
    <p:extLst>
      <p:ext uri="{BB962C8B-B14F-4D97-AF65-F5344CB8AC3E}">
        <p14:creationId xmlns:p14="http://schemas.microsoft.com/office/powerpoint/2010/main" val="3903390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arge rock in the ocean&#10;&#10;Description automatically generated with low confidence">
            <a:extLst>
              <a:ext uri="{FF2B5EF4-FFF2-40B4-BE49-F238E27FC236}">
                <a16:creationId xmlns:a16="http://schemas.microsoft.com/office/drawing/2014/main" id="{731642E8-9366-EAD0-E3CA-FFFD2FEBB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30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976368" y="1905506"/>
            <a:ext cx="102392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Иисус, искупление и спасение в Твоей крови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Иисус – свет небесный, Друг мой верный, Ты вновь приди</a:t>
            </a:r>
          </a:p>
        </p:txBody>
      </p:sp>
    </p:spTree>
    <p:extLst>
      <p:ext uri="{BB962C8B-B14F-4D97-AF65-F5344CB8AC3E}">
        <p14:creationId xmlns:p14="http://schemas.microsoft.com/office/powerpoint/2010/main" val="1742669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arge rock in the ocean&#10;&#10;Description automatically generated with low confidence">
            <a:extLst>
              <a:ext uri="{FF2B5EF4-FFF2-40B4-BE49-F238E27FC236}">
                <a16:creationId xmlns:a16="http://schemas.microsoft.com/office/drawing/2014/main" id="{731642E8-9366-EAD0-E3CA-FFFD2FEBB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30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976368" y="2644170"/>
            <a:ext cx="102392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Открыл небеса Он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ознесем хвалу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–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стены упадут</a:t>
            </a:r>
          </a:p>
        </p:txBody>
      </p:sp>
    </p:spTree>
    <p:extLst>
      <p:ext uri="{BB962C8B-B14F-4D97-AF65-F5344CB8AC3E}">
        <p14:creationId xmlns:p14="http://schemas.microsoft.com/office/powerpoint/2010/main" val="2112272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arge rock in the ocean&#10;&#10;Description automatically generated with low confidence">
            <a:extLst>
              <a:ext uri="{FF2B5EF4-FFF2-40B4-BE49-F238E27FC236}">
                <a16:creationId xmlns:a16="http://schemas.microsoft.com/office/drawing/2014/main" id="{731642E8-9366-EAD0-E3CA-FFFD2FEBB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  <a14:imgEffect>
                      <a14:brightnessContrast bright="-30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662706" y="1905506"/>
            <a:ext cx="1086658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 творение, все, что дышит, пусть поет Ему с чистым сердцем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ак велика благодать Твоя,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Иисус наш</a:t>
            </a:r>
          </a:p>
        </p:txBody>
      </p:sp>
    </p:spTree>
    <p:extLst>
      <p:ext uri="{BB962C8B-B14F-4D97-AF65-F5344CB8AC3E}">
        <p14:creationId xmlns:p14="http://schemas.microsoft.com/office/powerpoint/2010/main" val="21445533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101</Words>
  <Application>Microsoft Office PowerPoint</Application>
  <PresentationFormat>Широкоэкранный</PresentationFormat>
  <Paragraphs>13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3</cp:revision>
  <dcterms:created xsi:type="dcterms:W3CDTF">2023-11-25T19:59:58Z</dcterms:created>
  <dcterms:modified xsi:type="dcterms:W3CDTF">2025-05-08T19:40:49Z</dcterms:modified>
</cp:coreProperties>
</file>