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0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376DE-0CDF-4DFE-96E0-AB21EA961BD1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0566A-E26E-40F4-99E2-755F2F45056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71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44099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44288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180239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1498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81583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562425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05820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DFD81-13FF-472E-B813-224052C00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67D21E7B-CDD4-481F-A5B0-27A26D7CD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294F731-E6B2-40EE-BB87-B273A2F73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75AC0D3-706D-4F6B-BF84-94DF8FF7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722D803-DD6C-4063-ABB1-705666FE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825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C64D41-3BD0-4485-93B6-AB9F8FBC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5D13FF-32E2-470A-A7FB-E39D10E18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0652523-141E-49B2-AC74-6306BDFC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02DDD08-D98E-43C5-8892-B24F572E8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6C85AE-178D-4E88-87DE-FFF3E400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64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C992D-D64D-4AAA-9CFA-B7A98313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1F7ECB9-5E93-4BFC-A1FA-92BABB92B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41EC7C4-F528-4543-912F-FE3315B9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5AAB1BB-C1D1-4DAD-888C-EAA415C33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1C625AC-5F81-476F-94FE-31F88EFB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93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89D840-FDA3-4EF5-8B0B-1C236F2B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1C5DE2-D156-437C-A692-13C9FFCAF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C1DCED7-AC62-4BF5-8B7D-CBC4DD0A8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7F359D7-DA93-4113-9681-1E03ED8C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8DE8AA4-22FF-4B9B-BFA3-C01D40D0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CF6D5B7-A5F6-4609-B86B-4263F788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519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2376E-9C05-40BF-A78F-86C7D6569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F8F5B55-F76F-48D7-AC45-2A53D417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6D44BB5-D52D-42E3-B1C9-4F0E73F07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D8A2C1ED-C60B-4D8A-9478-B940FAE63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0BCE15B-8777-4E7B-B64A-1822025B3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2BB7F852-557B-4B01-A430-E43576FC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8821EF9B-297D-4E3C-9AE5-B9FC5661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FB6F980-9CE7-4388-BD7F-8A8860AF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596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53683-FE68-4090-A954-F44D41F5D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D2A0F1F3-099D-4F57-B7E3-8D4865CFC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AD298C8-1261-4287-9BD5-5866B486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20943766-F9BC-4CA7-B0CB-EA5F0FAFC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54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A655F2E-6540-458D-B91D-B59DC6DDA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ADE954B-9AA8-4BD6-99F4-83B8D6FE9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631273A-C457-4DEE-BCA0-B1D03BE5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220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19EDA7-A1CE-4AAC-B16A-097DBEBD2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F5552C3-72AB-4457-AAC5-AD1BDAEB7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6387489-2DED-40F1-B3FB-8B6B16167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A875505C-C120-4F21-8F5F-CB91DE9E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9AFC356-7F76-4BFD-9BB6-47639515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8EB730A-75AC-49A9-A629-F7949246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9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EC7768-C34B-43C9-8C4C-96ADE4843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3051B30-F3F1-4775-99AE-9F45132E3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3358C95-6FA0-4076-8661-77D99BF5A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4C67B51-0CC4-4E7D-8D2C-FBF850851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FCB6354-5D2E-4CE2-A7E6-ACF61EEB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BCF5F99-21D3-4C18-B9E2-F4618CA4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368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C1CF7-9023-49BC-9364-B82ADE23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3136E11-A0EC-4613-9B22-5E686B240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740F482-069B-426F-9E8A-02766F9DF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0CE0950-22C9-43A7-86E8-A9828C68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B5FC883-CF3A-41B9-9A95-9AB9AA28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594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1C7AE8E-C3B9-4297-9AA2-964D69F72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6B4722D-AFAB-46B6-A10E-BF8381700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199A44-D615-4C67-BAD4-AC693CF8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91462B7-33D5-4954-81E0-C0C1197B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40BEC38-D7F3-4EA3-BD82-84D3A98F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4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A27B237-E011-4DBC-8862-7E3D43FD4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01064F3-690D-4519-9EC2-D29245718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AB12C58-6C07-4D8B-A588-6795F47D5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5DAE5-69F7-4F4A-98AE-42BF7E46742B}" type="datetimeFigureOut">
              <a:rPr lang="ru-RU" smtClean="0"/>
              <a:t>19.11.2024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AC45447-E75C-4E56-882F-A4A07D4F21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CDAEB12-F52D-49BB-96E2-093D33B1B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BE725-F486-49C9-8E9B-636A2691AFC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10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253201"/>
            <a:ext cx="1193667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Істина –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Коли обман навколо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Словам вірний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Якщо я сумніваюсь знову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Твердо стою у вірі в Слово Твоє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 все інше мине</a:t>
            </a:r>
          </a:p>
        </p:txBody>
      </p:sp>
    </p:spTree>
    <p:extLst>
      <p:ext uri="{BB962C8B-B14F-4D97-AF65-F5344CB8AC3E}">
        <p14:creationId xmlns:p14="http://schemas.microsoft.com/office/powerpoint/2010/main" val="148418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91865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Божий мир осягнути неможливо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свій спокій знайду в Тобі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Якщо знов прийде страх, я згадаю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Що мир обіцяв Ти мені</a:t>
            </a:r>
          </a:p>
        </p:txBody>
      </p:sp>
    </p:spTree>
    <p:extLst>
      <p:ext uri="{BB962C8B-B14F-4D97-AF65-F5344CB8AC3E}">
        <p14:creationId xmlns:p14="http://schemas.microsoft.com/office/powerpoint/2010/main" val="2571227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Істина –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Навіть там, де хаос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Словам вірний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Коли навколо шум та галас</a:t>
            </a:r>
          </a:p>
        </p:txBody>
      </p:sp>
    </p:spTree>
    <p:extLst>
      <p:ext uri="{BB962C8B-B14F-4D97-AF65-F5344CB8AC3E}">
        <p14:creationId xmlns:p14="http://schemas.microsoft.com/office/powerpoint/2010/main" val="400785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2361197"/>
            <a:ext cx="119366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боюсь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 вже знаю давно: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Ти – Єгова Шалом</a:t>
            </a:r>
          </a:p>
        </p:txBody>
      </p:sp>
    </p:spTree>
    <p:extLst>
      <p:ext uri="{BB962C8B-B14F-4D97-AF65-F5344CB8AC3E}">
        <p14:creationId xmlns:p14="http://schemas.microsoft.com/office/powerpoint/2010/main" val="2955682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91865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Ти – мир у моїй душі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Мир серед шторму – 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Мир в серці назавжди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Ти – мій мир</a:t>
            </a:r>
          </a:p>
        </p:txBody>
      </p:sp>
    </p:spTree>
    <p:extLst>
      <p:ext uri="{BB962C8B-B14F-4D97-AF65-F5344CB8AC3E}">
        <p14:creationId xmlns:p14="http://schemas.microsoft.com/office/powerpoint/2010/main" val="23880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905506"/>
            <a:ext cx="119366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Ти – мир, якщо все не так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Мир у моїх думках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Мир, якщо все не так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Бог, Ти – мій мир</a:t>
            </a:r>
          </a:p>
        </p:txBody>
      </p:sp>
    </p:spTree>
    <p:extLst>
      <p:ext uri="{BB962C8B-B14F-4D97-AF65-F5344CB8AC3E}">
        <p14:creationId xmlns:p14="http://schemas.microsoft.com/office/powerpoint/2010/main" val="1186809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7664" y="1622533"/>
            <a:ext cx="1193667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знайшов мир, який не осягнути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шляху він зі мною завжди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Більше місця немає тривозі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Ісус, справжній мир у Тобі</a:t>
            </a:r>
          </a:p>
          <a:p>
            <a:pPr algn="ctr"/>
            <a:r>
              <a:rPr lang="uk-UA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І мир обіцяв Ти мені</a:t>
            </a:r>
          </a:p>
        </p:txBody>
      </p:sp>
    </p:spTree>
    <p:extLst>
      <p:ext uri="{BB962C8B-B14F-4D97-AF65-F5344CB8AC3E}">
        <p14:creationId xmlns:p14="http://schemas.microsoft.com/office/powerpoint/2010/main" val="12255053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158</Words>
  <Application>Microsoft Office PowerPoint</Application>
  <PresentationFormat>Широкий екран</PresentationFormat>
  <Paragraphs>37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2024-11-19T19:37:28Z</dcterms:created>
  <dcterms:modified xsi:type="dcterms:W3CDTF">2024-11-19T19:51:33Z</dcterms:modified>
</cp:coreProperties>
</file>