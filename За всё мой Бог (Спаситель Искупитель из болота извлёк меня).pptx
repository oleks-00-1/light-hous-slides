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7" r:id="rId2"/>
    <p:sldId id="298" r:id="rId3"/>
    <p:sldId id="299" r:id="rId4"/>
    <p:sldId id="300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45" autoAdjust="0"/>
    <p:restoredTop sz="94660"/>
  </p:normalViewPr>
  <p:slideViewPr>
    <p:cSldViewPr snapToGrid="0">
      <p:cViewPr varScale="1">
        <p:scale>
          <a:sx n="45" d="100"/>
          <a:sy n="45" d="100"/>
        </p:scale>
        <p:origin x="6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A7B925-1881-4B37-8379-EDE87251D8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3732AA32-B759-452E-BCA4-AEB99BFA2C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9AF63F18-EF90-46DD-81E6-91DCC6978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CC7E0-1F70-4D2D-B46D-AC31EB869973}" type="datetimeFigureOut">
              <a:rPr lang="ru-RU" smtClean="0"/>
              <a:t>21.02.2026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046FA24E-3A0D-4D0C-AD7A-EB98272B4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F75576C8-E5FB-44D8-8DE4-CCEF07CDD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6AB9D-22DC-4AED-A36A-87837CA9EA73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83998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096E85-F253-4BC3-BBC2-39AB53CAF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D71684C5-B38F-491C-8CBB-E96949336E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3F7D2550-19B7-4A98-930E-B63B16DBC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CC7E0-1F70-4D2D-B46D-AC31EB869973}" type="datetimeFigureOut">
              <a:rPr lang="ru-RU" smtClean="0"/>
              <a:t>21.02.2026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DC4304AC-4AA2-490D-BE7B-6081E0C02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B1943AD8-F7DB-456A-9A61-E5E512289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6AB9D-22DC-4AED-A36A-87837CA9EA73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8570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2FB628-497E-4B04-91AA-241D8E6A1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FB816A32-7E41-4D44-915E-E8BD7805CD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E75D6EC4-F05F-4209-B850-E77802A21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CC7E0-1F70-4D2D-B46D-AC31EB869973}" type="datetimeFigureOut">
              <a:rPr lang="ru-RU" smtClean="0"/>
              <a:t>21.02.2026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CBC9B496-1E77-4C44-A50F-AF2E196AF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D059EC87-4B26-4175-81DC-1087BF5B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6AB9D-22DC-4AED-A36A-87837CA9EA73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7342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D059A8-AA18-42E6-9698-7528BB501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E370870B-7061-40F2-916F-BA7747B4A6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D4CCD603-265C-47A2-AC4F-B62FFE97D0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A6327E8A-C71A-4172-8597-09F93A125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CC7E0-1F70-4D2D-B46D-AC31EB869973}" type="datetimeFigureOut">
              <a:rPr lang="ru-RU" smtClean="0"/>
              <a:t>21.02.2026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D530EFDB-68D4-40AB-9212-CCE53AE1C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4BAD13FE-A2FC-465F-BC86-937F329BD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6AB9D-22DC-4AED-A36A-87837CA9EA73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7165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8FB667-00B6-4124-A639-764A26C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03AFE14A-D06C-4CEB-BF13-6019A15984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85B3D11D-36C3-4E2B-9824-432A23EC46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2C9DB671-DB86-428F-91AC-4F02703D6F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E1A03AF4-A4F4-40F7-98EC-27B93BC375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C3C03C13-D1F8-41EB-82E1-41D70A5F5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CC7E0-1F70-4D2D-B46D-AC31EB869973}" type="datetimeFigureOut">
              <a:rPr lang="ru-RU" smtClean="0"/>
              <a:t>21.02.2026</a:t>
            </a:fld>
            <a:endParaRPr lang="ru-RU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7F3730F9-2272-4419-9E13-F16EC5C05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FFE83D05-E754-4A51-9DA5-DB23DE9F7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6AB9D-22DC-4AED-A36A-87837CA9EA73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88683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14F405-5FF3-4AAD-8AAF-BF60B95B9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85E47FEB-1046-4EF6-B8A5-474A4672E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CC7E0-1F70-4D2D-B46D-AC31EB869973}" type="datetimeFigureOut">
              <a:rPr lang="ru-RU" smtClean="0"/>
              <a:t>21.02.2026</a:t>
            </a:fld>
            <a:endParaRPr lang="ru-RU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26F2081C-B840-4E89-BE8A-67B9960B1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50B9457D-589F-4B82-A956-EF4646794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6AB9D-22DC-4AED-A36A-87837CA9EA73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28507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F9A036AF-E1B6-46CC-97E9-2A05454EE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CC7E0-1F70-4D2D-B46D-AC31EB869973}" type="datetimeFigureOut">
              <a:rPr lang="ru-RU" smtClean="0"/>
              <a:t>21.02.2026</a:t>
            </a:fld>
            <a:endParaRPr lang="ru-RU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B568C897-897D-4F73-BE2E-3246ADE30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13114F9C-B7B7-4739-B4BA-33B9E1520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6AB9D-22DC-4AED-A36A-87837CA9EA73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1709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C887E7-C5DB-40EA-A52F-CB38AEF7E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DDACA902-F867-4366-AC43-600E8D76ED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6984FC32-53B4-4259-B408-E876354C91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F7B89901-CF14-494A-B534-45AE863E2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CC7E0-1F70-4D2D-B46D-AC31EB869973}" type="datetimeFigureOut">
              <a:rPr lang="ru-RU" smtClean="0"/>
              <a:t>21.02.2026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B02377D4-1307-494B-B948-1CCF17E48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E939700E-70F2-4E1C-A9F0-BDCDD1F0C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6AB9D-22DC-4AED-A36A-87837CA9EA73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14551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E8E2FC-E086-43C2-A267-81F912D66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F54A2916-DFC5-4CBD-BD2A-CFA9392AC8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0BF9D549-DD65-4F58-8401-D80712D5D9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6E3248AF-89C6-43D9-BEDD-2693C3745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CC7E0-1F70-4D2D-B46D-AC31EB869973}" type="datetimeFigureOut">
              <a:rPr lang="ru-RU" smtClean="0"/>
              <a:t>21.02.2026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94A8BE60-C51D-4067-85A9-01BFD15AA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60FD9AB5-B505-428F-A5E3-A558C5FEB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6AB9D-22DC-4AED-A36A-87837CA9EA73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01602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8A36CC-5C1A-4CBE-B482-7FFF7E4CD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30D63AC6-4262-4E58-A870-FFB4CC00AB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962C7806-46AF-4BC4-8DC1-02FD51832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CC7E0-1F70-4D2D-B46D-AC31EB869973}" type="datetimeFigureOut">
              <a:rPr lang="ru-RU" smtClean="0"/>
              <a:t>21.02.2026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AC16779B-A8E4-431E-ADE6-6382C645D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6D621089-6883-4CC2-823E-169AE68B1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6AB9D-22DC-4AED-A36A-87837CA9EA73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2688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D9132CA1-AC38-4D03-B680-11D54BC0D8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049D74ED-F09B-4F81-ABB5-B25D44D984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C5ED6356-90DD-4D4C-9D06-B32676125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CC7E0-1F70-4D2D-B46D-AC31EB869973}" type="datetimeFigureOut">
              <a:rPr lang="ru-RU" smtClean="0"/>
              <a:t>21.02.2026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71D3C110-B51C-45DB-943C-3C7FB84A6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7D688231-9528-41F1-BC6C-2BF8912D6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6AB9D-22DC-4AED-A36A-87837CA9EA73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1632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88137410-CA0F-4DFC-B1B1-BE330C36F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2ADF22D7-4D25-46CE-A906-D73C2E8A5C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7C6343B0-6D4D-4D5A-B24F-4A923E0A65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DCC7E0-1F70-4D2D-B46D-AC31EB869973}" type="datetimeFigureOut">
              <a:rPr lang="ru-RU" smtClean="0"/>
              <a:t>21.02.2026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BD1DB5FF-42AB-4182-8CCC-3578DB34FF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6D417136-4696-4AA3-9FEA-1AB0B1F0C7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A6AB9D-22DC-4AED-A36A-87837CA9EA73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1785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outdoor, nature, sandy, highland&#10;&#10;Description automatically generated">
            <a:extLst>
              <a:ext uri="{FF2B5EF4-FFF2-40B4-BE49-F238E27FC236}">
                <a16:creationId xmlns:a16="http://schemas.microsoft.com/office/drawing/2014/main" id="{AB4D6692-2439-17AF-1E2E-F767168141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brightnessContrast bright="-20000" contrast="-1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8749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2103019" y="1913971"/>
            <a:ext cx="7985961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Спаситель, Искупитель из болота извлёк меня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Бог крепкий, вовеки изменён я навсегда</a:t>
            </a:r>
            <a:endParaRPr lang="ru-RU" sz="48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5673749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outdoor, nature, sandy, highland&#10;&#10;Description automatically generated">
            <a:extLst>
              <a:ext uri="{FF2B5EF4-FFF2-40B4-BE49-F238E27FC236}">
                <a16:creationId xmlns:a16="http://schemas.microsoft.com/office/drawing/2014/main" id="{AB4D6692-2439-17AF-1E2E-F767168141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brightnessContrast bright="-20000" contrast="-1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8749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2103019" y="1913971"/>
            <a:ext cx="7985961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Ведь Ты пришёл из вечности далёкой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 мир, где мы живем любимый Божий Сын</a:t>
            </a:r>
            <a:endParaRPr lang="ru-RU" sz="48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060436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outdoor, nature, sandy, highland&#10;&#10;Description automatically generated">
            <a:extLst>
              <a:ext uri="{FF2B5EF4-FFF2-40B4-BE49-F238E27FC236}">
                <a16:creationId xmlns:a16="http://schemas.microsoft.com/office/drawing/2014/main" id="{AB4D6692-2439-17AF-1E2E-F767168141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brightnessContrast bright="-20000" contrast="-1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8749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725260" y="1544639"/>
            <a:ext cx="1074148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Ты прошёл жизнь и смерть,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 на третий день воскрес.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Ты открыл миру путь - как нам жизнь опять вернуть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Аллилуйя, за всё, мой Бог</a:t>
            </a:r>
          </a:p>
        </p:txBody>
      </p:sp>
    </p:spTree>
    <p:extLst>
      <p:ext uri="{BB962C8B-B14F-4D97-AF65-F5344CB8AC3E}">
        <p14:creationId xmlns:p14="http://schemas.microsoft.com/office/powerpoint/2010/main" val="8139442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outdoor, nature, sandy, highland&#10;&#10;Description automatically generated">
            <a:extLst>
              <a:ext uri="{FF2B5EF4-FFF2-40B4-BE49-F238E27FC236}">
                <a16:creationId xmlns:a16="http://schemas.microsoft.com/office/drawing/2014/main" id="{AB4D6692-2439-17AF-1E2E-F767168141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brightnessContrast bright="-20000" contrast="-1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8749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725260" y="2967335"/>
            <a:ext cx="107414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Аллилуйя, за всё, мой Бог</a:t>
            </a:r>
          </a:p>
        </p:txBody>
      </p:sp>
    </p:spTree>
    <p:extLst>
      <p:ext uri="{BB962C8B-B14F-4D97-AF65-F5344CB8AC3E}">
        <p14:creationId xmlns:p14="http://schemas.microsoft.com/office/powerpoint/2010/main" val="20851634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65</Words>
  <Application>Microsoft Office PowerPoint</Application>
  <PresentationFormat>Широкий екран</PresentationFormat>
  <Paragraphs>9</Paragraphs>
  <Slides>4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Helvetica</vt:lpstr>
      <vt:lpstr>Тема Office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Олександр Зик</dc:creator>
  <cp:lastModifiedBy>Олександр Зик</cp:lastModifiedBy>
  <cp:revision>3</cp:revision>
  <dcterms:created xsi:type="dcterms:W3CDTF">2024-04-06T19:30:09Z</dcterms:created>
  <dcterms:modified xsi:type="dcterms:W3CDTF">2026-02-21T17:44:27Z</dcterms:modified>
</cp:coreProperties>
</file>