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1" r:id="rId2"/>
    <p:sldId id="335" r:id="rId3"/>
    <p:sldId id="336" r:id="rId4"/>
    <p:sldId id="337" r:id="rId5"/>
    <p:sldId id="338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46" d="100"/>
          <a:sy n="46" d="100"/>
        </p:scale>
        <p:origin x="5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Олександр Зик" userId="c7a628fe0823e5d5" providerId="LiveId" clId="{2873498C-AA55-46DA-8C7F-A627A7BC6DB4}"/>
    <pc:docChg chg="undo custSel modSld">
      <pc:chgData name="Олександр Зик" userId="c7a628fe0823e5d5" providerId="LiveId" clId="{2873498C-AA55-46DA-8C7F-A627A7BC6DB4}" dt="2024-09-28T18:25:34.137" v="12" actId="1076"/>
      <pc:docMkLst>
        <pc:docMk/>
      </pc:docMkLst>
      <pc:sldChg chg="modSp mod">
        <pc:chgData name="Олександр Зик" userId="c7a628fe0823e5d5" providerId="LiveId" clId="{2873498C-AA55-46DA-8C7F-A627A7BC6DB4}" dt="2024-09-21T19:40:58.192" v="5" actId="1076"/>
        <pc:sldMkLst>
          <pc:docMk/>
          <pc:sldMk cId="1528181150" sldId="335"/>
        </pc:sldMkLst>
        <pc:spChg chg="mod">
          <ac:chgData name="Олександр Зик" userId="c7a628fe0823e5d5" providerId="LiveId" clId="{2873498C-AA55-46DA-8C7F-A627A7BC6DB4}" dt="2024-09-21T19:40:58.192" v="5" actId="1076"/>
          <ac:spMkLst>
            <pc:docMk/>
            <pc:sldMk cId="1528181150" sldId="335"/>
            <ac:spMk id="9" creationId="{D73D1978-F717-203D-7B14-E3136037961C}"/>
          </ac:spMkLst>
        </pc:spChg>
        <pc:picChg chg="mod">
          <ac:chgData name="Олександр Зик" userId="c7a628fe0823e5d5" providerId="LiveId" clId="{2873498C-AA55-46DA-8C7F-A627A7BC6DB4}" dt="2024-09-21T19:40:54.192" v="4" actId="1076"/>
          <ac:picMkLst>
            <pc:docMk/>
            <pc:sldMk cId="1528181150" sldId="335"/>
            <ac:picMk id="2" creationId="{C2C10AD1-BA19-FB06-0F67-0E010B89760B}"/>
          </ac:picMkLst>
        </pc:picChg>
      </pc:sldChg>
      <pc:sldChg chg="modSp mod">
        <pc:chgData name="Олександр Зик" userId="c7a628fe0823e5d5" providerId="LiveId" clId="{2873498C-AA55-46DA-8C7F-A627A7BC6DB4}" dt="2024-09-28T18:25:22.843" v="9" actId="20577"/>
        <pc:sldMkLst>
          <pc:docMk/>
          <pc:sldMk cId="2258792392" sldId="337"/>
        </pc:sldMkLst>
        <pc:spChg chg="mod">
          <ac:chgData name="Олександр Зик" userId="c7a628fe0823e5d5" providerId="LiveId" clId="{2873498C-AA55-46DA-8C7F-A627A7BC6DB4}" dt="2024-09-28T18:25:22.843" v="9" actId="20577"/>
          <ac:spMkLst>
            <pc:docMk/>
            <pc:sldMk cId="2258792392" sldId="337"/>
            <ac:spMk id="9" creationId="{D73D1978-F717-203D-7B14-E3136037961C}"/>
          </ac:spMkLst>
        </pc:spChg>
      </pc:sldChg>
      <pc:sldChg chg="modSp mod">
        <pc:chgData name="Олександр Зик" userId="c7a628fe0823e5d5" providerId="LiveId" clId="{2873498C-AA55-46DA-8C7F-A627A7BC6DB4}" dt="2024-09-28T18:25:34.137" v="12" actId="1076"/>
        <pc:sldMkLst>
          <pc:docMk/>
          <pc:sldMk cId="1523749410" sldId="338"/>
        </pc:sldMkLst>
        <pc:spChg chg="mod">
          <ac:chgData name="Олександр Зик" userId="c7a628fe0823e5d5" providerId="LiveId" clId="{2873498C-AA55-46DA-8C7F-A627A7BC6DB4}" dt="2024-09-28T18:25:34.137" v="12" actId="1076"/>
          <ac:spMkLst>
            <pc:docMk/>
            <pc:sldMk cId="1523749410" sldId="338"/>
            <ac:spMk id="9" creationId="{D73D1978-F717-203D-7B14-E3136037961C}"/>
          </ac:spMkLst>
        </pc:spChg>
      </pc:sldChg>
      <pc:sldChg chg="modSp mod">
        <pc:chgData name="Олександр Зик" userId="c7a628fe0823e5d5" providerId="LiveId" clId="{2873498C-AA55-46DA-8C7F-A627A7BC6DB4}" dt="2024-09-21T19:40:34.387" v="1" actId="20577"/>
        <pc:sldMkLst>
          <pc:docMk/>
          <pc:sldMk cId="1298386775" sldId="341"/>
        </pc:sldMkLst>
        <pc:spChg chg="mod">
          <ac:chgData name="Олександр Зик" userId="c7a628fe0823e5d5" providerId="LiveId" clId="{2873498C-AA55-46DA-8C7F-A627A7BC6DB4}" dt="2024-09-21T19:40:34.387" v="1" actId="20577"/>
          <ac:spMkLst>
            <pc:docMk/>
            <pc:sldMk cId="1298386775" sldId="341"/>
            <ac:spMk id="9" creationId="{D73D1978-F717-203D-7B14-E3136037961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C535A7-368C-4431-A571-A747591A46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2398D0F3-36F7-4092-B9A3-821ED5A60E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5DA145C-617D-4787-915E-15EC2CC91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B3772-316F-4CAF-A78C-478C4C9518E2}" type="datetimeFigureOut">
              <a:rPr lang="ru-RU" smtClean="0"/>
              <a:t>23.11.2024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4F54067-D804-433B-8AAB-4D9E5EDA1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90DF9DE-1C54-4ABB-9461-38D932F65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1B18C-14BC-43B2-90F1-8371120061B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6039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1C788F-9F24-40E3-B9E2-4383287D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0A950F5-7122-491C-8AF8-466EBC55F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7D48E9E-F991-4468-9543-AF32075CE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B3772-316F-4CAF-A78C-478C4C9518E2}" type="datetimeFigureOut">
              <a:rPr lang="ru-RU" smtClean="0"/>
              <a:t>23.11.2024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473E06E-85D7-457C-8554-E57A9156E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1304430-8C83-4F49-9435-F9505070C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1B18C-14BC-43B2-90F1-8371120061B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5459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79B345-6D55-4C54-B8AB-B0995E435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3CC03C23-5B50-4321-B946-E19F6F363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787ACD4-E5C3-4D35-B280-541EDCED7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B3772-316F-4CAF-A78C-478C4C9518E2}" type="datetimeFigureOut">
              <a:rPr lang="ru-RU" smtClean="0"/>
              <a:t>23.11.2024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55FAEC9-5CFF-4141-8001-3BF3C9E19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F127FD0-2112-4186-A23D-3973DAB82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1B18C-14BC-43B2-90F1-8371120061B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8966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0CDEA5-AB5D-478B-94EA-8052C04B3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C94D17F-A7FC-42EE-952C-85DDFCBB04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F414CBB-3B62-45A5-9BB8-53B157A8C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78AE1527-89EC-45E0-B006-863B5B03D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B3772-316F-4CAF-A78C-478C4C9518E2}" type="datetimeFigureOut">
              <a:rPr lang="ru-RU" smtClean="0"/>
              <a:t>23.11.2024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4E5AD875-E649-4209-A743-07D36D642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894E5D30-28FE-4462-931E-4EAB0FC4F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1B18C-14BC-43B2-90F1-8371120061B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8694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0AABA-F084-460F-9A7A-6A59D888F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B7190351-26DA-4196-A126-2D8F7C5832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F13502F9-F0A8-4D5A-807F-FBD1E5CBBF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CD05FF76-3CE8-42EF-8062-AE5310325B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867A5561-9729-4E4A-AAB7-0D4D7083BC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91D13E0B-70F0-47A5-BA57-8F8538530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B3772-316F-4CAF-A78C-478C4C9518E2}" type="datetimeFigureOut">
              <a:rPr lang="ru-RU" smtClean="0"/>
              <a:t>23.11.2024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8F2E9586-5CBA-4BA4-AFC9-C41B5345A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7F1893FF-C499-4DA4-BEB7-121E16819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1B18C-14BC-43B2-90F1-8371120061B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2774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F1EB60-068D-454A-98C5-760C01B4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96A83FB4-F8CE-483E-9814-0917D46FD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B3772-316F-4CAF-A78C-478C4C9518E2}" type="datetimeFigureOut">
              <a:rPr lang="ru-RU" smtClean="0"/>
              <a:t>23.11.2024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0BD161D5-1AC8-4B5F-8937-9D3834A71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DE94DD1C-6CA2-4A86-9360-B212FA9F4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1B18C-14BC-43B2-90F1-8371120061B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083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33E3C443-B964-450E-8884-6331846A6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B3772-316F-4CAF-A78C-478C4C9518E2}" type="datetimeFigureOut">
              <a:rPr lang="ru-RU" smtClean="0"/>
              <a:t>23.11.2024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905A0C3E-0774-4582-AE4D-B02552368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165D4834-1485-49F6-BF04-DB1A25106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1B18C-14BC-43B2-90F1-8371120061B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7978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E851CC-5C59-4C58-B030-8C89A867B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55DF1DA-BB40-486C-832A-052C7C193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5CCD4942-1985-48AB-9701-73F684380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1DF1332F-9390-40AE-8A64-09C2AB00C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B3772-316F-4CAF-A78C-478C4C9518E2}" type="datetimeFigureOut">
              <a:rPr lang="ru-RU" smtClean="0"/>
              <a:t>23.11.2024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1B6F6FEE-569F-4A36-9219-FCBF51A3F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0D00DDD0-65EC-44B2-9A58-2B95F0B1B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1B18C-14BC-43B2-90F1-8371120061B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722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266891-2362-4379-A6E4-EEE3E006E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AC1C5636-D712-4C6C-972F-5D28ADF654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B1F38373-E690-4595-8394-813BDEDE40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E6A17034-F1AC-4DD3-B1D2-3917E1144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B3772-316F-4CAF-A78C-478C4C9518E2}" type="datetimeFigureOut">
              <a:rPr lang="ru-RU" smtClean="0"/>
              <a:t>23.11.2024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526D7AF0-E770-49B0-9378-133A57E49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C9AF88F6-39B8-4178-B1CF-D1B9DB623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1B18C-14BC-43B2-90F1-8371120061B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6487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25A3C2-BCAA-4071-A8BD-DFDBDE6D2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5306EF67-16A9-4CE6-B230-226220681A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184E07F-2165-4AA3-9645-1B4BB3B66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B3772-316F-4CAF-A78C-478C4C9518E2}" type="datetimeFigureOut">
              <a:rPr lang="ru-RU" smtClean="0"/>
              <a:t>23.11.2024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577B82D-9DC4-4F31-9A80-A81AB1E43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AA89890-F39B-418A-8DB3-4C93D067E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1B18C-14BC-43B2-90F1-8371120061B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5856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5C1680C9-5035-48BC-970C-69241C8C4B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8797E313-5CFD-46E2-A991-6D52EFCACD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11A6C0B-97F7-49F9-9140-A34041605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B3772-316F-4CAF-A78C-478C4C9518E2}" type="datetimeFigureOut">
              <a:rPr lang="ru-RU" smtClean="0"/>
              <a:t>23.11.2024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2C7DD82-1FAD-485D-AEEF-A4100C640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4662AC6-701F-4D07-9F4E-B16A1BF37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1B18C-14BC-43B2-90F1-8371120061B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9993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5C48CA23-93AD-4C3A-BAD2-B5A3A473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54A41D15-B9F8-4D9A-A03B-511FD86EB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35DC530-F406-403A-809E-3879655D3B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B3772-316F-4CAF-A78C-478C4C9518E2}" type="datetimeFigureOut">
              <a:rPr lang="ru-RU" smtClean="0"/>
              <a:t>23.11.2024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8433CAE-339C-4941-A522-8E99DACF02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F1A9F5A0-541B-4ADC-8CF6-F2BF75778D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11B18C-14BC-43B2-90F1-8371120061B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1478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C2C10AD1-BA19-FB06-0F67-0E010B897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1424" cy="6922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3D1978-F717-203D-7B14-E3136037961C}"/>
              </a:ext>
            </a:extLst>
          </p:cNvPr>
          <p:cNvSpPr txBox="1"/>
          <p:nvPr/>
        </p:nvSpPr>
        <p:spPr>
          <a:xfrm>
            <a:off x="747030" y="1937905"/>
            <a:ext cx="1069736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С Ангелами в небе мы славим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Твоё Имя прославляем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Со всем творением мы славим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Твоё Имя прославляем</a:t>
            </a:r>
          </a:p>
        </p:txBody>
      </p:sp>
    </p:spTree>
    <p:extLst>
      <p:ext uri="{BB962C8B-B14F-4D97-AF65-F5344CB8AC3E}">
        <p14:creationId xmlns:p14="http://schemas.microsoft.com/office/powerpoint/2010/main" val="1298386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C2C10AD1-BA19-FB06-0F67-0E010B897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1424" cy="6922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3D1978-F717-203D-7B14-E3136037961C}"/>
              </a:ext>
            </a:extLst>
          </p:cNvPr>
          <p:cNvSpPr txBox="1"/>
          <p:nvPr/>
        </p:nvSpPr>
        <p:spPr>
          <a:xfrm>
            <a:off x="1528927" y="2584236"/>
            <a:ext cx="913357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Святый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 Бог,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Святый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 Бог,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Святый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 Бог</a:t>
            </a:r>
          </a:p>
        </p:txBody>
      </p:sp>
    </p:spTree>
    <p:extLst>
      <p:ext uri="{BB962C8B-B14F-4D97-AF65-F5344CB8AC3E}">
        <p14:creationId xmlns:p14="http://schemas.microsoft.com/office/powerpoint/2010/main" val="1528181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C2C10AD1-BA19-FB06-0F67-0E010B897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1424" cy="6922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3D1978-F717-203D-7B14-E3136037961C}"/>
              </a:ext>
            </a:extLst>
          </p:cNvPr>
          <p:cNvSpPr txBox="1"/>
          <p:nvPr/>
        </p:nvSpPr>
        <p:spPr>
          <a:xfrm>
            <a:off x="1528927" y="1937905"/>
            <a:ext cx="913357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Ты есть Альфа, Ты Омега, Ты Начало и Конец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Ты великий, всемогущий, Вседержитель и Творец</a:t>
            </a:r>
          </a:p>
        </p:txBody>
      </p:sp>
    </p:spTree>
    <p:extLst>
      <p:ext uri="{BB962C8B-B14F-4D97-AF65-F5344CB8AC3E}">
        <p14:creationId xmlns:p14="http://schemas.microsoft.com/office/powerpoint/2010/main" val="466332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C2C10AD1-BA19-FB06-0F67-0E010B897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1424" cy="6922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3D1978-F717-203D-7B14-E3136037961C}"/>
              </a:ext>
            </a:extLst>
          </p:cNvPr>
          <p:cNvSpPr txBox="1"/>
          <p:nvPr/>
        </p:nvSpPr>
        <p:spPr>
          <a:xfrm>
            <a:off x="1528927" y="1937905"/>
            <a:ext cx="913357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Ты Скала, Бог, наша сила, Повелитель всех времен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Мы возносим Твое имя,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И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мя выше всех имен</a:t>
            </a:r>
          </a:p>
        </p:txBody>
      </p:sp>
    </p:spTree>
    <p:extLst>
      <p:ext uri="{BB962C8B-B14F-4D97-AF65-F5344CB8AC3E}">
        <p14:creationId xmlns:p14="http://schemas.microsoft.com/office/powerpoint/2010/main" val="2258792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C2C10AD1-BA19-FB06-0F67-0E010B897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1424" cy="6922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3D1978-F717-203D-7B14-E3136037961C}"/>
              </a:ext>
            </a:extLst>
          </p:cNvPr>
          <p:cNvSpPr txBox="1"/>
          <p:nvPr/>
        </p:nvSpPr>
        <p:spPr>
          <a:xfrm>
            <a:off x="1528927" y="2967335"/>
            <a:ext cx="91335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Имя выше всех имен</a:t>
            </a:r>
          </a:p>
        </p:txBody>
      </p:sp>
    </p:spTree>
    <p:extLst>
      <p:ext uri="{BB962C8B-B14F-4D97-AF65-F5344CB8AC3E}">
        <p14:creationId xmlns:p14="http://schemas.microsoft.com/office/powerpoint/2010/main" val="152374941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68</Words>
  <Application>Microsoft Office PowerPoint</Application>
  <PresentationFormat>Широкий екран</PresentationFormat>
  <Paragraphs>11</Paragraphs>
  <Slides>5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3</cp:revision>
  <dcterms:created xsi:type="dcterms:W3CDTF">2023-11-04T20:17:36Z</dcterms:created>
  <dcterms:modified xsi:type="dcterms:W3CDTF">2024-11-23T20:20:44Z</dcterms:modified>
</cp:coreProperties>
</file>