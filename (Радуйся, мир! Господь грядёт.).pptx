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7" r:id="rId2"/>
    <p:sldId id="299" r:id="rId3"/>
    <p:sldId id="298" r:id="rId4"/>
    <p:sldId id="300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2" autoAdjust="0"/>
    <p:restoredTop sz="94660"/>
  </p:normalViewPr>
  <p:slideViewPr>
    <p:cSldViewPr snapToGrid="0">
      <p:cViewPr varScale="1">
        <p:scale>
          <a:sx n="46" d="100"/>
          <a:sy n="46" d="100"/>
        </p:scale>
        <p:origin x="58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AD1768-29F0-4186-BB5F-826BA516B7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A8921175-5F7C-4579-AB19-49D456AE4D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7A482176-87E1-47EE-93B5-E1DE8C406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B08E8-F667-4D44-8E23-C18C78D9D9B0}" type="datetimeFigureOut">
              <a:rPr lang="ru-RU" smtClean="0"/>
              <a:t>07.12.2024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CD7D3DFC-FA07-4E91-BDB9-FF3E0CB8A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3C982A61-78AE-4C2A-ABD5-1BEB945E9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A3934-93A0-48E8-BEB1-30CD7A63C9AE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8776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ABB85E-52BD-4B7A-A73E-A75B2EA36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C79AD93-7882-4CEB-87D1-08FA626CFF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BAB4D5A9-A807-4A35-84D1-9DEABCE74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B08E8-F667-4D44-8E23-C18C78D9D9B0}" type="datetimeFigureOut">
              <a:rPr lang="ru-RU" smtClean="0"/>
              <a:t>07.12.2024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9287CDF9-B421-4C89-9401-5135B3EA4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9C37AA45-C4E7-4C72-9D84-F0AB778A8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A3934-93A0-48E8-BEB1-30CD7A63C9AE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5595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9FFC72-5C87-4273-A9F3-1BD0B696E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219C6C0E-9144-4D62-8D91-6B5FF6585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6E2CCCB6-9190-4427-90A5-40DBAA6C3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B08E8-F667-4D44-8E23-C18C78D9D9B0}" type="datetimeFigureOut">
              <a:rPr lang="ru-RU" smtClean="0"/>
              <a:t>07.12.2024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97B0AB53-AF1F-446E-B5C7-4022DCF6C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DF09C20A-51D3-46CE-8377-8E48C9F1F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A3934-93A0-48E8-BEB1-30CD7A63C9AE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0054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56DD4F-A301-48CA-9BE7-D0D1E4455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25509320-41E1-424E-82D8-C73494100F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89AA62F7-BA16-4221-ADC8-5E86EEBFE5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DCC4D957-9833-4CB8-833D-3DD1F44A0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B08E8-F667-4D44-8E23-C18C78D9D9B0}" type="datetimeFigureOut">
              <a:rPr lang="ru-RU" smtClean="0"/>
              <a:t>07.12.2024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16121CF7-0FCE-4555-93D3-A18C3E78A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F7D61E35-4D3B-48D4-AC3C-E4A6FBEFA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A3934-93A0-48E8-BEB1-30CD7A63C9AE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2532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F97BBB-6C29-4B08-9D5E-D4B78A0FB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9134C73A-E235-4812-972A-2D249FFFE5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D9700FEB-E82E-4182-8545-4E217E66EF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80BBDC80-101F-46A0-B4ED-961A42FCBC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C7423BBE-059E-4568-B0AF-D77FCA5775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B38843B5-6CFA-491F-9F4D-CCB23EDB9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B08E8-F667-4D44-8E23-C18C78D9D9B0}" type="datetimeFigureOut">
              <a:rPr lang="ru-RU" smtClean="0"/>
              <a:t>07.12.2024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EB6669A5-C93E-41AB-BF42-6E66AE68B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6180D74A-EC34-4275-A4A4-54FD3BB24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A3934-93A0-48E8-BEB1-30CD7A63C9AE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2940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6F62EF-ADE2-4330-B711-F53F7152B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B02F06CE-479D-4F1C-BF20-065C8A383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B08E8-F667-4D44-8E23-C18C78D9D9B0}" type="datetimeFigureOut">
              <a:rPr lang="ru-RU" smtClean="0"/>
              <a:t>07.12.2024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1AA7AA67-B4EC-4ABD-8886-1388C0269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DFA9E2C8-46EC-4E4D-8E8C-CAFE5CFEC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A3934-93A0-48E8-BEB1-30CD7A63C9AE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6117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D2698D74-1A70-4084-9631-634EE4594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B08E8-F667-4D44-8E23-C18C78D9D9B0}" type="datetimeFigureOut">
              <a:rPr lang="ru-RU" smtClean="0"/>
              <a:t>07.12.2024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8BB3336C-55C1-4E44-A5B5-063B3DE97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57975667-0428-41A1-82AA-9ECAFB1B9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A3934-93A0-48E8-BEB1-30CD7A63C9AE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040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690D94-DD90-4EE8-9840-4E6D0372E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62C0681D-F400-4441-9B24-EB7D19AEA8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7A670163-2734-4B6D-AC04-53381E16A3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782067C7-AC0D-4CF0-8222-A5CC49055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B08E8-F667-4D44-8E23-C18C78D9D9B0}" type="datetimeFigureOut">
              <a:rPr lang="ru-RU" smtClean="0"/>
              <a:t>07.12.2024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4C8E22F4-977D-4753-B7F4-AD24FEB6D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D30A88CD-03B1-49AF-82E9-DC91D2969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A3934-93A0-48E8-BEB1-30CD7A63C9AE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1163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5252DB-3CED-4E02-936A-D7C3F2A52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71962DEA-8278-44C0-B605-D181D8A7DF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F47A3F66-5138-4D4C-8ABD-11978F1687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8819454B-FAA9-445C-A20E-A08C9E51A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B08E8-F667-4D44-8E23-C18C78D9D9B0}" type="datetimeFigureOut">
              <a:rPr lang="ru-RU" smtClean="0"/>
              <a:t>07.12.2024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913CD8B8-676E-4842-91FD-6F2E1C5A1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330A7BE4-D076-40DA-9068-F92BB3756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A3934-93A0-48E8-BEB1-30CD7A63C9AE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7014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C39EC3-920D-44BF-A394-4DD824DB9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8F7CEFBA-6DFE-423B-8A20-8AACEB33AB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B32E309E-CBCC-4394-93B8-492CE4678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B08E8-F667-4D44-8E23-C18C78D9D9B0}" type="datetimeFigureOut">
              <a:rPr lang="ru-RU" smtClean="0"/>
              <a:t>07.12.2024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6DC54526-66EA-4ACC-870C-A76DAB47D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E409DA4A-DCE3-4FCA-B7FA-CA00505DE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A3934-93A0-48E8-BEB1-30CD7A63C9AE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7335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EDE447CC-47DD-48CC-95B4-3A6BF07D8D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4E3621E6-66D3-4FEA-9262-FDDFE27C1D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DD3E142A-AE5D-4F10-9A70-52E1C418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B08E8-F667-4D44-8E23-C18C78D9D9B0}" type="datetimeFigureOut">
              <a:rPr lang="ru-RU" smtClean="0"/>
              <a:t>07.12.2024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870FF391-6143-4FF3-9D8D-3A530A241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C4701F24-1DCB-4BCE-BA35-ADE2AED85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A3934-93A0-48E8-BEB1-30CD7A63C9AE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4918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D1878581-38A8-420C-A6A3-1AEE6C5F9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80302AF8-82C3-46AD-ACA7-D2C3805732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4E09C261-3A08-4CE3-A9EC-AC832C87CF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AB08E8-F667-4D44-8E23-C18C78D9D9B0}" type="datetimeFigureOut">
              <a:rPr lang="ru-RU" smtClean="0"/>
              <a:t>07.12.2024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2D6B99AC-C08E-4A13-88D4-56D321CA35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7577271A-D8FC-4D95-8204-81134B8F04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9A3934-93A0-48E8-BEB1-30CD7A63C9AE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8493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outdoor, nature, sandy, highland&#10;&#10;Description automatically generated">
            <a:extLst>
              <a:ext uri="{FF2B5EF4-FFF2-40B4-BE49-F238E27FC236}">
                <a16:creationId xmlns:a16="http://schemas.microsoft.com/office/drawing/2014/main" id="{AB4D6692-2439-17AF-1E2E-F767168141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20000" contrast="-1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8749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1295349" y="1175307"/>
            <a:ext cx="960130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Радуйся, мир! Господь грядёт.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Земля, ликуй пред Ним!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Прими скорей Царя царей,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пойте новый гимн,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пойте новый гимн,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пойт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е, пойте новый гимн.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567374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outdoor, nature, sandy, highland&#10;&#10;Description automatically generated">
            <a:extLst>
              <a:ext uri="{FF2B5EF4-FFF2-40B4-BE49-F238E27FC236}">
                <a16:creationId xmlns:a16="http://schemas.microsoft.com/office/drawing/2014/main" id="{AB4D6692-2439-17AF-1E2E-F767168141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20000" contrast="-1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8749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783449" y="1166842"/>
            <a:ext cx="1062510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Радуйся, мир! Христос пришёл.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церквах поют о Нём.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Поля, сады, леса, холмы,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Им вторят с торжеством,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им вторят с торжеством,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Им вторят, вторят с торжеством</a:t>
            </a:r>
          </a:p>
        </p:txBody>
      </p:sp>
    </p:spTree>
    <p:extLst>
      <p:ext uri="{BB962C8B-B14F-4D97-AF65-F5344CB8AC3E}">
        <p14:creationId xmlns:p14="http://schemas.microsoft.com/office/powerpoint/2010/main" val="1629594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outdoor, nature, sandy, highland&#10;&#10;Description automatically generated">
            <a:extLst>
              <a:ext uri="{FF2B5EF4-FFF2-40B4-BE49-F238E27FC236}">
                <a16:creationId xmlns:a16="http://schemas.microsoft.com/office/drawing/2014/main" id="{AB4D6692-2439-17AF-1E2E-F767168141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20000" contrast="-1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8749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783449" y="2283303"/>
            <a:ext cx="1062510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Мир и благодать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Бог в этот мир пришёл, что бы ты познал.</a:t>
            </a:r>
          </a:p>
        </p:txBody>
      </p:sp>
    </p:spTree>
    <p:extLst>
      <p:ext uri="{BB962C8B-B14F-4D97-AF65-F5344CB8AC3E}">
        <p14:creationId xmlns:p14="http://schemas.microsoft.com/office/powerpoint/2010/main" val="82037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outdoor, nature, sandy, highland&#10;&#10;Description automatically generated">
            <a:extLst>
              <a:ext uri="{FF2B5EF4-FFF2-40B4-BE49-F238E27FC236}">
                <a16:creationId xmlns:a16="http://schemas.microsoft.com/office/drawing/2014/main" id="{AB4D6692-2439-17AF-1E2E-F767168141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20000" contrast="-1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8749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783449" y="1166842"/>
            <a:ext cx="1062510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Принёс Он мир и благодать,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Чтоб все могли познать,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Как Бог велик и справедлив,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Как нас Он возлюбил,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как нас Он возлюбил,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Как нас, как нас Он возлюбил.</a:t>
            </a:r>
          </a:p>
        </p:txBody>
      </p:sp>
    </p:spTree>
    <p:extLst>
      <p:ext uri="{BB962C8B-B14F-4D97-AF65-F5344CB8AC3E}">
        <p14:creationId xmlns:p14="http://schemas.microsoft.com/office/powerpoint/2010/main" val="379874211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121</Words>
  <Application>Microsoft Office PowerPoint</Application>
  <PresentationFormat>Широкий екран</PresentationFormat>
  <Paragraphs>20</Paragraphs>
  <Slides>4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2</cp:revision>
  <dcterms:created xsi:type="dcterms:W3CDTF">2023-12-30T20:54:50Z</dcterms:created>
  <dcterms:modified xsi:type="dcterms:W3CDTF">2024-12-07T19:48:57Z</dcterms:modified>
</cp:coreProperties>
</file>