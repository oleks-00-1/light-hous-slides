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52" r:id="rId2"/>
    <p:sldId id="353" r:id="rId3"/>
    <p:sldId id="354" r:id="rId4"/>
    <p:sldId id="35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88A3D-6096-4523-9D6A-1A6D8E9916C2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D1BBC-E2BE-4332-95D3-804CF7D43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24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71FD2-E47B-45B0-BF0C-B9DFDCB6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138049-A2C0-412D-8FC0-C104DE4B5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513E8-01E7-4FE3-AE5B-8850B79B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CEC4D-0D09-40ED-AAE4-283EFE10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8B75CD-E542-40B4-ADBC-B83F32DB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96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ACEDD-2DA4-4A64-B732-0BE7499F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09425-FB72-4D9F-AAF6-F5999CA98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72913-1649-4550-93C9-F74DD252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E13741-3750-4B04-927C-EB52B4A4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11A5C1-D89C-4C87-B4C0-5815ED2E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8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E3519-8848-4966-B428-C8B35A46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79F8DA-506E-4602-AD29-D4F9267C2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587C0-584D-4F41-B2A8-7465A26E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A21BDF-FABD-47BD-AC18-0F10C37AE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4BBC47-85C0-4A5F-BB26-961C2BD6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24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EEBB3-1D88-4286-A54D-EE67062C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643A8B-BD55-4B78-9989-5EBA7BCE6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B31C43-07F5-44C0-AC13-013940DE3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F7CBFF-B7B1-458C-995F-471A48DC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F09CCF-2712-487F-B15A-3F9EAF20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B21F01-2716-4FA7-B66D-6510802E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58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E414D-59B1-4E3A-9A84-A17D1BF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377AC6-8FFD-4D5D-AC7C-10729DB26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BC7FB2-1AF9-416A-8FE0-8FB7DAFE6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1CC075-815C-411D-8D78-A25DF83F3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0E0916-531B-4D45-912D-7F1FCCC9E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7DC794-1630-497E-A677-BB304CBA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D97C34-B0E3-4118-9658-F74408F2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DAFD67-7F2F-41AA-89E1-46580A45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00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41054-1CC2-4C14-94F1-A1C24653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36DB05-83FF-43DC-AE04-FF441E35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47EBDA-50E8-402C-BDD6-7F833E72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CCAF53-4A13-4346-9349-F6137535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72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62063F-7235-48DE-B0D0-BCC74B71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0B0B14-04E3-41EF-8E71-79F8D66C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E48697-187E-46B2-8D0C-BE9FC5BA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77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DEBA8-7C70-4ECB-ACD1-9FBCE65A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BC5EE-77BE-48AC-B24C-38913DD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7A06A6-ABE7-4FDD-83AB-8C167C8CC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F820EB-4075-454B-8013-5E7985CE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FDABF4-344B-40EE-8A24-9B858220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832267-7BDF-4C2A-B6B7-4900B933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64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196AD-0AAF-49B2-9696-B00E8595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F59474-164D-4FF3-B009-D29A7D637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20DC3B-13F6-49CB-8BE0-69568205F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39F45A-C081-4AED-91E2-07A5E893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E3EC2A-8475-4B19-8BDC-FF506FC5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CF17EB-848F-44D5-85AA-5E5C9C19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65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67436-8DB3-4C29-953F-99364CC3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374EFB-E8F5-4219-B900-94A9FF53B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7D423-9FB9-489D-9856-3F1573C7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4AD4D5-BA8F-49C0-9508-A64541FD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447DA6-FFD3-4442-B318-04CF1A6A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28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35B0DD-FFC9-4F38-904F-0FCA3324C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E2970C-AED9-4A7E-BB22-79F4610B7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E8D03F-BFEB-4ACE-A6FB-57C2DBCB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0D5E0-F953-4B48-8382-12D5423E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21C07F-2924-44B4-9B7C-FF8AF1AD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83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142C8-6D3D-4171-B755-9B04E70F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6E8D5C-4EA0-47DF-AA64-EBCAD02EE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293B74-BD49-4C2E-8B22-F1C753922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69E8E-5BF4-45EF-84B8-63E984C74175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85DF4-D0EB-423A-BA08-7BA9AA494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199925-9E57-4A6C-B192-3ACD342E2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E034F-50EF-458A-B853-28D43794A9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61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007297" y="2255140"/>
            <a:ext cx="1017740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Прихожу к Тебе я с хвалою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Чудеса Твои велики и любовь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сильна!</a:t>
            </a:r>
          </a:p>
        </p:txBody>
      </p:sp>
    </p:spTree>
    <p:extLst>
      <p:ext uri="{BB962C8B-B14F-4D97-AF65-F5344CB8AC3E}">
        <p14:creationId xmlns:p14="http://schemas.microsoft.com/office/powerpoint/2010/main" val="428035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855149" y="2624472"/>
            <a:ext cx="1048169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велик! Ты прекрасен и велик!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другого нет как Ты!</a:t>
            </a:r>
          </a:p>
        </p:txBody>
      </p:sp>
    </p:spTree>
    <p:extLst>
      <p:ext uri="{BB962C8B-B14F-4D97-AF65-F5344CB8AC3E}">
        <p14:creationId xmlns:p14="http://schemas.microsoft.com/office/powerpoint/2010/main" val="291362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855149" y="2255140"/>
            <a:ext cx="10481697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один достоин хвалы всей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возносим к небу руки,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радуемся мы</a:t>
            </a:r>
          </a:p>
        </p:txBody>
      </p:sp>
    </p:spTree>
    <p:extLst>
      <p:ext uri="{BB962C8B-B14F-4D97-AF65-F5344CB8AC3E}">
        <p14:creationId xmlns:p14="http://schemas.microsoft.com/office/powerpoint/2010/main" val="393658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855149" y="2274838"/>
            <a:ext cx="10481697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Буду петь Тебе я вечно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любовь и милость,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Ты даришь нам с небес </a:t>
            </a:r>
          </a:p>
        </p:txBody>
      </p:sp>
    </p:spTree>
    <p:extLst>
      <p:ext uri="{BB962C8B-B14F-4D97-AF65-F5344CB8AC3E}">
        <p14:creationId xmlns:p14="http://schemas.microsoft.com/office/powerpoint/2010/main" val="21433452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</Words>
  <Application>Microsoft Office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2</cp:revision>
  <dcterms:created xsi:type="dcterms:W3CDTF">2025-05-03T19:23:46Z</dcterms:created>
  <dcterms:modified xsi:type="dcterms:W3CDTF">2025-05-08T19:46:21Z</dcterms:modified>
</cp:coreProperties>
</file>