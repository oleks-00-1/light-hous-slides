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22AF0-A2ED-4D62-A04A-91F6ED55B188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56B84-35EF-49B9-8DC4-7068FE9CE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62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0669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96078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1588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28410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80126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8487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69966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8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1460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898F2-CE28-427B-8EB9-DB771A671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946CC6-4EDC-4EC0-A47A-2E0539FAF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46D4E0-CC38-4974-8AF1-A97F6B6F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7E5120-26B1-4297-9BD9-02EB8475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C4D1AA-2568-49F6-B10A-DB610977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07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48303-A088-4DE3-AF0D-0C4A8C65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157D11-8B20-458F-ACB2-82F331EB8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73CCBA-214D-4B72-951F-047B6C88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ACE6F3-C317-4832-A205-7E97D436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FF6A6A-636D-4E74-8D0F-3FB541AD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37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F81DE-6FA6-44B2-8246-AC4C4C55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2047B2-7BC9-45B7-8019-641BCC0EE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50383F-E3EF-4BBC-AEB4-4470877D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36E4FF-EE54-4DA2-A608-12C6A13B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DA21EF-7B17-4745-97BB-AE022757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01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79E03-729A-45FF-A6DB-8FB8EBB1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6F249-E5DF-4E97-8E47-7209B1608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59A8B2-0D3F-4827-8DE5-E347F3A90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609B20-A3D3-45B9-9249-BF76FE4C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F6C1EB-1989-469D-80F6-E70F03BB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B8D34E-4A0F-4A22-97CB-C95C013C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40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3D1F6-5FD5-4EB0-9B57-FB185FDC0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E916C8-58CD-4E4B-BD7D-7E65200A5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C44B9A-5811-418B-9A0E-7AD88DACE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998D6E9-921A-44F9-BDE0-9F8BF911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17E553-675E-4E8D-89F4-C844EF742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9C89F0-75FF-4C73-AD8E-94C6BAA6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0EBBB56-7C30-4429-8D4C-1237088B7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5E26A9-93B4-427E-BF2D-F549812D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884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B4B4A-99F4-4A2D-895A-684D955C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CDF32E-F21D-4C6B-BBBA-558395F3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EAEFDBD-7F9D-43D9-A8B4-D51C2D76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759661-6B0C-4857-B03F-A01481FE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403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AD87AB-9EA9-4C47-BB2B-A9F66B7D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2A7A44-C8DC-4C4A-BC9F-16ED026D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202EB2-55EA-44AB-98CF-17F1F0E9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83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24014-4CD5-4322-AF8C-096F1487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5834AE-15BA-4A9D-B0E6-7B3857FB7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4B9802-024D-4FD6-A0D1-FE7C86818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7ECA66-5743-4E64-A9A2-1C3AAB78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235F82-B2E6-40FE-AC48-9624D68E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8985DC-C41D-47F3-AB85-47002515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643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FBD99-101C-4411-89B0-203A0913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7106BD0-B533-4554-B8F5-BC53081AA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0A053A-9950-46A1-9330-738A3CC1B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7B1D49-ED2A-4183-9819-14EA98BB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AA4FFE-BA81-468A-B3E8-5D6BD8877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01D3B3-65EA-481E-BCD6-391179CB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07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4CC687-4774-42E4-BEB7-1889D8EF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14BE9D-2FE0-4624-BB17-71FC05A18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359538-B100-4860-8553-FD691F3A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779032-8F17-4502-ACFB-5A933ABC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E4D308-8C87-42C1-A395-C7E35123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08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AF9BDB-608E-400E-8B90-5C552A7B3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AB0909-6B7A-48A3-8556-5595FE0FB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55D5CF-B517-4A3F-9A2B-D482D04A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D702B-8DEF-4882-A3B3-9B93C39E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65231-3E3B-4ED8-B604-7B20BD67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50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1908D-2143-469D-848D-14C622E1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E2A18E-9CA3-4F2B-B41D-4EBE8ADBE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8EDCED-DC75-4ABA-8617-9A44A3A66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9542A-2A61-4EF6-8872-6101081B0B35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671157-088A-4F82-817E-6B1A9B34F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9BCCD4-05DF-4737-9FB6-AE3352D49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E8233-8934-44AF-9A95-6C6FBA1F53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42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05506"/>
            <a:ext cx="1193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Верен всегда, Господь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помнишь завет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Вечный завет Свой со мной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благой</a:t>
            </a:r>
          </a:p>
        </p:txBody>
      </p:sp>
    </p:spTree>
    <p:extLst>
      <p:ext uri="{BB962C8B-B14F-4D97-AF65-F5344CB8AC3E}">
        <p14:creationId xmlns:p14="http://schemas.microsoft.com/office/powerpoint/2010/main" val="55046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2274838"/>
            <a:ext cx="11936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Подобных Тебе нету во все времена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как верность Твоя велика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 никогда не оставит</a:t>
            </a:r>
          </a:p>
        </p:txBody>
      </p:sp>
    </p:spTree>
    <p:extLst>
      <p:ext uri="{BB962C8B-B14F-4D97-AF65-F5344CB8AC3E}">
        <p14:creationId xmlns:p14="http://schemas.microsoft.com/office/powerpoint/2010/main" val="47395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05506"/>
            <a:ext cx="1193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помнишь завет,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со мной заключил на века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Помнишь крест и раны в руках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Там слово Своё Ты навеки прославил</a:t>
            </a:r>
          </a:p>
        </p:txBody>
      </p:sp>
    </p:spTree>
    <p:extLst>
      <p:ext uri="{BB962C8B-B14F-4D97-AF65-F5344CB8AC3E}">
        <p14:creationId xmlns:p14="http://schemas.microsoft.com/office/powerpoint/2010/main" val="14408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2274838"/>
            <a:ext cx="11936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истинный и верный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благословенный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как возлюбил Ты меня</a:t>
            </a:r>
          </a:p>
        </p:txBody>
      </p:sp>
    </p:spTree>
    <p:extLst>
      <p:ext uri="{BB962C8B-B14F-4D97-AF65-F5344CB8AC3E}">
        <p14:creationId xmlns:p14="http://schemas.microsoft.com/office/powerpoint/2010/main" val="218496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05506"/>
            <a:ext cx="1193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Верен всегда, Господь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помнишь завет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Вечный завет Свой со мной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благой</a:t>
            </a:r>
          </a:p>
        </p:txBody>
      </p:sp>
    </p:spTree>
    <p:extLst>
      <p:ext uri="{BB962C8B-B14F-4D97-AF65-F5344CB8AC3E}">
        <p14:creationId xmlns:p14="http://schemas.microsoft.com/office/powerpoint/2010/main" val="121980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403201" y="1536174"/>
            <a:ext cx="129984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Тебе, верю каждому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слову с Небес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принёс нам добрую весть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во все времена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Отныне Ты с нами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19276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536174"/>
            <a:ext cx="119366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если вечером плач,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 на утро утешит Отец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живём среди Божьих чудес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Верен Господь всем Своим обещаньям</a:t>
            </a:r>
          </a:p>
        </p:txBody>
      </p:sp>
    </p:spTree>
    <p:extLst>
      <p:ext uri="{BB962C8B-B14F-4D97-AF65-F5344CB8AC3E}">
        <p14:creationId xmlns:p14="http://schemas.microsoft.com/office/powerpoint/2010/main" val="57869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536174"/>
            <a:ext cx="119366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даже когда не верен был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был верен, великий Боже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Сына послал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Слово нам дал и ему изменить не можешь</a:t>
            </a:r>
          </a:p>
        </p:txBody>
      </p:sp>
    </p:spTree>
    <p:extLst>
      <p:ext uri="{BB962C8B-B14F-4D97-AF65-F5344CB8AC3E}">
        <p14:creationId xmlns:p14="http://schemas.microsoft.com/office/powerpoint/2010/main" val="41907187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155</Words>
  <Application>Microsoft Office PowerPoint</Application>
  <PresentationFormat>Широкоэкранный</PresentationFormat>
  <Paragraphs>39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1</cp:revision>
  <dcterms:created xsi:type="dcterms:W3CDTF">2025-02-01T21:25:07Z</dcterms:created>
  <dcterms:modified xsi:type="dcterms:W3CDTF">2025-02-01T21:33:54Z</dcterms:modified>
</cp:coreProperties>
</file>