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329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96BB93FE-C5B2-46C3-8DBE-DB27531098F2}"/>
    <pc:docChg chg="modSld">
      <pc:chgData name="Олександр Зик" userId="c7a628fe0823e5d5" providerId="LiveId" clId="{96BB93FE-C5B2-46C3-8DBE-DB27531098F2}" dt="2024-05-19T17:40:15.431" v="2" actId="20577"/>
      <pc:docMkLst>
        <pc:docMk/>
      </pc:docMkLst>
      <pc:sldChg chg="modSp mod">
        <pc:chgData name="Олександр Зик" userId="c7a628fe0823e5d5" providerId="LiveId" clId="{96BB93FE-C5B2-46C3-8DBE-DB27531098F2}" dt="2024-05-18T20:25:37.727" v="1" actId="20577"/>
        <pc:sldMkLst>
          <pc:docMk/>
          <pc:sldMk cId="1020056605" sldId="263"/>
        </pc:sldMkLst>
        <pc:spChg chg="mod">
          <ac:chgData name="Олександр Зик" userId="c7a628fe0823e5d5" providerId="LiveId" clId="{96BB93FE-C5B2-46C3-8DBE-DB27531098F2}" dt="2024-05-18T20:25:37.727" v="1" actId="20577"/>
          <ac:spMkLst>
            <pc:docMk/>
            <pc:sldMk cId="1020056605" sldId="263"/>
            <ac:spMk id="11" creationId="{E33DA9B9-6F04-6635-106F-F31FADF55888}"/>
          </ac:spMkLst>
        </pc:spChg>
      </pc:sldChg>
      <pc:sldChg chg="modSp mod">
        <pc:chgData name="Олександр Зик" userId="c7a628fe0823e5d5" providerId="LiveId" clId="{96BB93FE-C5B2-46C3-8DBE-DB27531098F2}" dt="2024-05-19T17:40:15.431" v="2" actId="20577"/>
        <pc:sldMkLst>
          <pc:docMk/>
          <pc:sldMk cId="23917437" sldId="264"/>
        </pc:sldMkLst>
        <pc:spChg chg="mod">
          <ac:chgData name="Олександр Зик" userId="c7a628fe0823e5d5" providerId="LiveId" clId="{96BB93FE-C5B2-46C3-8DBE-DB27531098F2}" dt="2024-05-19T17:40:15.431" v="2" actId="20577"/>
          <ac:spMkLst>
            <pc:docMk/>
            <pc:sldMk cId="23917437" sldId="264"/>
            <ac:spMk id="11" creationId="{E33DA9B9-6F04-6635-106F-F31FADF55888}"/>
          </ac:spMkLst>
        </pc:spChg>
      </pc:sldChg>
    </pc:docChg>
  </pc:docChgLst>
  <pc:docChgLst>
    <pc:chgData name="Олександр Зик" userId="c7a628fe0823e5d5" providerId="LiveId" clId="{FADD89F6-496B-4E92-B55F-09F32A0BA7D6}"/>
    <pc:docChg chg="undo custSel modSld">
      <pc:chgData name="Олександр Зик" userId="c7a628fe0823e5d5" providerId="LiveId" clId="{FADD89F6-496B-4E92-B55F-09F32A0BA7D6}" dt="2024-10-12T16:45:41.220" v="12" actId="20577"/>
      <pc:docMkLst>
        <pc:docMk/>
      </pc:docMkLst>
      <pc:sldChg chg="modSp mod">
        <pc:chgData name="Олександр Зик" userId="c7a628fe0823e5d5" providerId="LiveId" clId="{FADD89F6-496B-4E92-B55F-09F32A0BA7D6}" dt="2024-10-12T16:45:02.016" v="6" actId="20577"/>
        <pc:sldMkLst>
          <pc:docMk/>
          <pc:sldMk cId="23917437" sldId="264"/>
        </pc:sldMkLst>
        <pc:spChg chg="mod">
          <ac:chgData name="Олександр Зик" userId="c7a628fe0823e5d5" providerId="LiveId" clId="{FADD89F6-496B-4E92-B55F-09F32A0BA7D6}" dt="2024-10-12T16:45:02.016" v="6" actId="20577"/>
          <ac:spMkLst>
            <pc:docMk/>
            <pc:sldMk cId="23917437" sldId="264"/>
            <ac:spMk id="11" creationId="{E33DA9B9-6F04-6635-106F-F31FADF55888}"/>
          </ac:spMkLst>
        </pc:spChg>
      </pc:sldChg>
      <pc:sldChg chg="modSp mod">
        <pc:chgData name="Олександр Зик" userId="c7a628fe0823e5d5" providerId="LiveId" clId="{FADD89F6-496B-4E92-B55F-09F32A0BA7D6}" dt="2024-10-12T16:45:41.220" v="12" actId="20577"/>
        <pc:sldMkLst>
          <pc:docMk/>
          <pc:sldMk cId="2056105522" sldId="265"/>
        </pc:sldMkLst>
        <pc:spChg chg="mod">
          <ac:chgData name="Олександр Зик" userId="c7a628fe0823e5d5" providerId="LiveId" clId="{FADD89F6-496B-4E92-B55F-09F32A0BA7D6}" dt="2024-10-12T16:45:41.220" v="12" actId="20577"/>
          <ac:spMkLst>
            <pc:docMk/>
            <pc:sldMk cId="2056105522" sldId="265"/>
            <ac:spMk id="11" creationId="{E33DA9B9-6F04-6635-106F-F31FADF55888}"/>
          </ac:spMkLst>
        </pc:spChg>
      </pc:sldChg>
      <pc:sldChg chg="modSp mod">
        <pc:chgData name="Олександр Зик" userId="c7a628fe0823e5d5" providerId="LiveId" clId="{FADD89F6-496B-4E92-B55F-09F32A0BA7D6}" dt="2024-10-12T16:44:24.937" v="5" actId="1076"/>
        <pc:sldMkLst>
          <pc:docMk/>
          <pc:sldMk cId="2232464731" sldId="329"/>
        </pc:sldMkLst>
        <pc:spChg chg="mod">
          <ac:chgData name="Олександр Зик" userId="c7a628fe0823e5d5" providerId="LiveId" clId="{FADD89F6-496B-4E92-B55F-09F32A0BA7D6}" dt="2024-10-12T16:44:24.937" v="5" actId="1076"/>
          <ac:spMkLst>
            <pc:docMk/>
            <pc:sldMk cId="2232464731" sldId="329"/>
            <ac:spMk id="11" creationId="{E33DA9B9-6F04-6635-106F-F31FADF55888}"/>
          </ac:spMkLst>
        </pc:spChg>
        <pc:picChg chg="mod">
          <ac:chgData name="Олександр Зик" userId="c7a628fe0823e5d5" providerId="LiveId" clId="{FADD89F6-496B-4E92-B55F-09F32A0BA7D6}" dt="2024-10-12T16:44:22.036" v="4" actId="1076"/>
          <ac:picMkLst>
            <pc:docMk/>
            <pc:sldMk cId="2232464731" sldId="329"/>
            <ac:picMk id="5" creationId="{452F55C4-7426-4D55-FA4A-638F1469B3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4AB3C-6C47-4D2B-9CD1-EF74511AE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6F82248-A88B-414D-A849-60C1011A4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DA2B277-4367-42B2-AA9C-B7030D05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D07C7E-758B-400C-839C-391E5154D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63A8191-BA08-4E96-8AE4-50A9A156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67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60708-2DEA-42A2-8122-A3105A9B5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310692F-2808-4BE9-ADA2-31D13D9D4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DAC347E-0513-4902-B76F-98EB6D74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3437DB7-2291-4192-87D7-D5CDBC52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054C644-8990-4F68-BDBF-B6F897AD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04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C4C01-1116-4CAF-B4A8-2D5D4BFD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4252346-C2CE-4DA3-8C3E-9ACFE1C72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F8C9667-C9CA-4134-9DB5-F80E0A01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A04A9A-6F59-4E75-A301-52E4E057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ACB1822-D6D9-46A4-BD18-FE251108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06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5A48C-621C-4771-A4C2-4912C17B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F3C37DC-015B-4A8A-836D-E0BBA4F03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57BF9BE-0D75-44D2-999F-2354D7A31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063A595-FC6C-4383-A7A8-5FBC1E78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0E4363E-23EB-4389-BF4F-88C92B0B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C01BC12-7BC4-4B6E-8DDC-D66A0A74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84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3F52D-31C3-4566-BEE4-057FB12D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BCC1EAF-671C-4749-83C9-A1567C505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1631936-C366-4ED5-8339-722B942C2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CC47755-B270-4F7E-9F77-F24E2C32B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7FDF8B8-52A8-4081-849C-ECCE996E2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9D26456-D8C3-47E1-A8E2-4BA1B0C2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40B6933-26BC-4FBC-B7D0-CC4BE05B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FAF195C5-B995-4BB9-9AE8-24399AE9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5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93408-CF48-4E39-8F01-0785A5399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9433C67-AC34-4ED7-84B2-8B80FB441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D800205-776C-4F57-9F86-109EEC19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75587BE-3FC7-4196-BFD1-01A259E8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46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EAC517A-5330-48AC-92AE-3E939BEA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29A12FC-49E0-4D70-9509-F7BB6BD8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8311CA7-AB1E-4D83-9923-F67FE7E9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7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B6AF2-A896-4D31-B440-A6DBF74CD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E9C5CCC-E207-4604-BB54-CE861A06D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5379007-D3B6-4FA6-83A5-0AD2AF7BF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5F851A9-AC6C-49DE-A2B7-EB267797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ABEE9A4-8A12-40D1-B3C1-1EFE21E0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1F8E7A1-EA8D-42B1-B9D6-EBF979E1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36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FFBA24-44DA-45EB-9E2A-631F459D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FEF1A0D-434B-4A8D-AAF3-5CD5D719C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25B309F-27DF-4B57-A9BC-86AFC2DE3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DA5BF2E-C87D-4D2F-BE81-C59D17B2B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DBA4FFC-1762-4EAE-AD2C-497B48D1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65E71E1-D72A-41F8-9916-D18EAB0D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50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9826F-B280-4F1D-8053-12398487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07A320C-2A1A-4592-9957-9EEC38E28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B2C9B85-70C7-44AD-B86B-94B82251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B474A78-4CB1-4FC3-A255-89070448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964AC7B-1CAA-40ED-B61A-541E23A4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16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1CD8D99C-86C0-4D8C-B874-00C7353F0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70C8A14-55FC-417D-A999-A877D53DD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9A6859A-2B95-4701-9708-43252E7D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C21FF69-326A-456A-8A90-A76BB4E5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C755C65-18B5-460D-8BED-35865805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28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791AEAF-8AA8-4939-A3E4-821F7A08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D6CEA52-1E28-4D7E-ADD4-28AFB7D7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CF1D160-CDC8-4DCB-8BC7-54F7A41AF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C3B13-9D1E-47A9-9A22-12E07A901A9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7C99BA5-3B4B-4D5A-A6F7-8738E744A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061491F-F070-4564-82B4-5A8E6981C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1AE12-8EBD-4EA6-B4FA-F29CD92264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22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&#10;&#10;Description automatically generated">
            <a:extLst>
              <a:ext uri="{FF2B5EF4-FFF2-40B4-BE49-F238E27FC236}">
                <a16:creationId xmlns:a16="http://schemas.microsoft.com/office/drawing/2014/main" id="{452F55C4-7426-4D55-FA4A-638F1469B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3DA9B9-6F04-6635-106F-F31FADF55888}"/>
              </a:ext>
            </a:extLst>
          </p:cNvPr>
          <p:cNvSpPr txBox="1"/>
          <p:nvPr/>
        </p:nvSpPr>
        <p:spPr>
          <a:xfrm>
            <a:off x="430919" y="2551837"/>
            <a:ext cx="113301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Надеюсь я во всем всегда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На праведность и кровь Христа</a:t>
            </a:r>
          </a:p>
        </p:txBody>
      </p:sp>
    </p:spTree>
    <p:extLst>
      <p:ext uri="{BB962C8B-B14F-4D97-AF65-F5344CB8AC3E}">
        <p14:creationId xmlns:p14="http://schemas.microsoft.com/office/powerpoint/2010/main" val="406400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&#10;&#10;Description automatically generated">
            <a:extLst>
              <a:ext uri="{FF2B5EF4-FFF2-40B4-BE49-F238E27FC236}">
                <a16:creationId xmlns:a16="http://schemas.microsoft.com/office/drawing/2014/main" id="{452F55C4-7426-4D55-FA4A-638F1469B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3DA9B9-6F04-6635-106F-F31FADF55888}"/>
              </a:ext>
            </a:extLst>
          </p:cNvPr>
          <p:cNvSpPr txBox="1"/>
          <p:nvPr/>
        </p:nvSpPr>
        <p:spPr>
          <a:xfrm>
            <a:off x="1389345" y="2136338"/>
            <a:ext cx="94133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Доверить жизнь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свою рискну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Лишь одному Тебе, Иисус</a:t>
            </a:r>
          </a:p>
        </p:txBody>
      </p:sp>
    </p:spTree>
    <p:extLst>
      <p:ext uri="{BB962C8B-B14F-4D97-AF65-F5344CB8AC3E}">
        <p14:creationId xmlns:p14="http://schemas.microsoft.com/office/powerpoint/2010/main" val="223246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&#10;&#10;Description automatically generated">
            <a:extLst>
              <a:ext uri="{FF2B5EF4-FFF2-40B4-BE49-F238E27FC236}">
                <a16:creationId xmlns:a16="http://schemas.microsoft.com/office/drawing/2014/main" id="{452F55C4-7426-4D55-FA4A-638F1469B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3DA9B9-6F04-6635-106F-F31FADF55888}"/>
              </a:ext>
            </a:extLst>
          </p:cNvPr>
          <p:cNvSpPr txBox="1"/>
          <p:nvPr/>
        </p:nvSpPr>
        <p:spPr>
          <a:xfrm>
            <a:off x="734020" y="1739890"/>
            <a:ext cx="107239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Лишь Христос – Камень мой,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Силу даст Его любовь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Даже в шторм Он – Господь, Бог всего</a:t>
            </a:r>
          </a:p>
        </p:txBody>
      </p:sp>
    </p:spTree>
    <p:extLst>
      <p:ext uri="{BB962C8B-B14F-4D97-AF65-F5344CB8AC3E}">
        <p14:creationId xmlns:p14="http://schemas.microsoft.com/office/powerpoint/2010/main" val="102005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&#10;&#10;Description automatically generated">
            <a:extLst>
              <a:ext uri="{FF2B5EF4-FFF2-40B4-BE49-F238E27FC236}">
                <a16:creationId xmlns:a16="http://schemas.microsoft.com/office/drawing/2014/main" id="{452F55C4-7426-4D55-FA4A-638F1469B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3DA9B9-6F04-6635-106F-F31FADF55888}"/>
              </a:ext>
            </a:extLst>
          </p:cNvPr>
          <p:cNvSpPr txBox="1"/>
          <p:nvPr/>
        </p:nvSpPr>
        <p:spPr>
          <a:xfrm>
            <a:off x="665096" y="1720840"/>
            <a:ext cx="108618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И если тьма Твой  скроет взор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То благодать мне даст покой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Во время бурь и всех ветров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В Твоем покрове якорь мой</a:t>
            </a:r>
          </a:p>
        </p:txBody>
      </p:sp>
    </p:spTree>
    <p:extLst>
      <p:ext uri="{BB962C8B-B14F-4D97-AF65-F5344CB8AC3E}">
        <p14:creationId xmlns:p14="http://schemas.microsoft.com/office/powerpoint/2010/main" val="2391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&#10;&#10;Description automatically generated">
            <a:extLst>
              <a:ext uri="{FF2B5EF4-FFF2-40B4-BE49-F238E27FC236}">
                <a16:creationId xmlns:a16="http://schemas.microsoft.com/office/drawing/2014/main" id="{452F55C4-7426-4D55-FA4A-638F1469B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3DA9B9-6F04-6635-106F-F31FADF55888}"/>
              </a:ext>
            </a:extLst>
          </p:cNvPr>
          <p:cNvSpPr txBox="1"/>
          <p:nvPr/>
        </p:nvSpPr>
        <p:spPr>
          <a:xfrm>
            <a:off x="309946" y="1739890"/>
            <a:ext cx="115721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При звуке труб Он вновь придет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О, пусть меня в Себе найдет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Одевшись в праведность Твою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Al Nile" pitchFamily="2" charset="-78"/>
              </a:rPr>
              <a:t>Предстану пред Тобой, Иисус</a:t>
            </a:r>
          </a:p>
        </p:txBody>
      </p:sp>
    </p:spTree>
    <p:extLst>
      <p:ext uri="{BB962C8B-B14F-4D97-AF65-F5344CB8AC3E}">
        <p14:creationId xmlns:p14="http://schemas.microsoft.com/office/powerpoint/2010/main" val="20561055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</Words>
  <Application>Microsoft Office PowerPoint</Application>
  <PresentationFormat>Широкоэкранный</PresentationFormat>
  <Paragraphs>16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5</cp:revision>
  <dcterms:created xsi:type="dcterms:W3CDTF">2023-10-28T18:35:49Z</dcterms:created>
  <dcterms:modified xsi:type="dcterms:W3CDTF">2025-03-22T19:31:37Z</dcterms:modified>
</cp:coreProperties>
</file>