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9" r:id="rId2"/>
    <p:sldId id="330" r:id="rId3"/>
    <p:sldId id="331" r:id="rId4"/>
    <p:sldId id="332" r:id="rId5"/>
    <p:sldId id="333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B5210-39CC-4CF1-A956-CB09210B031D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A59BE-B793-484A-95CF-A16A60ACC2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843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6864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70853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8130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749348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3569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8D998B-5E62-44A5-ABDE-42CA621F5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FA72E7-68F9-449E-A9CD-396439B22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AC9429-AF64-47B6-A450-A397AC3D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735F69-43D2-45D5-AF0C-C53C4113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CE2833-11F8-4515-A803-20CAC354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42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4A1E8-D050-42C7-82A4-8ACE9DB9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5A2681-9D9B-4B84-B191-AB5E5726D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0A7451-5AF8-4FB4-85A4-399DDA94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6F67D5-4D68-4918-BFCF-92DECF22F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475886-2DB1-455E-BB4F-DEC39592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146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97DF7-6443-4A21-A1CF-9B81228BB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AA6F91-37F5-4003-B16A-CE13F12F8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43820-3D0B-4351-B5D3-980BB9BB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396049-E84E-490A-82FA-086F7F086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A4356C-6E7D-4771-B4C0-212F4712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78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1C333-6082-4857-8F4E-4546C644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19110D-3A0C-47C1-90E3-386427E71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AB17D-FC3E-46C5-95CA-C3312B316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C4F47A-718F-4140-BF3C-41910137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B90222-A245-4DE9-8611-BBA9FD76A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D67957-2297-438C-95D9-E4DEED75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58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DAB273-5D32-447D-B70A-A8B20E9D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00D983-5A6A-43E4-952B-2995800BA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79C584-8B1C-4B42-B0B6-6B2EDF329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928813-5CA6-4588-A061-C211C1EE6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3655D5-7946-49C1-86C8-6A3261033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CC546C6-1310-43AC-B42D-F16200BB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1AF79A-F33D-4D83-9D94-C0C95C23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DF3D13-1420-49B3-9A7B-5C62D39B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60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B79A0-C22C-4357-8133-4681EC3D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C0D694-0CE9-4897-B901-FED5F52D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9D3A759-42AF-47E3-9029-054590A3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574321-C056-44D1-8CBB-8A8C3354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2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DF232D-110F-4D7D-934A-A84A6673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888783-F69A-4687-B286-F4E09126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CB0DB5-D23C-40FF-AC08-87949E1C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79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78AF6-5631-4D44-89A8-78048D07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4307A7-7E73-449A-B1D8-5D127AC68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C05B52-33D6-46C6-B762-2241BF834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0CA704-EE58-41FB-BF3E-660CF0089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A6C4B3-DA67-4BD2-96B8-6609F7C8A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34D8FB-DC78-460A-A890-DA57F6BC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71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F45953-5542-4701-9BD0-CDAB6B7CE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ABC2E6-F4DD-4364-8632-A5A75C341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CB0F4C-EF44-4D22-8856-9A6858DE7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2916B8-6B55-42D9-88D8-193952299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992F5F-0E8E-4459-B4CE-F3AFCE34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50D152-50E9-45A1-883F-F97BA9F5D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211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4BD371-9820-4CB2-B37F-8753542CA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B3231D-BEF2-4FC2-9A4C-668EDEAB7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0B5A15-CD57-4AD8-97A9-9413CA84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186A2E-B405-41ED-A933-13A73752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F58F12-B8D7-4A45-A664-812A6955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51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57DFB3-1780-4706-B034-341EA971C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CFC656-B01F-4158-8188-A4EC05B64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B89A84-727B-4F7E-956D-A8D346E1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30DE54-F7FA-41D4-90FE-FBA7DB3D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E4E20A-F871-4F84-A6CB-BF6EAA24B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2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047C36-8EF0-4460-A360-CE118784F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A5D3E3-6683-4246-9DF6-C8EE298A5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5FA738-6F6E-4A14-B242-03A369941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BED14-9D0A-4F23-927C-0F2176CD09F2}" type="datetimeFigureOut">
              <a:rPr lang="ru-RU" smtClean="0"/>
              <a:t>28.05.2025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A7AD23-E6F9-42F7-B226-41882A9DD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C21B98-0A8E-4239-83C0-E8944E859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ED1F7-514F-4757-B0CB-D6BC6B7D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07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87885" y="1536174"/>
            <a:ext cx="1061622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Через поколенья мы слышим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призыв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Жатвы много, жатвы много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сердце голос Бога: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пойдёт за нас? </a:t>
            </a:r>
          </a:p>
        </p:txBody>
      </p:sp>
    </p:spTree>
    <p:extLst>
      <p:ext uri="{BB962C8B-B14F-4D97-AF65-F5344CB8AC3E}">
        <p14:creationId xmlns:p14="http://schemas.microsoft.com/office/powerpoint/2010/main" val="20544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87885" y="1938068"/>
            <a:ext cx="106162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принимаем этот вызов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нашем поколении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 отдаем Тебе, Всевышний,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Без остатка нашу жизнь</a:t>
            </a:r>
          </a:p>
        </p:txBody>
      </p:sp>
    </p:spTree>
    <p:extLst>
      <p:ext uri="{BB962C8B-B14F-4D97-AF65-F5344CB8AC3E}">
        <p14:creationId xmlns:p14="http://schemas.microsoft.com/office/powerpoint/2010/main" val="2236050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87885" y="2644170"/>
            <a:ext cx="106162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 он я, возьми меня, Бог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Используй для Царства Твоего</a:t>
            </a:r>
          </a:p>
        </p:txBody>
      </p:sp>
    </p:spTree>
    <p:extLst>
      <p:ext uri="{BB962C8B-B14F-4D97-AF65-F5344CB8AC3E}">
        <p14:creationId xmlns:p14="http://schemas.microsoft.com/office/powerpoint/2010/main" val="38678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87885" y="1938068"/>
            <a:ext cx="106162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трепещет тьма, когда слышит наши голоса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не устоит пред Тобою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 одна стена</a:t>
            </a:r>
          </a:p>
        </p:txBody>
      </p:sp>
    </p:spTree>
    <p:extLst>
      <p:ext uri="{BB962C8B-B14F-4D97-AF65-F5344CB8AC3E}">
        <p14:creationId xmlns:p14="http://schemas.microsoft.com/office/powerpoint/2010/main" val="61869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87885" y="2274838"/>
            <a:ext cx="106162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Пробуждает мир тот огонь,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в нас сейчас горит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Нам не удержать голос изнутри</a:t>
            </a:r>
          </a:p>
        </p:txBody>
      </p:sp>
    </p:spTree>
    <p:extLst>
      <p:ext uri="{BB962C8B-B14F-4D97-AF65-F5344CB8AC3E}">
        <p14:creationId xmlns:p14="http://schemas.microsoft.com/office/powerpoint/2010/main" val="3502011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86</Words>
  <Application>Microsoft Office PowerPoint</Application>
  <PresentationFormat>Широкоэкранный</PresentationFormat>
  <Paragraphs>22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Олександр Зик</dc:creator>
  <cp:lastModifiedBy>Олександр Зик</cp:lastModifiedBy>
  <cp:revision>2</cp:revision>
  <dcterms:created xsi:type="dcterms:W3CDTF">2025-05-03T19:07:15Z</dcterms:created>
  <dcterms:modified xsi:type="dcterms:W3CDTF">2025-05-28T11:10:21Z</dcterms:modified>
</cp:coreProperties>
</file>