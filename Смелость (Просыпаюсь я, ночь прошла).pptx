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24" r:id="rId2"/>
    <p:sldId id="320" r:id="rId3"/>
    <p:sldId id="325" r:id="rId4"/>
    <p:sldId id="321" r:id="rId5"/>
    <p:sldId id="322" r:id="rId6"/>
    <p:sldId id="323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D9CBAE61-EAD4-4B80-90B5-CA71D9EB8532}"/>
    <pc:docChg chg="modSld">
      <pc:chgData name="Олександр Зик" userId="c7a628fe0823e5d5" providerId="LiveId" clId="{D9CBAE61-EAD4-4B80-90B5-CA71D9EB8532}" dt="2024-05-19T18:02:21.101" v="33" actId="1076"/>
      <pc:docMkLst>
        <pc:docMk/>
      </pc:docMkLst>
      <pc:sldChg chg="modSp mod">
        <pc:chgData name="Олександр Зик" userId="c7a628fe0823e5d5" providerId="LiveId" clId="{D9CBAE61-EAD4-4B80-90B5-CA71D9EB8532}" dt="2024-05-11T19:59:20.161" v="16" actId="1076"/>
        <pc:sldMkLst>
          <pc:docMk/>
          <pc:sldMk cId="2885364358" sldId="320"/>
        </pc:sldMkLst>
        <pc:spChg chg="mod">
          <ac:chgData name="Олександр Зик" userId="c7a628fe0823e5d5" providerId="LiveId" clId="{D9CBAE61-EAD4-4B80-90B5-CA71D9EB8532}" dt="2024-05-11T19:59:20.161" v="16" actId="1076"/>
          <ac:spMkLst>
            <pc:docMk/>
            <pc:sldMk cId="2885364358" sldId="320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D9CBAE61-EAD4-4B80-90B5-CA71D9EB8532}" dt="2024-05-11T20:00:03.580" v="27" actId="1076"/>
        <pc:sldMkLst>
          <pc:docMk/>
          <pc:sldMk cId="2682267516" sldId="321"/>
        </pc:sldMkLst>
        <pc:spChg chg="mod">
          <ac:chgData name="Олександр Зик" userId="c7a628fe0823e5d5" providerId="LiveId" clId="{D9CBAE61-EAD4-4B80-90B5-CA71D9EB8532}" dt="2024-05-11T20:00:03.580" v="27" actId="1076"/>
          <ac:spMkLst>
            <pc:docMk/>
            <pc:sldMk cId="2682267516" sldId="321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D9CBAE61-EAD4-4B80-90B5-CA71D9EB8532}" dt="2024-05-19T18:02:21.101" v="33" actId="1076"/>
        <pc:sldMkLst>
          <pc:docMk/>
          <pc:sldMk cId="174055810" sldId="322"/>
        </pc:sldMkLst>
        <pc:spChg chg="mod">
          <ac:chgData name="Олександр Зик" userId="c7a628fe0823e5d5" providerId="LiveId" clId="{D9CBAE61-EAD4-4B80-90B5-CA71D9EB8532}" dt="2024-05-19T18:02:21.101" v="33" actId="1076"/>
          <ac:spMkLst>
            <pc:docMk/>
            <pc:sldMk cId="174055810" sldId="322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4B853D52-D30E-44F3-A956-DB5E448CCD6E}"/>
    <pc:docChg chg="modSld">
      <pc:chgData name="Олександр Зик" userId="c7a628fe0823e5d5" providerId="LiveId" clId="{4B853D52-D30E-44F3-A956-DB5E448CCD6E}" dt="2024-01-20T20:35:18.424" v="26" actId="20577"/>
      <pc:docMkLst>
        <pc:docMk/>
      </pc:docMkLst>
      <pc:sldChg chg="modSp mod">
        <pc:chgData name="Олександр Зик" userId="c7a628fe0823e5d5" providerId="LiveId" clId="{4B853D52-D30E-44F3-A956-DB5E448CCD6E}" dt="2024-01-20T20:35:02.133" v="15" actId="20577"/>
        <pc:sldMkLst>
          <pc:docMk/>
          <pc:sldMk cId="2885364358" sldId="320"/>
        </pc:sldMkLst>
        <pc:spChg chg="mod">
          <ac:chgData name="Олександр Зик" userId="c7a628fe0823e5d5" providerId="LiveId" clId="{4B853D52-D30E-44F3-A956-DB5E448CCD6E}" dt="2024-01-20T20:35:02.133" v="15" actId="20577"/>
          <ac:spMkLst>
            <pc:docMk/>
            <pc:sldMk cId="2885364358" sldId="320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4B853D52-D30E-44F3-A956-DB5E448CCD6E}" dt="2024-01-20T20:35:18.424" v="26" actId="20577"/>
        <pc:sldMkLst>
          <pc:docMk/>
          <pc:sldMk cId="2682267516" sldId="321"/>
        </pc:sldMkLst>
        <pc:spChg chg="mod">
          <ac:chgData name="Олександр Зик" userId="c7a628fe0823e5d5" providerId="LiveId" clId="{4B853D52-D30E-44F3-A956-DB5E448CCD6E}" dt="2024-01-20T20:35:18.424" v="26" actId="20577"/>
          <ac:spMkLst>
            <pc:docMk/>
            <pc:sldMk cId="2682267516" sldId="321"/>
            <ac:spMk id="11" creationId="{C1431629-8DEA-0DDD-6161-8DCB099E78B0}"/>
          </ac:spMkLst>
        </pc:spChg>
      </pc:sldChg>
    </pc:docChg>
  </pc:docChgLst>
  <pc:docChgLst>
    <pc:chgData name="Олександр Зик" userId="c7a628fe0823e5d5" providerId="LiveId" clId="{2E6A183F-A35E-455A-B47B-00EC1D90B00E}"/>
    <pc:docChg chg="modSld">
      <pc:chgData name="Олександр Зик" userId="c7a628fe0823e5d5" providerId="LiveId" clId="{2E6A183F-A35E-455A-B47B-00EC1D90B00E}" dt="2024-10-26T16:06:20.522" v="10" actId="1076"/>
      <pc:docMkLst>
        <pc:docMk/>
      </pc:docMkLst>
      <pc:sldChg chg="modSp mod">
        <pc:chgData name="Олександр Зик" userId="c7a628fe0823e5d5" providerId="LiveId" clId="{2E6A183F-A35E-455A-B47B-00EC1D90B00E}" dt="2024-10-26T16:05:47.853" v="8" actId="20577"/>
        <pc:sldMkLst>
          <pc:docMk/>
          <pc:sldMk cId="2682267516" sldId="321"/>
        </pc:sldMkLst>
        <pc:spChg chg="mod">
          <ac:chgData name="Олександр Зик" userId="c7a628fe0823e5d5" providerId="LiveId" clId="{2E6A183F-A35E-455A-B47B-00EC1D90B00E}" dt="2024-10-26T16:05:47.853" v="8" actId="20577"/>
          <ac:spMkLst>
            <pc:docMk/>
            <pc:sldMk cId="2682267516" sldId="321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2E6A183F-A35E-455A-B47B-00EC1D90B00E}" dt="2024-10-26T16:06:20.522" v="10" actId="1076"/>
        <pc:sldMkLst>
          <pc:docMk/>
          <pc:sldMk cId="3581541803" sldId="323"/>
        </pc:sldMkLst>
        <pc:spChg chg="mod">
          <ac:chgData name="Олександр Зик" userId="c7a628fe0823e5d5" providerId="LiveId" clId="{2E6A183F-A35E-455A-B47B-00EC1D90B00E}" dt="2024-10-26T16:06:20.522" v="10" actId="1076"/>
          <ac:spMkLst>
            <pc:docMk/>
            <pc:sldMk cId="3581541803" sldId="323"/>
            <ac:spMk id="11" creationId="{C1431629-8DEA-0DDD-6161-8DCB099E78B0}"/>
          </ac:spMkLst>
        </pc:spChg>
      </pc:sldChg>
      <pc:sldChg chg="modSp mod">
        <pc:chgData name="Олександр Зик" userId="c7a628fe0823e5d5" providerId="LiveId" clId="{2E6A183F-A35E-455A-B47B-00EC1D90B00E}" dt="2024-10-26T16:05:18.510" v="6" actId="1076"/>
        <pc:sldMkLst>
          <pc:docMk/>
          <pc:sldMk cId="534457747" sldId="324"/>
        </pc:sldMkLst>
        <pc:spChg chg="mod">
          <ac:chgData name="Олександр Зик" userId="c7a628fe0823e5d5" providerId="LiveId" clId="{2E6A183F-A35E-455A-B47B-00EC1D90B00E}" dt="2024-10-26T16:05:18.510" v="6" actId="1076"/>
          <ac:spMkLst>
            <pc:docMk/>
            <pc:sldMk cId="534457747" sldId="324"/>
            <ac:spMk id="11" creationId="{C1431629-8DEA-0DDD-6161-8DCB099E78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A1F5A-FB78-4D7C-AAEF-3BC3A6CD055F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62831-E5C4-4C61-B230-716A984FF70D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189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0720680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7882598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994245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957334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5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688907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6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823527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FBD6B8-3836-44A7-B0E3-7EC6627A2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AADD4995-6C4E-419B-96AE-994075547A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D315E5CB-DF09-487E-B7CA-7C576ED6B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49F2BE06-0120-42D8-BB18-F900C36C2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F22F149-B4C1-4EA0-A815-33F0606E1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9510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58C5AA-46C3-46D0-BA48-85A881335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56288345-8DED-4BDD-9D15-767E4AF63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C85DCA8A-4955-47C4-8A87-B4AD2EB1B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D9D1C09-0212-4623-9228-05591FDCF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2571029F-EC46-40D2-A110-6220ACBD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5421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ED4102-CDFD-4AD6-9D6A-D36EC9B6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74B4EDC1-3C40-4728-981F-182F73443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55563B4-C85C-4FAB-B8FA-91FF973F3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46C1BDC-51E7-475F-A1BB-CB15EBD2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45A28C7-CFDA-4BD5-A3A8-E0B92AACB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7813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AE05C-2ADA-494F-8632-F7C3815CD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9CBD462-3347-44EF-9ECF-5979D05653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B64D1E62-8C1F-45A6-8ACC-55D67D4C8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E45E2C5-7641-41CE-893C-EBBD2FCC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BDC3F216-15F6-4792-B0C6-C36DD004F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1B9C838B-FDA6-4CED-9006-C2716376E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1320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4A172C-9E95-4244-982B-0ED18718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82CE643-2B6D-4A1F-A19A-89E4E1D89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A60E4407-5968-435A-BB07-AA193A6FE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867BA4F3-44E9-47E5-98BE-E1B9F20F37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CFAFBB4C-7AE8-4370-96FB-05F3CB083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4BFA31AF-6766-4B17-9EDF-C4FCF59A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09301C95-9D7D-4C10-8F0E-F4AE5532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252E1BFA-8CF2-400D-AE7C-A34B94F24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570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A38DF5-EFCF-47BE-B8BD-704D9DF56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F919697B-59B2-439C-9136-C71D7A9DB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A24FEED7-D3E3-4F5D-A465-E643D6987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6B071BF3-22CE-4190-96E2-7BEE76EA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1231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22D2B51A-5E19-430D-904B-FBAF80BF4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1203D001-B15B-4430-A040-A70C289A9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12FAA39F-8D7D-4F41-BF87-86A58DB0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0461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9539FE-45F6-4F25-A713-15C7E238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3AB38B3-D42E-4E0B-956E-42433BB89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813AC06C-3A3C-4AF2-9239-61DC053A2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C9B0C197-77EA-40A8-B2C9-CF68AE679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CBD27C1C-82A9-44FB-8FAD-1F99AB8DB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75DF006-5D0E-4D16-BF02-E543B7524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9892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DC6F3-C3EF-4F5C-9D1B-43EA4FB7B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7556A31C-E90D-4E9A-83D5-E9545334C2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C4970AEC-4F08-42FD-8488-A2C0F59BAD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82C390B5-4694-43AF-A665-E07FAF5D6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D39EC0D4-0496-4700-8B17-8BF392E73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8420FB1-EEDA-45D9-9367-0F3DC035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1073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1F66B5-70CE-402E-BD89-12C2C40BC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50AF03DE-AED9-41EF-AA48-F6820C08D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7A0182D-1F0D-4D39-B3AE-E1BF7A820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B7F26C3-7654-4BEF-8E7B-CC15B84D8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7E35C177-FDCF-464E-9221-CF855DD5F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56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482484FF-F1DB-4D16-BD8B-4A80494594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FA08CEAC-83EC-4128-9AA8-8D9C1288EE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97916182-321F-48EC-B12A-5F0E6EBFF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3A1C416A-1830-4C77-9738-E137BB3A7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71114F3-836B-488B-9C24-EE15B45AA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7000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B645FBF-5063-4929-B197-9D0D240B6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B596898-69F2-4B5B-ACD1-A816D2875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8F3F25F3-5561-4A2B-AF87-2B7F1DA6C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7D4A1-763D-4A7B-812F-62880D72B05E}" type="datetimeFigureOut">
              <a:rPr lang="ru-RU" smtClean="0"/>
              <a:t>18.11.2024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38EED0A-78DC-4A54-8B81-E41ED5D20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523FD815-C8EB-4FAE-B4A7-7208B0259B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233F7-BCEC-4301-AF8B-D909B83F302A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682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Просыпаюсь я, ночь прошла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Смотрю вперёд, в новое начало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Радость ждёт, былое позади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пути назад</a:t>
            </a:r>
          </a:p>
        </p:txBody>
      </p:sp>
    </p:spTree>
    <p:extLst>
      <p:ext uri="{BB962C8B-B14F-4D97-AF65-F5344CB8AC3E}">
        <p14:creationId xmlns:p14="http://schemas.microsoft.com/office/powerpoint/2010/main" val="53445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Смело бегу в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Твои объятья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Твоё дитя, под защитой Твоей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</a:t>
            </a:r>
            <a:r>
              <a:rPr lang="uk-UA" sz="4800" b="1" dirty="0" err="1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Твоих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 руках позор мой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уходит прочь, уходит прочь</a:t>
            </a:r>
          </a:p>
        </p:txBody>
      </p:sp>
    </p:spTree>
    <p:extLst>
      <p:ext uri="{BB962C8B-B14F-4D97-AF65-F5344CB8AC3E}">
        <p14:creationId xmlns:p14="http://schemas.microsoft.com/office/powerpoint/2010/main" val="28853643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307010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дал мне смелость, смелость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Сердце мое вывел из тьмы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смелый, смелый</a:t>
            </a:r>
          </a:p>
        </p:txBody>
      </p:sp>
    </p:spTree>
    <p:extLst>
      <p:ext uri="{BB962C8B-B14F-4D97-AF65-F5344CB8AC3E}">
        <p14:creationId xmlns:p14="http://schemas.microsoft.com/office/powerpoint/2010/main" val="144361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Свободный в Тебе,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Твой Дух вернул мне смелость, смелость</a:t>
            </a:r>
          </a:p>
        </p:txBody>
      </p:sp>
    </p:spTree>
    <p:extLst>
      <p:ext uri="{BB962C8B-B14F-4D97-AF65-F5344CB8AC3E}">
        <p14:creationId xmlns:p14="http://schemas.microsoft.com/office/powerpoint/2010/main" val="2682267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601490" y="1937678"/>
            <a:ext cx="109890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Были прежде тучи надо мной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Теперь танцую я в небесном свете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Жизнь вернула благодать Твоя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пути назад</a:t>
            </a:r>
          </a:p>
        </p:txBody>
      </p:sp>
    </p:spTree>
    <p:extLst>
      <p:ext uri="{BB962C8B-B14F-4D97-AF65-F5344CB8AC3E}">
        <p14:creationId xmlns:p14="http://schemas.microsoft.com/office/powerpoint/2010/main" val="174055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ody of water with mountains in the back&#10;&#10;Description automatically generated with medium confidence">
            <a:extLst>
              <a:ext uri="{FF2B5EF4-FFF2-40B4-BE49-F238E27FC236}">
                <a16:creationId xmlns:a16="http://schemas.microsoft.com/office/drawing/2014/main" id="{8E3F5A2B-2BB7-FF9B-44A2-07B48C436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47000"/>
                    </a14:imgEffect>
                    <a14:imgEffect>
                      <a14:brightnessContrast bright="-12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692234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живу, чтоб славить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Для любви рождён 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живу, чтоб славить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Нет пути назад</a:t>
            </a:r>
          </a:p>
        </p:txBody>
      </p:sp>
    </p:spTree>
    <p:extLst>
      <p:ext uri="{BB962C8B-B14F-4D97-AF65-F5344CB8AC3E}">
        <p14:creationId xmlns:p14="http://schemas.microsoft.com/office/powerpoint/2010/main" val="35815418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108</Words>
  <Application>Microsoft Office PowerPoint</Application>
  <PresentationFormat>Широкий екран</PresentationFormat>
  <Paragraphs>27</Paragraphs>
  <Slides>6</Slides>
  <Notes>6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3</cp:revision>
  <dcterms:created xsi:type="dcterms:W3CDTF">2023-10-28T18:47:16Z</dcterms:created>
  <dcterms:modified xsi:type="dcterms:W3CDTF">2024-11-18T09:58:45Z</dcterms:modified>
</cp:coreProperties>
</file>