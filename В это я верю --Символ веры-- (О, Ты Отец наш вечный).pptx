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  <p:sldId id="307" r:id="rId3"/>
    <p:sldId id="308" r:id="rId4"/>
    <p:sldId id="309" r:id="rId5"/>
    <p:sldId id="310" r:id="rId6"/>
    <p:sldId id="314" r:id="rId7"/>
    <p:sldId id="311" r:id="rId8"/>
    <p:sldId id="312" r:id="rId9"/>
    <p:sldId id="31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EE61EB-CC22-494D-969A-67708219A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725B0E7-0105-49B5-8E75-BF63E003C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A1FB742-7A71-4FEF-92C5-61959D2D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40CAC57-9EEE-4DA3-AD09-2254E005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DA4DBE7-6995-4FC2-911B-39A334FD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06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A13067-244F-49F3-8E3A-0D398E07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262DAB9-C50E-4604-94F2-80FE725E3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9DB7003-23EF-41D3-80B7-608C0658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186318-2029-42DE-91E7-C669B203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AC632F-B5FA-4F48-98BA-6F350D7B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48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BB187-3B42-4AFB-A71B-0F2D0B95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A0B646D-70F7-483E-8D6B-16156B6CC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D05E7FA-DB4C-4264-8FF0-DE01453A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AA0F41A-F734-4C98-9CAD-760077AC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58409CB-73E8-44FA-B8DC-A5D0D6C0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7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C4D64-A8A0-4BB2-BA8E-34CAD910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0DC0C44-353E-49E8-9927-023B845AE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19BE088-4904-4245-BBFB-5D50FCAC1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D9C3DFA-ECCF-469C-BAEE-A6AA529C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8B01611-A637-4E0C-B972-8CE5F314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87B1D1D-BC31-40B8-B4E1-ECDAEEEA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73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01359-96A6-4AEF-8E62-93C614FF5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32B8DAA-753E-4661-9393-BB0EF86F2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5A2C3FF-9BE1-4E7D-BAA9-D152A4669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B1D39FC-24BC-42C8-81DA-756418940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6CDD8B9-5E42-459C-BD6D-A92D80588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4570567-2D58-493D-A10A-CD517E37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B7D5237-758E-4EA2-924A-0B085733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081EEFC-53A7-47A5-8CB1-424D0B5F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75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712DE-FB96-4E10-9661-754AB2D1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6684CEC-E18E-49D1-B5CB-A8641D3F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7FE1C6D-7080-4072-98CB-1519266E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44B6423-3BFD-4CE3-B099-D2CB71C5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11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C85F3B8-41BB-4D7F-A048-721E000A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9B34A10-B852-43C4-9C99-D62CC922B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C7D799D-CA68-49C5-9316-87D86BEB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53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AC9A1-8728-4038-99E9-0A3A6891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AEF142-E921-49EA-B41E-43825AC0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FBBF481-B524-4787-AAFD-3A96456B0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B025DBB-99C9-4E52-B7F9-473F58A4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C7673E2-7B47-485E-907E-8D4E5D6E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A980EBD-199A-4885-A404-33FE6C80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12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6B6B6-030F-4C75-94A7-6214E70A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FA517DB-4E34-459D-BB1D-51FD37C05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3F0F7FF-F7D5-4C30-83AB-4068A2765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E3664CA-7999-4E60-B771-996590BD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6A63D6A-54F6-4F83-A074-E1133FF2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A3B1B17-0962-4D3B-B7CA-DFC976BF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63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659A9-9371-4D81-901C-80991219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A1661ED-16CC-49CD-8AD1-F74E222D0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9BEC181-C1A6-4B3F-AE54-073EAEB0B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A1F3A30-5063-4234-AFAB-54FFF501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FF704CC-5BBE-4B3C-9912-25331D21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23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F20B8F54-50CB-4FF3-9642-565B5AD7B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FD9A78A-8183-4BB2-9F7E-2709FBB88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18FF266-059E-46E8-B770-7D5D939A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ADAC663-0F86-4D0F-9E64-5182D839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79D84B4-EB9E-43B5-A5F1-7038F39C6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94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A93F0C1-4F86-482C-9B68-700E3F3B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5FFAB1C-352D-4CF5-8093-83067EDDA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1947214-AFF8-4C5A-9F3A-95CF43598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2DF1E-1529-4853-97F3-B866DFCDE9AB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5C7B86B-C40B-4565-A4A7-6EC826EB5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1F13EB2-437A-4813-BE56-1522B2138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CD59E-48CF-475B-8E07-F524DBEBA7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80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176897" y="1997839"/>
            <a:ext cx="98382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Ты Отец наш вечный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Создатель и Творец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всемогущий</a:t>
            </a:r>
          </a:p>
        </p:txBody>
      </p:sp>
    </p:spTree>
    <p:extLst>
      <p:ext uri="{BB962C8B-B14F-4D97-AF65-F5344CB8AC3E}">
        <p14:creationId xmlns:p14="http://schemas.microsoft.com/office/powerpoint/2010/main" val="3952901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189597" y="1997839"/>
            <a:ext cx="98382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Нам от Святого Духа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Родился Сын Христос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Спаситель Иисус наш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8262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189597" y="1720840"/>
            <a:ext cx="98382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 – Ты Бог, Отец наш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 – Ты Сын Христос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 в Святого Духа,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триедин, Господь</a:t>
            </a:r>
          </a:p>
        </p:txBody>
      </p:sp>
    </p:spTree>
    <p:extLst>
      <p:ext uri="{BB962C8B-B14F-4D97-AF65-F5344CB8AC3E}">
        <p14:creationId xmlns:p14="http://schemas.microsoft.com/office/powerpoint/2010/main" val="1530744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607498" y="2136338"/>
            <a:ext cx="110024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 в силу воскресенья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Воскреснем мы в Тебе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верю я в Твое имя, Иисус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797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798" y="2136338"/>
            <a:ext cx="110024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Судья наш и Защитник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Страдал и был распят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Прощение в Тебе, Бог</a:t>
            </a:r>
          </a:p>
        </p:txBody>
      </p:sp>
    </p:spTree>
    <p:extLst>
      <p:ext uri="{BB962C8B-B14F-4D97-AF65-F5344CB8AC3E}">
        <p14:creationId xmlns:p14="http://schemas.microsoft.com/office/powerpoint/2010/main" val="369187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798" y="2136338"/>
            <a:ext cx="110024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Сойдя в тьму, Господь наш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Для славной жизни воскрес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Воссел на небесах</a:t>
            </a:r>
          </a:p>
        </p:txBody>
      </p:sp>
    </p:spTree>
    <p:extLst>
      <p:ext uri="{BB962C8B-B14F-4D97-AF65-F5344CB8AC3E}">
        <p14:creationId xmlns:p14="http://schemas.microsoft.com/office/powerpoint/2010/main" val="291041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73516" y="2136338"/>
            <a:ext cx="118449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 в Тебя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я, что Ты воскрес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я, Иисус Христос - Господь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3164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73516" y="1720840"/>
            <a:ext cx="118449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жизнь вечную я верю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Непорочно Ты был рождён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я, есть Святых единство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 Твою церковь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Бог</a:t>
            </a:r>
          </a:p>
        </p:txBody>
      </p:sp>
    </p:spTree>
    <p:extLst>
      <p:ext uri="{BB962C8B-B14F-4D97-AF65-F5344CB8AC3E}">
        <p14:creationId xmlns:p14="http://schemas.microsoft.com/office/powerpoint/2010/main" val="404017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86216" y="2136338"/>
            <a:ext cx="118449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 в силу воскресенья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Иисус придёт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верю я в Твоё Имя, Иисус</a:t>
            </a:r>
          </a:p>
        </p:txBody>
      </p:sp>
    </p:spTree>
    <p:extLst>
      <p:ext uri="{BB962C8B-B14F-4D97-AF65-F5344CB8AC3E}">
        <p14:creationId xmlns:p14="http://schemas.microsoft.com/office/powerpoint/2010/main" val="20652028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142</Words>
  <Application>Microsoft Office PowerPoint</Application>
  <PresentationFormat>Широкоэкранный</PresentationFormat>
  <Paragraphs>29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2024-11-02T20:44:28Z</dcterms:created>
  <dcterms:modified xsi:type="dcterms:W3CDTF">2025-05-10T06:52:50Z</dcterms:modified>
</cp:coreProperties>
</file>