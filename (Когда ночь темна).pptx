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6" r:id="rId2"/>
    <p:sldId id="301" r:id="rId3"/>
    <p:sldId id="302" r:id="rId4"/>
    <p:sldId id="303" r:id="rId5"/>
    <p:sldId id="304" r:id="rId6"/>
    <p:sldId id="305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91694B-878C-4FB0-A948-72EE12200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2C6B3F1-A475-41C4-ADDD-CA155D316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1AA2858-8EEC-4181-8C2F-78F557F8A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9B2BEFF-6DB4-4940-8497-D76F468B3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1D93DC2-FE16-46B0-87E0-D7F2B1E0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76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FFF4A-D3DB-4BC9-9A82-8DE9A95D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54020EE-A51A-4B60-9351-62BB99AC9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8C621BB-D8FB-4DC9-BB03-A02E8B3E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CDBC7D0-2623-43CA-B483-E152ED3FE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5ED41A8-5B83-4CE2-A380-BC3EED1E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146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6C7B7-85B0-4B68-8AD7-56F3EB97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8B2EB29-81A2-4CA8-BAA0-14692A26B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984CF6C-BF4B-4826-98CC-407E724A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25F727-F797-4F17-A4EC-E99035C2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957BC04-2275-4AEF-83E3-8049F799F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0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E1E33-666D-464E-ABDE-DB56B9B9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5D87F5-B872-43B9-B635-4E2CEA9E4B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991FF3A-A034-4175-996D-25B8122B6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3337776-EBA4-43D1-9F8C-B411FCCB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36E07AC-ED01-4EFE-BA68-28FC4AD9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063545F-9145-417F-833B-5774C72F7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580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5F918-FA39-48FC-8C2A-5F156341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38C1EE9-12D2-48BD-BE5C-422F71990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37D1651-A892-4592-8961-808AE096B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C3105F4-230D-4633-A267-68E9F8793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2DF382B-C446-4792-B4A9-EBB942C10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DF0FB18-74C5-4954-A0F5-A8D54A51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CFF89AB-7A72-4E06-A179-96549EE49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40B8F75-7ECF-47CD-8038-026E88D2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30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64546-685B-4379-AFCF-A935BD77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46949B8-5EA0-4D55-94D8-9EFEB1614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C719028-114B-43D7-8AAC-6273616A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AE4356B-80DA-428E-81D5-B46F4189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57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77B2BF58-14E9-4317-BD54-8A9A55C1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708F69E-C7EC-4253-9A23-28DE17C5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8E50F46-9616-40C1-9505-9CBC40F05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05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72497-6F99-43ED-ABE3-982C52FAA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6794CEC-95CF-43A3-B055-A362F7E67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16F0AA8-50C3-4700-93F6-47B2F155B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92EA92E-E54A-4897-B955-029DCB1AE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3F620CE-BEF2-4106-9307-DEED9873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AC73063-70F4-4B6F-856A-B0E8BC38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39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41082-9EDB-4476-8310-76C36C52F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2CB98DF-0570-40A9-A97F-D892D5CCD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C455FBE-0472-4CA0-9C84-F482D407D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7E4FF0E-577D-4AC3-9130-BE9E2453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B1A5EDB-75F5-4E37-99B8-0D87161F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EB13957-DA05-41BA-86BC-A28ACE50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24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E7FCC-634C-479C-A4C1-CCBAA28C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D64B78C-9D3A-439A-8CED-D83F7D574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6267A5C-10B3-411E-9B70-158AFB10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25DB93C-FF0C-450A-864E-77403FCE3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0A72C9F-8515-49B5-BF30-0783BFF5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81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DA16F55-D030-4F14-808C-E8A84727D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289BFA9-638C-4C6F-932B-6B8335FF6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FBC98F4-C2D8-4A9B-A6FC-353359A4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7FCEAA1-9A2D-46CF-BB50-E285039E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52121FE-3B9D-4849-B7C3-5A2701B0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638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DD582E3-2FC0-4911-80C8-F106D6249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9375448-1559-4528-AF4D-57BD3EC80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6C0AA72-B22E-4E6D-9C16-0E03F97F7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D0008-FFD9-4983-A159-96C84B73D053}" type="datetimeFigureOut">
              <a:rPr lang="ru-RU" smtClean="0"/>
              <a:t>30.09.2023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0A3C01E-7D91-4612-8DEA-3F9AE802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F28F746-E376-444D-834A-D9B21ECF1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17001-E93A-4961-8FF2-3248627DB75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9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189597" y="474345"/>
            <a:ext cx="983820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ночь темна и в сердце страх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знаю что замышляет враг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страшно сделать первый шаг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слышу призыв «Не бойся, встань»</a:t>
            </a:r>
          </a:p>
        </p:txBody>
      </p:sp>
    </p:spTree>
    <p:extLst>
      <p:ext uri="{BB962C8B-B14F-4D97-AF65-F5344CB8AC3E}">
        <p14:creationId xmlns:p14="http://schemas.microsoft.com/office/powerpoint/2010/main" val="3952901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92569" y="474345"/>
            <a:ext cx="1123226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битве моей я знаю Ты рядом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Прочь все сомнения в сердце отвага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Шаг в неизвестность делаю смело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моя радость и Ты моя крепость</a:t>
            </a:r>
          </a:p>
        </p:txBody>
      </p:sp>
    </p:spTree>
    <p:extLst>
      <p:ext uri="{BB962C8B-B14F-4D97-AF65-F5344CB8AC3E}">
        <p14:creationId xmlns:p14="http://schemas.microsoft.com/office/powerpoint/2010/main" val="421954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92569" y="1720840"/>
            <a:ext cx="112322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 творишь Ты чудеса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Через все послушные сердца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Свое отдаю Тебе сейчас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перед Тобой возьми меня</a:t>
            </a:r>
          </a:p>
        </p:txBody>
      </p:sp>
    </p:spTree>
    <p:extLst>
      <p:ext uri="{BB962C8B-B14F-4D97-AF65-F5344CB8AC3E}">
        <p14:creationId xmlns:p14="http://schemas.microsoft.com/office/powerpoint/2010/main" val="344587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79869" y="474345"/>
            <a:ext cx="1123226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битве моей я знаю Ты рядом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Прочь все сомнения в сердце отвага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Шаг в неизвестность делаю смело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моя радость и Ты моя крепость</a:t>
            </a:r>
          </a:p>
        </p:txBody>
      </p:sp>
    </p:spTree>
    <p:extLst>
      <p:ext uri="{BB962C8B-B14F-4D97-AF65-F5344CB8AC3E}">
        <p14:creationId xmlns:p14="http://schemas.microsoft.com/office/powerpoint/2010/main" val="1087316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79869" y="1305341"/>
            <a:ext cx="1123226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Ты унываешь и смущаешься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Душа моя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Уповай на Бога и на всех путях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Его Прославляй всегда</a:t>
            </a:r>
          </a:p>
        </p:txBody>
      </p:sp>
    </p:spTree>
    <p:extLst>
      <p:ext uri="{BB962C8B-B14F-4D97-AF65-F5344CB8AC3E}">
        <p14:creationId xmlns:p14="http://schemas.microsoft.com/office/powerpoint/2010/main" val="4293445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ature, dune, clouds&#10;&#10;Description automatically generated">
            <a:extLst>
              <a:ext uri="{FF2B5EF4-FFF2-40B4-BE49-F238E27FC236}">
                <a16:creationId xmlns:a16="http://schemas.microsoft.com/office/drawing/2014/main" id="{319774F0-E195-6419-388F-4BA3900E6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17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17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479869" y="1720840"/>
            <a:ext cx="112322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 что Ты меня призвал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знал мой путь до рождения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 Ты впереди меня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Победу уже Ты даровал</a:t>
            </a:r>
          </a:p>
        </p:txBody>
      </p:sp>
    </p:spTree>
    <p:extLst>
      <p:ext uri="{BB962C8B-B14F-4D97-AF65-F5344CB8AC3E}">
        <p14:creationId xmlns:p14="http://schemas.microsoft.com/office/powerpoint/2010/main" val="25136217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Широкий екран</PresentationFormat>
  <Paragraphs>24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2023-09-30T19:12:07Z</dcterms:created>
  <dcterms:modified xsi:type="dcterms:W3CDTF">2023-09-30T19:12:36Z</dcterms:modified>
</cp:coreProperties>
</file>