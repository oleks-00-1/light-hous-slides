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29" r:id="rId3"/>
    <p:sldId id="330" r:id="rId4"/>
    <p:sldId id="331" r:id="rId5"/>
    <p:sldId id="332" r:id="rId6"/>
    <p:sldId id="333" r:id="rId7"/>
    <p:sldId id="334" r:id="rId8"/>
    <p:sldId id="337" r:id="rId9"/>
    <p:sldId id="33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E7C9B3F1-5471-411A-8188-49E27F821014}"/>
    <pc:docChg chg="undo custSel modSld">
      <pc:chgData name="Олександр Зик" userId="c7a628fe0823e5d5" providerId="LiveId" clId="{E7C9B3F1-5471-411A-8188-49E27F821014}" dt="2024-05-25T18:44:48.524" v="19" actId="14100"/>
      <pc:docMkLst>
        <pc:docMk/>
      </pc:docMkLst>
      <pc:sldChg chg="modSp mod">
        <pc:chgData name="Олександр Зик" userId="c7a628fe0823e5d5" providerId="LiveId" clId="{E7C9B3F1-5471-411A-8188-49E27F821014}" dt="2024-05-25T18:41:30.088" v="2" actId="1076"/>
        <pc:sldMkLst>
          <pc:docMk/>
          <pc:sldMk cId="2228200287" sldId="302"/>
        </pc:sldMkLst>
        <pc:spChg chg="mod">
          <ac:chgData name="Олександр Зик" userId="c7a628fe0823e5d5" providerId="LiveId" clId="{E7C9B3F1-5471-411A-8188-49E27F821014}" dt="2024-05-25T18:41:30.088" v="2" actId="1076"/>
          <ac:spMkLst>
            <pc:docMk/>
            <pc:sldMk cId="2228200287" sldId="302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E7C9B3F1-5471-411A-8188-49E27F821014}" dt="2024-05-25T18:42:10.233" v="4" actId="20577"/>
        <pc:sldMkLst>
          <pc:docMk/>
          <pc:sldMk cId="1545811488" sldId="330"/>
        </pc:sldMkLst>
        <pc:spChg chg="mod">
          <ac:chgData name="Олександр Зик" userId="c7a628fe0823e5d5" providerId="LiveId" clId="{E7C9B3F1-5471-411A-8188-49E27F821014}" dt="2024-05-25T18:42:10.233" v="4" actId="20577"/>
          <ac:spMkLst>
            <pc:docMk/>
            <pc:sldMk cId="1545811488" sldId="330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E7C9B3F1-5471-411A-8188-49E27F821014}" dt="2024-05-25T18:42:44.542" v="7" actId="20577"/>
        <pc:sldMkLst>
          <pc:docMk/>
          <pc:sldMk cId="2495029351" sldId="331"/>
        </pc:sldMkLst>
        <pc:spChg chg="mod">
          <ac:chgData name="Олександр Зик" userId="c7a628fe0823e5d5" providerId="LiveId" clId="{E7C9B3F1-5471-411A-8188-49E27F821014}" dt="2024-05-25T18:42:44.542" v="7" actId="20577"/>
          <ac:spMkLst>
            <pc:docMk/>
            <pc:sldMk cId="2495029351" sldId="331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E7C9B3F1-5471-411A-8188-49E27F821014}" dt="2024-05-25T18:43:41.254" v="13" actId="20577"/>
        <pc:sldMkLst>
          <pc:docMk/>
          <pc:sldMk cId="1989927377" sldId="332"/>
        </pc:sldMkLst>
        <pc:spChg chg="mod">
          <ac:chgData name="Олександр Зик" userId="c7a628fe0823e5d5" providerId="LiveId" clId="{E7C9B3F1-5471-411A-8188-49E27F821014}" dt="2024-05-25T18:43:41.254" v="13" actId="20577"/>
          <ac:spMkLst>
            <pc:docMk/>
            <pc:sldMk cId="1989927377" sldId="332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E7C9B3F1-5471-411A-8188-49E27F821014}" dt="2024-05-25T18:44:06.167" v="16" actId="20577"/>
        <pc:sldMkLst>
          <pc:docMk/>
          <pc:sldMk cId="805668163" sldId="333"/>
        </pc:sldMkLst>
        <pc:spChg chg="mod">
          <ac:chgData name="Олександр Зик" userId="c7a628fe0823e5d5" providerId="LiveId" clId="{E7C9B3F1-5471-411A-8188-49E27F821014}" dt="2024-05-25T18:44:06.167" v="16" actId="20577"/>
          <ac:spMkLst>
            <pc:docMk/>
            <pc:sldMk cId="805668163" sldId="333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E7C9B3F1-5471-411A-8188-49E27F821014}" dt="2024-05-25T18:44:48.524" v="19" actId="14100"/>
        <pc:sldMkLst>
          <pc:docMk/>
          <pc:sldMk cId="706375978" sldId="334"/>
        </pc:sldMkLst>
        <pc:spChg chg="mod">
          <ac:chgData name="Олександр Зик" userId="c7a628fe0823e5d5" providerId="LiveId" clId="{E7C9B3F1-5471-411A-8188-49E27F821014}" dt="2024-05-25T18:44:48.524" v="19" actId="14100"/>
          <ac:spMkLst>
            <pc:docMk/>
            <pc:sldMk cId="706375978" sldId="334"/>
            <ac:spMk id="11" creationId="{C1431629-8DEA-0DDD-6161-8DCB099E78B0}"/>
          </ac:spMkLst>
        </pc:spChg>
        <pc:picChg chg="mod">
          <ac:chgData name="Олександр Зик" userId="c7a628fe0823e5d5" providerId="LiveId" clId="{E7C9B3F1-5471-411A-8188-49E27F821014}" dt="2024-05-25T18:44:43.454" v="17" actId="1076"/>
          <ac:picMkLst>
            <pc:docMk/>
            <pc:sldMk cId="706375978" sldId="334"/>
            <ac:picMk id="3" creationId="{D23868F7-8A98-3CAF-1866-8483C715D308}"/>
          </ac:picMkLst>
        </pc:picChg>
      </pc:sldChg>
    </pc:docChg>
  </pc:docChgLst>
  <pc:docChgLst>
    <pc:chgData name="Олександр Зик" userId="c7a628fe0823e5d5" providerId="LiveId" clId="{81DE85AB-8F60-4F6D-963F-D5EA1824EDE7}"/>
    <pc:docChg chg="modSld">
      <pc:chgData name="Олександр Зик" userId="c7a628fe0823e5d5" providerId="LiveId" clId="{81DE85AB-8F60-4F6D-963F-D5EA1824EDE7}" dt="2024-02-03T19:33:45.951" v="2" actId="20577"/>
      <pc:docMkLst>
        <pc:docMk/>
      </pc:docMkLst>
      <pc:sldChg chg="modSp mod">
        <pc:chgData name="Олександр Зик" userId="c7a628fe0823e5d5" providerId="LiveId" clId="{81DE85AB-8F60-4F6D-963F-D5EA1824EDE7}" dt="2024-02-03T19:33:45.951" v="2" actId="20577"/>
        <pc:sldMkLst>
          <pc:docMk/>
          <pc:sldMk cId="253326631" sldId="329"/>
        </pc:sldMkLst>
        <pc:spChg chg="mod">
          <ac:chgData name="Олександр Зик" userId="c7a628fe0823e5d5" providerId="LiveId" clId="{81DE85AB-8F60-4F6D-963F-D5EA1824EDE7}" dt="2024-02-03T19:33:45.951" v="2" actId="20577"/>
          <ac:spMkLst>
            <pc:docMk/>
            <pc:sldMk cId="253326631" sldId="329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81DE85AB-8F60-4F6D-963F-D5EA1824EDE7}" dt="2024-02-03T19:33:01.463" v="0" actId="20577"/>
        <pc:sldMkLst>
          <pc:docMk/>
          <pc:sldMk cId="2495029351" sldId="331"/>
        </pc:sldMkLst>
        <pc:spChg chg="mod">
          <ac:chgData name="Олександр Зик" userId="c7a628fe0823e5d5" providerId="LiveId" clId="{81DE85AB-8F60-4F6D-963F-D5EA1824EDE7}" dt="2024-02-03T19:33:01.463" v="0" actId="20577"/>
          <ac:spMkLst>
            <pc:docMk/>
            <pc:sldMk cId="2495029351" sldId="331"/>
            <ac:spMk id="11" creationId="{C1431629-8DEA-0DDD-6161-8DCB099E78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95FBA-A210-4FE5-B8BD-C359C7EDD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46B10C9-13B4-4DFE-B72B-2FD928278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B934DAE-C56E-49EB-B3C2-05CEB568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69EBA7E-2029-474A-A0C5-C075A77E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1E55461-A127-496C-9D6D-FE0BC186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15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46831-99E1-4D80-BB8E-80CC7C45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2A7EFA-70BC-45E5-B1F6-5D0EAACF1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C3E6499-996C-4FC1-9E4F-7D969BC5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555CB1-44E8-4940-BBC4-CCD4F86A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9D0E938-DC3A-45A8-AE34-287514A8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5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99FA5-3952-40C2-9085-43B62314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997AB36-DF02-402A-836F-FB7A9A8FE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555630-9936-4589-8E39-32086C613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D1F2D24-F621-407A-BFAA-0B5ECD4D7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C2F8A17-2600-4246-9828-F6E410B7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73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761A7-BE0D-4160-BED9-C8421275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3AA7651-6DDD-4824-8A73-5686EE7E3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3B22338-6E39-4C56-8788-37A5B2B46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737231A-FA6A-495F-913D-8FE59AF5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1D6B083-07F2-47BE-837B-182671CF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AFF82CE-DEDB-4F6D-88D1-79292D48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69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9F175-A59F-400A-9A42-8C3A4A3C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2B56CFE-FF4E-4882-87B3-A96134792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28EACF-92BD-4A82-A894-358DD9D52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A943BB0-BD36-41C7-86AF-2783D36F9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C8CCCD8-D4FE-49AA-BA9C-CFA14DF551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5D82F2D-729E-4B37-9073-12889A75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61AEAB4-82FA-4BD5-B2AD-0CEE6E1F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47D520B-FCA0-4136-AB66-F8DFAFC6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43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68D29-A79A-4006-9461-12323880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2268024F-4301-4848-A0E5-6D1B8A84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17E3D28-A0E3-488D-9B40-23994A21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ACFBCC8-91B0-4010-9030-76EA3286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012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20FC7AD-04D7-4294-9E6F-13EF14E8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A70E52B-7E04-4E46-B367-BC2FDF88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CE988E8-C009-4E75-AB62-E13182EC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6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5F566-BC2D-4E5C-82AF-B8E7C0BA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A055ED4-B6A1-4523-8597-03ED1A99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DD20963-E32A-4A35-8FD9-B0BBA0617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98D3563-C5AD-4BA4-9B9E-4E2F8570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0BE60D5-87DF-4601-B8C4-611F5030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A1BC546-BC8F-48AA-9B8B-E1C21E06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707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DE513-B659-4FF6-9423-B3B443CB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E6F2B68-3C0C-4098-A3EB-6483B67FC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56AFA4B-02BF-4560-A53C-D6FF24F1C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BD7C00F-8444-42EF-ABDD-49818926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1CFB872-DC97-4E64-B7CD-94A74624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83B450A-F6AB-454B-A95E-4100D42D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59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C0876-C418-4233-8781-7BBDC942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E708FF1-090D-4F70-8B32-EF28BA497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982CD3A-E5A8-4A3E-9738-0CF0E865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5A9C9A-7E6D-497A-8C89-E68B1D29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FD28D4B-DD14-4A78-B36D-9B1B1E0C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18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9C73BA15-992A-4F52-8684-9D07F9BAE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E6D27DC-671B-4B81-A63B-92AF26434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1BACD89-CCE6-4CBF-A3EC-885D6400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12E43D-65C9-49F4-B336-42682BC7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A37185-0E3F-4EB9-A249-4AA489F4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937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A1BD6C1-8A0E-431C-B2B5-84BA30B1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C28624D-4623-47F3-ACFC-F8E844FB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8DC3412-3CF8-438A-B312-B65C23359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05D2F-2157-445F-ACBC-E83BB7FE65A0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C484F0A-A70F-4AC2-BD7F-989A94AC9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C274AA2-A65A-4D8B-8280-4CA8020D3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15DB4-4D53-40F4-BDF7-C89BD5E5F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65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9504" y="1905506"/>
            <a:ext cx="96329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рассвете дня, во мраке ночи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порой я снова оставлял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Мои попытки, мои старания стать кем-то лучшим для Тебя</a:t>
            </a: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каждый раз я слышу шепот в сердце моём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«Ты навсегда моё дитя»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любовь покрыла всё</a:t>
            </a:r>
          </a:p>
        </p:txBody>
      </p:sp>
    </p:spTree>
    <p:extLst>
      <p:ext uri="{BB962C8B-B14F-4D97-AF65-F5344CB8AC3E}">
        <p14:creationId xmlns:p14="http://schemas.microsoft.com/office/powerpoint/2010/main" val="25332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Забывая прошлое простираюсь я вперёд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в Тебе всё новое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– моя надежда, Бог</a:t>
            </a:r>
          </a:p>
        </p:txBody>
      </p:sp>
    </p:spTree>
    <p:extLst>
      <p:ext uri="{BB962C8B-B14F-4D97-AF65-F5344CB8AC3E}">
        <p14:creationId xmlns:p14="http://schemas.microsoft.com/office/powerpoint/2010/main" val="154581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мои победы я сложу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Твоих ног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в Тебе, мой Отец,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в Тебе всё новое, Бог</a:t>
            </a:r>
          </a:p>
        </p:txBody>
      </p:sp>
    </p:spTree>
    <p:extLst>
      <p:ext uri="{BB962C8B-B14F-4D97-AF65-F5344CB8AC3E}">
        <p14:creationId xmlns:p14="http://schemas.microsoft.com/office/powerpoint/2010/main" val="2495029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13497" y="1905506"/>
            <a:ext cx="101650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вспомнишь мне моих грехов,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моих падений, ошибок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на мгновение гнев Твой На всю жизнь Твоя милость</a:t>
            </a:r>
          </a:p>
        </p:txBody>
      </p:sp>
    </p:spTree>
    <p:extLst>
      <p:ext uri="{BB962C8B-B14F-4D97-AF65-F5344CB8AC3E}">
        <p14:creationId xmlns:p14="http://schemas.microsoft.com/office/powerpoint/2010/main" val="198992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вечером я плачу,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 утром радость всей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Твоей любви меня наполнит и я буду петь Тебе</a:t>
            </a:r>
          </a:p>
        </p:txBody>
      </p:sp>
    </p:spTree>
    <p:extLst>
      <p:ext uri="{BB962C8B-B14F-4D97-AF65-F5344CB8AC3E}">
        <p14:creationId xmlns:p14="http://schemas.microsoft.com/office/powerpoint/2010/main" val="80566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Слезы и боль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обращаешь в радость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каждый сезон Ты изливаешь благость</a:t>
            </a:r>
          </a:p>
        </p:txBody>
      </p:sp>
    </p:spTree>
    <p:extLst>
      <p:ext uri="{BB962C8B-B14F-4D97-AF65-F5344CB8AC3E}">
        <p14:creationId xmlns:p14="http://schemas.microsoft.com/office/powerpoint/2010/main" val="70637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4" y="2644170"/>
            <a:ext cx="94791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Твое – любви поток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Любви поток бесконечный</a:t>
            </a:r>
          </a:p>
        </p:txBody>
      </p:sp>
    </p:spTree>
    <p:extLst>
      <p:ext uri="{BB962C8B-B14F-4D97-AF65-F5344CB8AC3E}">
        <p14:creationId xmlns:p14="http://schemas.microsoft.com/office/powerpoint/2010/main" val="1571196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7149" y="2274838"/>
            <a:ext cx="103177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Гордость мою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сокрушил любовью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Милостью сделал Ты все новым</a:t>
            </a:r>
          </a:p>
        </p:txBody>
      </p:sp>
    </p:spTree>
    <p:extLst>
      <p:ext uri="{BB962C8B-B14F-4D97-AF65-F5344CB8AC3E}">
        <p14:creationId xmlns:p14="http://schemas.microsoft.com/office/powerpoint/2010/main" val="37514921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149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2023-11-25T19:52:58Z</dcterms:created>
  <dcterms:modified xsi:type="dcterms:W3CDTF">2025-05-28T12:20:40Z</dcterms:modified>
</cp:coreProperties>
</file>