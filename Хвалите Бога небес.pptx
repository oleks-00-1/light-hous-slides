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5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99BA1-65A5-4610-932A-3E8C1C771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FA072E-ADEB-4F35-9C40-DCC07F8D7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BA8FAE-EC38-46B2-9FF0-F21BDBC8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D87F7D-4EBA-49F0-98D5-9ED73821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19BEEE-DD57-4A3B-8E1B-94829200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96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91FAF-AA72-48F8-BB56-F0BDE5A4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7C5DD-D386-4022-8196-99FE55C0C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4F2788-8530-4A3F-9C84-72D538FE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70B53F-CD31-405B-A0DF-554C307F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16016B-EA57-4E42-8046-1FED45AB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18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F719E-B39D-47A4-935C-0F17B778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5B0B3F-A2A9-4136-9322-8FEE2F7F1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69027-4A3B-427B-B8B2-505A3F8B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1C2D9B-E540-44F6-B6E2-BCDE8BB5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756FC0-41F2-4343-AC60-4DCDE8E4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50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8CC63-C731-48B9-9A84-54BF4A84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74573-2BA2-4ECB-B059-8334FC4B5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4A79B-1204-420E-B95C-725F7711E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5F89FF-E7D6-4A15-A606-2A7E930F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D81740-8B98-43A9-9296-9E3785F4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F07A09-79BC-4A64-9312-CD024B0D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33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D8A23-2E0B-43CC-A01D-41327498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5E8155-9908-40E2-9063-65E1BD59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C2C28C-D6FE-46BD-A9E3-B6C0DA1F8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D155C0-644D-4A60-8071-16FF5DA9B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61DEE7C-EA9C-4829-A6FB-6F7C1C08A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7977287-8BC2-4C12-BC8F-742CACB0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05FBB6-FF10-4345-9692-52C8D386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63E3A6-495C-4FE1-9D0E-A1C8A78F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8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F5A73-EE28-4312-B594-D40BDDB6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19CF8E-C7EC-4F54-ABD1-8F581448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8586FC-147B-4646-9B4E-ED7774E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76BA93-6029-4D95-A331-E18EF55E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03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157518-1458-403A-A6F4-6AD49E95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1B1211-3C8B-4DAE-A382-6F0812DF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8C6CF7-252A-488A-9821-8A1B659D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69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8B3BD-9118-4EB2-802E-CAED191C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93B133-5713-4ABE-B842-CBED3852B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81E704-7B2E-4817-A853-851F96921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407101-D025-418B-A1D0-60414A4B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FEEDBA-6F80-4B9A-BDEE-482CBAF0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A059BC-5297-407C-B670-96623A69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68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3A5B1-0807-45C9-A38F-DDD00C547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8842E5-4798-4539-9F59-776DE8976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89C1C0-5C26-451B-BDDA-37682FA6B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07FFE5-5D87-4F71-A4B2-931EECF5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DFC23C-39F6-4A6C-B107-2FEEB734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5DEC7C-3017-4BAC-A9B2-5AF702B0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85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2F86A-758A-433D-BB66-DAAD92FA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0E2EEC-61D7-4FBA-80AA-9C7140A98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AE73CB-D240-4625-AF87-74C4E6CE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238E2-366A-45A1-82E1-D5F78371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41F6C8-100C-45F7-99EF-3508F904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5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62DC74-FD45-40B2-A201-2EC24ECDD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0607E7-E290-4C52-A117-B7C6378AF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C7AAE5-8651-46F9-93CF-A3846D765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0C07E9-6986-42C4-B9C4-039D170B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5CD8E5-24E8-4212-A42B-DEF20363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10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764DE-78FE-4A86-B679-7A7C5B1D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7B46C8-B0ED-411A-91EA-DED3B9354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B12000-C31F-405D-971B-C90729928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99E7C-F0F5-4714-B590-A26137046449}" type="datetimeFigureOut">
              <a:rPr lang="ru-RU" smtClean="0"/>
              <a:t>21.09.2025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02D3AD-CBAD-4511-80A2-5B5F2E590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212FB8-4212-4AE1-A18E-E11F453D8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3786A-AE9B-49EA-99CB-D22BA4618EC3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85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2237709"/>
            <a:ext cx="103632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Хвалите, хвалите Бога небес,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Хвалите все, в ком дыханье есть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Хвалите, Он наш Творец</a:t>
            </a:r>
          </a:p>
        </p:txBody>
      </p:sp>
    </p:spTree>
    <p:extLst>
      <p:ext uri="{BB962C8B-B14F-4D97-AF65-F5344CB8AC3E}">
        <p14:creationId xmlns:p14="http://schemas.microsoft.com/office/powerpoint/2010/main" val="17932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2607041"/>
            <a:ext cx="103632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Аллилуйя, аллилуйя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Богу хвала, Богу хвала!</a:t>
            </a:r>
          </a:p>
        </p:txBody>
      </p:sp>
    </p:spTree>
    <p:extLst>
      <p:ext uri="{BB962C8B-B14F-4D97-AF65-F5344CB8AC3E}">
        <p14:creationId xmlns:p14="http://schemas.microsoft.com/office/powerpoint/2010/main" val="34478566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</Words>
  <Application>Microsoft Office PowerPoint</Application>
  <PresentationFormat>Широкий екран</PresentationFormat>
  <Paragraphs>5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3</cp:revision>
  <dcterms:created xsi:type="dcterms:W3CDTF">2025-05-28T19:50:47Z</dcterms:created>
  <dcterms:modified xsi:type="dcterms:W3CDTF">2025-09-21T06:53:08Z</dcterms:modified>
</cp:coreProperties>
</file>