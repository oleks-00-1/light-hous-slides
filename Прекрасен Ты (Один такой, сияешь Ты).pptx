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9" r:id="rId2"/>
    <p:sldId id="360" r:id="rId3"/>
    <p:sldId id="361" r:id="rId4"/>
    <p:sldId id="362" r:id="rId5"/>
    <p:sldId id="363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1D08E-A9D2-4F84-8518-C2F09C94C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4344136-CA92-4D11-991A-8B406D67F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3D75A27-4198-4514-9C20-0D7E2608F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9B824E2-CE86-41A4-A2F8-5D043B3E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3F57643-51B7-4002-BB2C-4F951DAC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881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F565D9-0579-47BD-8814-1BEA80671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0F77098-8DE4-4746-B622-113E8FC59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C555557-72A3-4D21-B94F-C9D74E3E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8B07E96-33E3-40B2-9D30-651EA6C4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A540FB3-1196-4AFC-A13C-98AD9447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12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CEA25C-DF61-4BFF-849E-030E9483F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DCFE4B1-8CC8-4A37-B51E-EE37FD39F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DBD7749-93CA-4D30-B6C7-AB72BEB6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787D586-0E01-48D2-8012-96CC3677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77894D5-505B-4B8A-A1FA-3D94B2178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44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3D5D3-6EB5-4C14-AC80-FF9B413D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3A64819-E849-4CCC-AA5E-E9147475D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73B653D-0026-44ED-AA35-A64B06842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59EFD59-BC32-496B-A80A-86ABDDB1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8CB36A7-09FD-4664-B1A5-F4C7B089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288E405-CEF3-4CA4-9BE5-29E2DDD4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041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8BF01-54B7-4FED-ACD1-E0D78E27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55B76A3-4362-4A28-AE3F-02FE30675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1E6F200-5089-4803-AC86-E60DAB30C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B88F64F0-B93E-4EBB-8436-3BD1DC53E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C48FEE9-E716-4FBB-A6A4-7B2DB2367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EA0F63CE-FC70-46DB-BAD0-604DFAF5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B9E58BE-9062-450A-86AB-223D40BA0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C19683C-5733-4ABD-AAA2-D51171310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9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FD60A-A837-47FE-B931-72C609FF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34B2CCD8-D298-409B-BF7C-2B435EEE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87EC3C36-879D-4047-B4ED-65851BF5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D8A93EB-07A5-46B5-9384-80667250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524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D0BE742-759E-428A-8E93-31A2B21B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65D40713-A089-4F0A-9E36-C022C243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7C03E06C-C284-469D-BB86-97BFD918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73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151D3-217B-4AB0-9BB9-4E581A21E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056D5BF-BC2F-49CD-9538-DBF032554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A42FA75-903B-41CE-8646-F06B6B8C3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5319285-3F2B-47E4-8844-B44BA668F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E6A43E0-0BFF-488E-9646-55E53991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9AB4C1C-3045-4131-AB0E-60C6F743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218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A0CB9-6878-40C5-897A-457EF3139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7B4A2E3-9392-49BE-BE56-C03E30BC5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5618C87-8B12-41A2-B37C-A53BFF01A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85DA8F4-442B-48B4-AFB8-1E81CD9DA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4AA2598-D14D-43EF-9681-949BE8477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91D9309-DA87-41DD-9F2F-481F463B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90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11492-9C3C-42CA-B2C1-3EE8EBB36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4747968-889C-4C0B-B3DB-310F87C86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95BD605-F5B6-4549-BBA8-B3B26FF6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4445E95-88FA-4192-9C23-499AF4FA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F82C970-02EE-47A3-B7B9-86F24785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4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4B82BB8-989E-4CCE-BF30-00C6C4165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8B83723-E467-4E6C-A0D5-A3548C4FE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C548AE7-FDE5-4160-A0EE-1D11BB16E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E20B5A0-DAF0-478D-AF1F-B425C1EF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CFC2BED-D58C-48A6-B258-B2CAD0289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52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9C73F5D-AA74-46A3-811D-DE0A0D54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4C82392-FF2A-45DF-AAE8-4E81564B0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3601AE8-44C8-47D0-8FB6-4DF10A27F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BD3FE-B43A-4043-B74B-BF524D1CB0C8}" type="datetimeFigureOut">
              <a:rPr lang="ru-RU" smtClean="0"/>
              <a:t>30.08.2025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9F84824-8489-4019-8001-9ABDDE4F9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ACF4288-8936-45B5-8DCB-D8A4C8B8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92BB5-2172-4144-A2FC-62F0974C132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710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747030" y="1905506"/>
            <a:ext cx="106973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Один такой, сияешь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Прекраснее всех кто создан был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Слово с небес, Ты наша Жизнь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Лицо Отца явил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95600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747030" y="2551837"/>
            <a:ext cx="106973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О, прекрасен Ты!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О, прекрасен Ты!</a:t>
            </a:r>
          </a:p>
        </p:txBody>
      </p:sp>
    </p:spTree>
    <p:extLst>
      <p:ext uri="{BB962C8B-B14F-4D97-AF65-F5344CB8AC3E}">
        <p14:creationId xmlns:p14="http://schemas.microsoft.com/office/powerpoint/2010/main" val="295532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747030" y="1937905"/>
            <a:ext cx="106973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О, Иисус, Ты благ во всем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Ты показал как любит нас Отец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Пожертвовал душой Своей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Дал Бога нам узреть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9059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467438" y="1905506"/>
            <a:ext cx="112565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Вечно поют все Ангелы песнь,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Святый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наш, Господь Всемогущий!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Вечно и мы Тебе будем петь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Святый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наш, Господь Всемогущий!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0990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583816" y="1937905"/>
            <a:ext cx="112565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Ярче миллионов звезд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Для меня Твоя любовь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Глубока и бесконечна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Велика, непостижима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147435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</Words>
  <Application>Microsoft Office PowerPoint</Application>
  <PresentationFormat>Широкий екран</PresentationFormat>
  <Paragraphs>18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2025-08-30T17:53:55Z</dcterms:created>
  <dcterms:modified xsi:type="dcterms:W3CDTF">2025-08-30T17:59:26Z</dcterms:modified>
</cp:coreProperties>
</file>