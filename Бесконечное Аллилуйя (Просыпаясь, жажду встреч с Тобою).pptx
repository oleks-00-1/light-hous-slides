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358" r:id="rId2"/>
    <p:sldId id="354" r:id="rId3"/>
    <p:sldId id="355" r:id="rId4"/>
    <p:sldId id="356" r:id="rId5"/>
    <p:sldId id="357" r:id="rId6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72" autoAdjust="0"/>
    <p:restoredTop sz="94660"/>
  </p:normalViewPr>
  <p:slideViewPr>
    <p:cSldViewPr snapToGrid="0">
      <p:cViewPr varScale="1">
        <p:scale>
          <a:sx n="65" d="100"/>
          <a:sy n="65" d="100"/>
        </p:scale>
        <p:origin x="720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microsoft.com/office/2016/11/relationships/changesInfo" Target="changesInfos/changesInfo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Олександр Зик" userId="c7a628fe0823e5d5" providerId="LiveId" clId="{40F4D7AD-13C2-4124-BA75-20A70F660056}"/>
    <pc:docChg chg="modSld">
      <pc:chgData name="Олександр Зик" userId="c7a628fe0823e5d5" providerId="LiveId" clId="{40F4D7AD-13C2-4124-BA75-20A70F660056}" dt="2023-12-30T21:05:04.544" v="0" actId="1076"/>
      <pc:docMkLst>
        <pc:docMk/>
      </pc:docMkLst>
      <pc:sldChg chg="modSp mod">
        <pc:chgData name="Олександр Зик" userId="c7a628fe0823e5d5" providerId="LiveId" clId="{40F4D7AD-13C2-4124-BA75-20A70F660056}" dt="2023-12-30T21:05:04.544" v="0" actId="1076"/>
        <pc:sldMkLst>
          <pc:docMk/>
          <pc:sldMk cId="867380686" sldId="356"/>
        </pc:sldMkLst>
        <pc:spChg chg="mod">
          <ac:chgData name="Олександр Зик" userId="c7a628fe0823e5d5" providerId="LiveId" clId="{40F4D7AD-13C2-4124-BA75-20A70F660056}" dt="2023-12-30T21:05:04.544" v="0" actId="1076"/>
          <ac:spMkLst>
            <pc:docMk/>
            <pc:sldMk cId="867380686" sldId="356"/>
            <ac:spMk id="2" creationId="{DF9B7DD1-A796-44DD-9E21-F39B99EA453F}"/>
          </ac:spMkLst>
        </pc:spChg>
      </pc:sldChg>
    </pc:docChg>
  </pc:docChgLst>
  <pc:docChgLst>
    <pc:chgData name="Олександр Зик" userId="c7a628fe0823e5d5" providerId="LiveId" clId="{60F7D5A2-5AE2-4EA4-99CA-FC0BF07D513E}"/>
    <pc:docChg chg="custSel modSld">
      <pc:chgData name="Олександр Зик" userId="c7a628fe0823e5d5" providerId="LiveId" clId="{60F7D5A2-5AE2-4EA4-99CA-FC0BF07D513E}" dt="2024-10-12T16:54:38.064" v="36" actId="20577"/>
      <pc:docMkLst>
        <pc:docMk/>
      </pc:docMkLst>
      <pc:sldChg chg="modSp mod">
        <pc:chgData name="Олександр Зик" userId="c7a628fe0823e5d5" providerId="LiveId" clId="{60F7D5A2-5AE2-4EA4-99CA-FC0BF07D513E}" dt="2024-10-12T16:53:15.470" v="15" actId="20577"/>
        <pc:sldMkLst>
          <pc:docMk/>
          <pc:sldMk cId="795856894" sldId="354"/>
        </pc:sldMkLst>
        <pc:spChg chg="mod">
          <ac:chgData name="Олександр Зик" userId="c7a628fe0823e5d5" providerId="LiveId" clId="{60F7D5A2-5AE2-4EA4-99CA-FC0BF07D513E}" dt="2024-10-12T16:53:15.470" v="15" actId="20577"/>
          <ac:spMkLst>
            <pc:docMk/>
            <pc:sldMk cId="795856894" sldId="354"/>
            <ac:spMk id="2" creationId="{DF9B7DD1-A796-44DD-9E21-F39B99EA453F}"/>
          </ac:spMkLst>
        </pc:spChg>
      </pc:sldChg>
      <pc:sldChg chg="modSp mod">
        <pc:chgData name="Олександр Зик" userId="c7a628fe0823e5d5" providerId="LiveId" clId="{60F7D5A2-5AE2-4EA4-99CA-FC0BF07D513E}" dt="2024-10-12T16:54:38.064" v="36" actId="20577"/>
        <pc:sldMkLst>
          <pc:docMk/>
          <pc:sldMk cId="2356534869" sldId="357"/>
        </pc:sldMkLst>
        <pc:spChg chg="mod">
          <ac:chgData name="Олександр Зик" userId="c7a628fe0823e5d5" providerId="LiveId" clId="{60F7D5A2-5AE2-4EA4-99CA-FC0BF07D513E}" dt="2024-10-12T16:54:38.064" v="36" actId="20577"/>
          <ac:spMkLst>
            <pc:docMk/>
            <pc:sldMk cId="2356534869" sldId="357"/>
            <ac:spMk id="2" creationId="{DF9B7DD1-A796-44DD-9E21-F39B99EA453F}"/>
          </ac:spMkLst>
        </pc:spChg>
      </pc:sldChg>
      <pc:sldChg chg="modSp mod">
        <pc:chgData name="Олександр Зик" userId="c7a628fe0823e5d5" providerId="LiveId" clId="{60F7D5A2-5AE2-4EA4-99CA-FC0BF07D513E}" dt="2024-10-12T16:52:32.796" v="1" actId="20577"/>
        <pc:sldMkLst>
          <pc:docMk/>
          <pc:sldMk cId="812910587" sldId="358"/>
        </pc:sldMkLst>
        <pc:spChg chg="mod">
          <ac:chgData name="Олександр Зик" userId="c7a628fe0823e5d5" providerId="LiveId" clId="{60F7D5A2-5AE2-4EA4-99CA-FC0BF07D513E}" dt="2024-10-12T16:52:32.796" v="1" actId="20577"/>
          <ac:spMkLst>
            <pc:docMk/>
            <pc:sldMk cId="812910587" sldId="358"/>
            <ac:spMk id="2" creationId="{DF9B7DD1-A796-44DD-9E21-F39B99EA453F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и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20133D9-50D7-4994-A2E3-6BD0DAA7B89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Підзаголовок 2">
            <a:extLst>
              <a:ext uri="{FF2B5EF4-FFF2-40B4-BE49-F238E27FC236}">
                <a16:creationId xmlns:a16="http://schemas.microsoft.com/office/drawing/2014/main" id="{B4F0630C-2875-4BF5-AE9A-A2F94614A65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uk-UA"/>
              <a:t>Клацніть, щоб редагувати стиль зразка підзаголовка</a:t>
            </a:r>
            <a:endParaRPr lang="ru-RU"/>
          </a:p>
        </p:txBody>
      </p:sp>
      <p:sp>
        <p:nvSpPr>
          <p:cNvPr id="4" name="Місце для дати 3">
            <a:extLst>
              <a:ext uri="{FF2B5EF4-FFF2-40B4-BE49-F238E27FC236}">
                <a16:creationId xmlns:a16="http://schemas.microsoft.com/office/drawing/2014/main" id="{A5FE9FAE-7538-4423-99AF-6F931771AC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BE5129-7228-44F5-B48B-59CCFA864B40}" type="datetimeFigureOut">
              <a:rPr lang="ru-RU" smtClean="0"/>
              <a:t>30.03.2025</a:t>
            </a:fld>
            <a:endParaRPr lang="ru-RU"/>
          </a:p>
        </p:txBody>
      </p:sp>
      <p:sp>
        <p:nvSpPr>
          <p:cNvPr id="5" name="Місце для нижнього колонтитула 4">
            <a:extLst>
              <a:ext uri="{FF2B5EF4-FFF2-40B4-BE49-F238E27FC236}">
                <a16:creationId xmlns:a16="http://schemas.microsoft.com/office/drawing/2014/main" id="{48584F9A-0D8B-495A-8DB7-D3186E9ACA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Місце для номера слайда 5">
            <a:extLst>
              <a:ext uri="{FF2B5EF4-FFF2-40B4-BE49-F238E27FC236}">
                <a16:creationId xmlns:a16="http://schemas.microsoft.com/office/drawing/2014/main" id="{29361CF1-6DD3-4469-90EE-5CF489227A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FD4E0E-FD9A-4C22-A5D8-F49FE929F0A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001825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Назва та вмі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CEC4BE6-45BA-4543-86B9-B809F0B3E5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3CB8125E-CC9A-46DC-B86B-7AC89A6099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ru-RU"/>
          </a:p>
        </p:txBody>
      </p:sp>
      <p:sp>
        <p:nvSpPr>
          <p:cNvPr id="4" name="Місце для дати 3">
            <a:extLst>
              <a:ext uri="{FF2B5EF4-FFF2-40B4-BE49-F238E27FC236}">
                <a16:creationId xmlns:a16="http://schemas.microsoft.com/office/drawing/2014/main" id="{5BACA9C3-8F1F-4D51-97D1-294EDF2FC9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BE5129-7228-44F5-B48B-59CCFA864B40}" type="datetimeFigureOut">
              <a:rPr lang="ru-RU" smtClean="0"/>
              <a:t>30.03.2025</a:t>
            </a:fld>
            <a:endParaRPr lang="ru-RU"/>
          </a:p>
        </p:txBody>
      </p:sp>
      <p:sp>
        <p:nvSpPr>
          <p:cNvPr id="5" name="Місце для нижнього колонтитула 4">
            <a:extLst>
              <a:ext uri="{FF2B5EF4-FFF2-40B4-BE49-F238E27FC236}">
                <a16:creationId xmlns:a16="http://schemas.microsoft.com/office/drawing/2014/main" id="{50F2EBA6-E2F3-4005-9C32-E5B6A89FBD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Місце для номера слайда 5">
            <a:extLst>
              <a:ext uri="{FF2B5EF4-FFF2-40B4-BE49-F238E27FC236}">
                <a16:creationId xmlns:a16="http://schemas.microsoft.com/office/drawing/2014/main" id="{641C9EBC-DDC0-4794-883C-8029D9C12A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FD4E0E-FD9A-4C22-A5D8-F49FE929F0A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210852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Назва розділ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E07E113-E7AA-4E89-9DD6-9C2FC9C7BE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Місце для тексту 2">
            <a:extLst>
              <a:ext uri="{FF2B5EF4-FFF2-40B4-BE49-F238E27FC236}">
                <a16:creationId xmlns:a16="http://schemas.microsoft.com/office/drawing/2014/main" id="{5683B716-A73A-4204-9CE8-579E23C8EEC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4" name="Місце для дати 3">
            <a:extLst>
              <a:ext uri="{FF2B5EF4-FFF2-40B4-BE49-F238E27FC236}">
                <a16:creationId xmlns:a16="http://schemas.microsoft.com/office/drawing/2014/main" id="{25B6ED99-0AC5-4ADF-B10E-FFAF31B6F4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BE5129-7228-44F5-B48B-59CCFA864B40}" type="datetimeFigureOut">
              <a:rPr lang="ru-RU" smtClean="0"/>
              <a:t>30.03.2025</a:t>
            </a:fld>
            <a:endParaRPr lang="ru-RU"/>
          </a:p>
        </p:txBody>
      </p:sp>
      <p:sp>
        <p:nvSpPr>
          <p:cNvPr id="5" name="Місце для нижнього колонтитула 4">
            <a:extLst>
              <a:ext uri="{FF2B5EF4-FFF2-40B4-BE49-F238E27FC236}">
                <a16:creationId xmlns:a16="http://schemas.microsoft.com/office/drawing/2014/main" id="{A4BE408F-448E-4C79-8839-465DFB7D09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Місце для номера слайда 5">
            <a:extLst>
              <a:ext uri="{FF2B5EF4-FFF2-40B4-BE49-F238E27FC236}">
                <a16:creationId xmlns:a16="http://schemas.microsoft.com/office/drawing/2014/main" id="{2E8233AF-704F-47C8-83AA-D89208575B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FD4E0E-FD9A-4C22-A5D8-F49FE929F0A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587802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’єкт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FE7403F-97E9-4A89-B8B2-4981E93C3B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8649D63E-0470-4F27-AD86-C9B9607BA21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ru-RU"/>
          </a:p>
        </p:txBody>
      </p:sp>
      <p:sp>
        <p:nvSpPr>
          <p:cNvPr id="4" name="Місце для вмісту 3">
            <a:extLst>
              <a:ext uri="{FF2B5EF4-FFF2-40B4-BE49-F238E27FC236}">
                <a16:creationId xmlns:a16="http://schemas.microsoft.com/office/drawing/2014/main" id="{7AC99B30-135B-40C4-AB0A-51C5E280070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ru-RU"/>
          </a:p>
        </p:txBody>
      </p:sp>
      <p:sp>
        <p:nvSpPr>
          <p:cNvPr id="5" name="Місце для дати 4">
            <a:extLst>
              <a:ext uri="{FF2B5EF4-FFF2-40B4-BE49-F238E27FC236}">
                <a16:creationId xmlns:a16="http://schemas.microsoft.com/office/drawing/2014/main" id="{99D3CE0F-1006-472C-84E5-F41418AC0E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BE5129-7228-44F5-B48B-59CCFA864B40}" type="datetimeFigureOut">
              <a:rPr lang="ru-RU" smtClean="0"/>
              <a:t>30.03.2025</a:t>
            </a:fld>
            <a:endParaRPr lang="ru-RU"/>
          </a:p>
        </p:txBody>
      </p:sp>
      <p:sp>
        <p:nvSpPr>
          <p:cNvPr id="6" name="Місце для нижнього колонтитула 5">
            <a:extLst>
              <a:ext uri="{FF2B5EF4-FFF2-40B4-BE49-F238E27FC236}">
                <a16:creationId xmlns:a16="http://schemas.microsoft.com/office/drawing/2014/main" id="{55EEB28E-CEF1-4179-9385-AD94DAD5AE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Місце для номера слайда 6">
            <a:extLst>
              <a:ext uri="{FF2B5EF4-FFF2-40B4-BE49-F238E27FC236}">
                <a16:creationId xmlns:a16="http://schemas.microsoft.com/office/drawing/2014/main" id="{263DFFFF-F4BB-4AF9-8227-02C6B0FECD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FD4E0E-FD9A-4C22-A5D8-F49FE929F0A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049334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Порівнянн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C6ED758-4F96-452F-9DB2-BC711AECBD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Місце для тексту 2">
            <a:extLst>
              <a:ext uri="{FF2B5EF4-FFF2-40B4-BE49-F238E27FC236}">
                <a16:creationId xmlns:a16="http://schemas.microsoft.com/office/drawing/2014/main" id="{079C9173-6EAB-4B09-9A18-A63117CCF04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4" name="Місце для вмісту 3">
            <a:extLst>
              <a:ext uri="{FF2B5EF4-FFF2-40B4-BE49-F238E27FC236}">
                <a16:creationId xmlns:a16="http://schemas.microsoft.com/office/drawing/2014/main" id="{80CA544A-2BCE-4547-A0A2-94695EFEB03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ru-RU"/>
          </a:p>
        </p:txBody>
      </p:sp>
      <p:sp>
        <p:nvSpPr>
          <p:cNvPr id="5" name="Місце для тексту 4">
            <a:extLst>
              <a:ext uri="{FF2B5EF4-FFF2-40B4-BE49-F238E27FC236}">
                <a16:creationId xmlns:a16="http://schemas.microsoft.com/office/drawing/2014/main" id="{3F0765E4-3C87-4D28-9478-18B8B2E6ECA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6" name="Місце для вмісту 5">
            <a:extLst>
              <a:ext uri="{FF2B5EF4-FFF2-40B4-BE49-F238E27FC236}">
                <a16:creationId xmlns:a16="http://schemas.microsoft.com/office/drawing/2014/main" id="{3EEF1C6F-2920-46FD-A047-0606F246112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ru-RU"/>
          </a:p>
        </p:txBody>
      </p:sp>
      <p:sp>
        <p:nvSpPr>
          <p:cNvPr id="7" name="Місце для дати 6">
            <a:extLst>
              <a:ext uri="{FF2B5EF4-FFF2-40B4-BE49-F238E27FC236}">
                <a16:creationId xmlns:a16="http://schemas.microsoft.com/office/drawing/2014/main" id="{EEA3B111-5B11-4CDA-856E-31DFCEF542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BE5129-7228-44F5-B48B-59CCFA864B40}" type="datetimeFigureOut">
              <a:rPr lang="ru-RU" smtClean="0"/>
              <a:t>30.03.2025</a:t>
            </a:fld>
            <a:endParaRPr lang="ru-RU"/>
          </a:p>
        </p:txBody>
      </p:sp>
      <p:sp>
        <p:nvSpPr>
          <p:cNvPr id="8" name="Місце для нижнього колонтитула 7">
            <a:extLst>
              <a:ext uri="{FF2B5EF4-FFF2-40B4-BE49-F238E27FC236}">
                <a16:creationId xmlns:a16="http://schemas.microsoft.com/office/drawing/2014/main" id="{C53FCAD3-E1E1-44DE-9DEB-707A656A6C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Місце для номера слайда 8">
            <a:extLst>
              <a:ext uri="{FF2B5EF4-FFF2-40B4-BE49-F238E27FC236}">
                <a16:creationId xmlns:a16="http://schemas.microsoft.com/office/drawing/2014/main" id="{D65EFEC9-A4BD-48F2-9C34-5C09034E3C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FD4E0E-FD9A-4C22-A5D8-F49FE929F0A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957547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Лише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2C5D5FA-98D0-44A6-978D-777DBB80A2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Місце для дати 2">
            <a:extLst>
              <a:ext uri="{FF2B5EF4-FFF2-40B4-BE49-F238E27FC236}">
                <a16:creationId xmlns:a16="http://schemas.microsoft.com/office/drawing/2014/main" id="{970F51E6-4364-435B-B95D-E368E2D780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BE5129-7228-44F5-B48B-59CCFA864B40}" type="datetimeFigureOut">
              <a:rPr lang="ru-RU" smtClean="0"/>
              <a:t>30.03.2025</a:t>
            </a:fld>
            <a:endParaRPr lang="ru-RU"/>
          </a:p>
        </p:txBody>
      </p:sp>
      <p:sp>
        <p:nvSpPr>
          <p:cNvPr id="4" name="Місце для нижнього колонтитула 3">
            <a:extLst>
              <a:ext uri="{FF2B5EF4-FFF2-40B4-BE49-F238E27FC236}">
                <a16:creationId xmlns:a16="http://schemas.microsoft.com/office/drawing/2014/main" id="{E4F525C7-ECC0-4055-B651-9E5ECC2FAA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Місце для номера слайда 4">
            <a:extLst>
              <a:ext uri="{FF2B5EF4-FFF2-40B4-BE49-F238E27FC236}">
                <a16:creationId xmlns:a16="http://schemas.microsoft.com/office/drawing/2014/main" id="{2983B136-C74A-473D-AFB2-544A55D9BF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FD4E0E-FD9A-4C22-A5D8-F49FE929F0A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215748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и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дати 1">
            <a:extLst>
              <a:ext uri="{FF2B5EF4-FFF2-40B4-BE49-F238E27FC236}">
                <a16:creationId xmlns:a16="http://schemas.microsoft.com/office/drawing/2014/main" id="{BE38D419-A8BB-40E3-A60F-473089DE51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BE5129-7228-44F5-B48B-59CCFA864B40}" type="datetimeFigureOut">
              <a:rPr lang="ru-RU" smtClean="0"/>
              <a:t>30.03.2025</a:t>
            </a:fld>
            <a:endParaRPr lang="ru-RU"/>
          </a:p>
        </p:txBody>
      </p:sp>
      <p:sp>
        <p:nvSpPr>
          <p:cNvPr id="3" name="Місце для нижнього колонтитула 2">
            <a:extLst>
              <a:ext uri="{FF2B5EF4-FFF2-40B4-BE49-F238E27FC236}">
                <a16:creationId xmlns:a16="http://schemas.microsoft.com/office/drawing/2014/main" id="{771081BB-8900-412A-8963-92361370E6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Місце для номера слайда 3">
            <a:extLst>
              <a:ext uri="{FF2B5EF4-FFF2-40B4-BE49-F238E27FC236}">
                <a16:creationId xmlns:a16="http://schemas.microsoft.com/office/drawing/2014/main" id="{AF934B4A-D9F1-41CB-811A-56361E1D77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FD4E0E-FD9A-4C22-A5D8-F49FE929F0A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31885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Вміст і підпис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F5672A6-83EE-4B79-91C3-92F41B5D10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58A00F03-F851-4273-8F07-B4B559AF5E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ru-RU"/>
          </a:p>
        </p:txBody>
      </p:sp>
      <p:sp>
        <p:nvSpPr>
          <p:cNvPr id="4" name="Місце для тексту 3">
            <a:extLst>
              <a:ext uri="{FF2B5EF4-FFF2-40B4-BE49-F238E27FC236}">
                <a16:creationId xmlns:a16="http://schemas.microsoft.com/office/drawing/2014/main" id="{70980EB5-DD74-4134-BB6A-799E28331EA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5" name="Місце для дати 4">
            <a:extLst>
              <a:ext uri="{FF2B5EF4-FFF2-40B4-BE49-F238E27FC236}">
                <a16:creationId xmlns:a16="http://schemas.microsoft.com/office/drawing/2014/main" id="{CDFDF01C-C267-48B7-B9E7-23B1A044B2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BE5129-7228-44F5-B48B-59CCFA864B40}" type="datetimeFigureOut">
              <a:rPr lang="ru-RU" smtClean="0"/>
              <a:t>30.03.2025</a:t>
            </a:fld>
            <a:endParaRPr lang="ru-RU"/>
          </a:p>
        </p:txBody>
      </p:sp>
      <p:sp>
        <p:nvSpPr>
          <p:cNvPr id="6" name="Місце для нижнього колонтитула 5">
            <a:extLst>
              <a:ext uri="{FF2B5EF4-FFF2-40B4-BE49-F238E27FC236}">
                <a16:creationId xmlns:a16="http://schemas.microsoft.com/office/drawing/2014/main" id="{414A2942-6CA9-4BEE-9D2F-43B8F82B41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Місце для номера слайда 6">
            <a:extLst>
              <a:ext uri="{FF2B5EF4-FFF2-40B4-BE49-F238E27FC236}">
                <a16:creationId xmlns:a16="http://schemas.microsoft.com/office/drawing/2014/main" id="{9117DE3E-578D-4915-BDF0-38B4451A6D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FD4E0E-FD9A-4C22-A5D8-F49FE929F0A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824872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і підпис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3F4D7C0-A4B9-4D6A-8FD1-4F8C92A1BB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Місце для зображення 2">
            <a:extLst>
              <a:ext uri="{FF2B5EF4-FFF2-40B4-BE49-F238E27FC236}">
                <a16:creationId xmlns:a16="http://schemas.microsoft.com/office/drawing/2014/main" id="{607CD8EC-6CFD-479C-8450-AB244772AA6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Місце для тексту 3">
            <a:extLst>
              <a:ext uri="{FF2B5EF4-FFF2-40B4-BE49-F238E27FC236}">
                <a16:creationId xmlns:a16="http://schemas.microsoft.com/office/drawing/2014/main" id="{99303127-E9DC-4A7F-A88C-2CA2849A0ED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5" name="Місце для дати 4">
            <a:extLst>
              <a:ext uri="{FF2B5EF4-FFF2-40B4-BE49-F238E27FC236}">
                <a16:creationId xmlns:a16="http://schemas.microsoft.com/office/drawing/2014/main" id="{105FBB51-A4E9-4E00-B001-6674FFD2B0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BE5129-7228-44F5-B48B-59CCFA864B40}" type="datetimeFigureOut">
              <a:rPr lang="ru-RU" smtClean="0"/>
              <a:t>30.03.2025</a:t>
            </a:fld>
            <a:endParaRPr lang="ru-RU"/>
          </a:p>
        </p:txBody>
      </p:sp>
      <p:sp>
        <p:nvSpPr>
          <p:cNvPr id="6" name="Місце для нижнього колонтитула 5">
            <a:extLst>
              <a:ext uri="{FF2B5EF4-FFF2-40B4-BE49-F238E27FC236}">
                <a16:creationId xmlns:a16="http://schemas.microsoft.com/office/drawing/2014/main" id="{E31B0D02-091B-46EC-8158-43A041334D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Місце для номера слайда 6">
            <a:extLst>
              <a:ext uri="{FF2B5EF4-FFF2-40B4-BE49-F238E27FC236}">
                <a16:creationId xmlns:a16="http://schemas.microsoft.com/office/drawing/2014/main" id="{6AAEE21F-74B2-4ABE-AD8D-686D9C91AF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FD4E0E-FD9A-4C22-A5D8-F49FE929F0A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488049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і вертикальни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79CF8D5-CE65-4C3D-94E0-4CA70AAE69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Місце для вертикального тексту 2">
            <a:extLst>
              <a:ext uri="{FF2B5EF4-FFF2-40B4-BE49-F238E27FC236}">
                <a16:creationId xmlns:a16="http://schemas.microsoft.com/office/drawing/2014/main" id="{85C2E4A7-58A8-4861-8441-EFC31690627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ru-RU"/>
          </a:p>
        </p:txBody>
      </p:sp>
      <p:sp>
        <p:nvSpPr>
          <p:cNvPr id="4" name="Місце для дати 3">
            <a:extLst>
              <a:ext uri="{FF2B5EF4-FFF2-40B4-BE49-F238E27FC236}">
                <a16:creationId xmlns:a16="http://schemas.microsoft.com/office/drawing/2014/main" id="{000F7789-F874-4840-A3D4-2FDEE07E0C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BE5129-7228-44F5-B48B-59CCFA864B40}" type="datetimeFigureOut">
              <a:rPr lang="ru-RU" smtClean="0"/>
              <a:t>30.03.2025</a:t>
            </a:fld>
            <a:endParaRPr lang="ru-RU"/>
          </a:p>
        </p:txBody>
      </p:sp>
      <p:sp>
        <p:nvSpPr>
          <p:cNvPr id="5" name="Місце для нижнього колонтитула 4">
            <a:extLst>
              <a:ext uri="{FF2B5EF4-FFF2-40B4-BE49-F238E27FC236}">
                <a16:creationId xmlns:a16="http://schemas.microsoft.com/office/drawing/2014/main" id="{A97578FE-29DF-429C-9C8D-57C51C36A0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Місце для номера слайда 5">
            <a:extLst>
              <a:ext uri="{FF2B5EF4-FFF2-40B4-BE49-F238E27FC236}">
                <a16:creationId xmlns:a16="http://schemas.microsoft.com/office/drawing/2014/main" id="{63199383-2841-465A-A599-7C0DCBE567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FD4E0E-FD9A-4C22-A5D8-F49FE929F0A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804367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ий заголовок і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ий заголовок 1">
            <a:extLst>
              <a:ext uri="{FF2B5EF4-FFF2-40B4-BE49-F238E27FC236}">
                <a16:creationId xmlns:a16="http://schemas.microsoft.com/office/drawing/2014/main" id="{40AE4CBA-14BA-4B13-B50F-CDCE536A81C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Місце для вертикального тексту 2">
            <a:extLst>
              <a:ext uri="{FF2B5EF4-FFF2-40B4-BE49-F238E27FC236}">
                <a16:creationId xmlns:a16="http://schemas.microsoft.com/office/drawing/2014/main" id="{AC107277-702A-4FF8-83E8-B0C8F462513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ru-RU"/>
          </a:p>
        </p:txBody>
      </p:sp>
      <p:sp>
        <p:nvSpPr>
          <p:cNvPr id="4" name="Місце для дати 3">
            <a:extLst>
              <a:ext uri="{FF2B5EF4-FFF2-40B4-BE49-F238E27FC236}">
                <a16:creationId xmlns:a16="http://schemas.microsoft.com/office/drawing/2014/main" id="{1BBAC36A-9646-4ECE-98BC-9838EE5AA4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BE5129-7228-44F5-B48B-59CCFA864B40}" type="datetimeFigureOut">
              <a:rPr lang="ru-RU" smtClean="0"/>
              <a:t>30.03.2025</a:t>
            </a:fld>
            <a:endParaRPr lang="ru-RU"/>
          </a:p>
        </p:txBody>
      </p:sp>
      <p:sp>
        <p:nvSpPr>
          <p:cNvPr id="5" name="Місце для нижнього колонтитула 4">
            <a:extLst>
              <a:ext uri="{FF2B5EF4-FFF2-40B4-BE49-F238E27FC236}">
                <a16:creationId xmlns:a16="http://schemas.microsoft.com/office/drawing/2014/main" id="{7E2F4401-C276-4464-A0E5-E359098828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Місце для номера слайда 5">
            <a:extLst>
              <a:ext uri="{FF2B5EF4-FFF2-40B4-BE49-F238E27FC236}">
                <a16:creationId xmlns:a16="http://schemas.microsoft.com/office/drawing/2014/main" id="{27C8C1BF-BE57-4EC4-BFC5-ECFDA44E68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FD4E0E-FD9A-4C22-A5D8-F49FE929F0A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953062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заголовка 1">
            <a:extLst>
              <a:ext uri="{FF2B5EF4-FFF2-40B4-BE49-F238E27FC236}">
                <a16:creationId xmlns:a16="http://schemas.microsoft.com/office/drawing/2014/main" id="{BEFB730A-C53A-4AF1-8C74-4EB00F35F1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Місце для тексту 2">
            <a:extLst>
              <a:ext uri="{FF2B5EF4-FFF2-40B4-BE49-F238E27FC236}">
                <a16:creationId xmlns:a16="http://schemas.microsoft.com/office/drawing/2014/main" id="{7FD1DEEC-FDBC-4B60-B1AA-9FE0EE3F92C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ru-RU"/>
          </a:p>
        </p:txBody>
      </p:sp>
      <p:sp>
        <p:nvSpPr>
          <p:cNvPr id="4" name="Місце для дати 3">
            <a:extLst>
              <a:ext uri="{FF2B5EF4-FFF2-40B4-BE49-F238E27FC236}">
                <a16:creationId xmlns:a16="http://schemas.microsoft.com/office/drawing/2014/main" id="{0677B0D0-0F9F-4C5F-9C20-510FECAE1B5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8BE5129-7228-44F5-B48B-59CCFA864B40}" type="datetimeFigureOut">
              <a:rPr lang="ru-RU" smtClean="0"/>
              <a:t>30.03.2025</a:t>
            </a:fld>
            <a:endParaRPr lang="ru-RU"/>
          </a:p>
        </p:txBody>
      </p:sp>
      <p:sp>
        <p:nvSpPr>
          <p:cNvPr id="5" name="Місце для нижнього колонтитула 4">
            <a:extLst>
              <a:ext uri="{FF2B5EF4-FFF2-40B4-BE49-F238E27FC236}">
                <a16:creationId xmlns:a16="http://schemas.microsoft.com/office/drawing/2014/main" id="{E03D99CF-4FC1-4B62-AAB7-7D7C5CEC428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Місце для номера слайда 5">
            <a:extLst>
              <a:ext uri="{FF2B5EF4-FFF2-40B4-BE49-F238E27FC236}">
                <a16:creationId xmlns:a16="http://schemas.microsoft.com/office/drawing/2014/main" id="{7CE98F45-1DE1-4DC0-8655-6D4C94BEC37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FFD4E0E-FD9A-4C22-A5D8-F49FE929F0A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245811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A picture containing outdoor, nature, sandy, highland&#10;&#10;Description automatically generated">
            <a:extLst>
              <a:ext uri="{FF2B5EF4-FFF2-40B4-BE49-F238E27FC236}">
                <a16:creationId xmlns:a16="http://schemas.microsoft.com/office/drawing/2014/main" id="{30ED1DAF-D74A-459E-B151-31EAACC4FFC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-50000"/>
                    </a14:imgEffect>
                    <a14:imgEffect>
                      <a14:brightnessContrast bright="-20000" contrast="-18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-62706"/>
            <a:ext cx="12192000" cy="6920706"/>
          </a:xfrm>
          <a:prstGeom prst="rect">
            <a:avLst/>
          </a:prstGeom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F9B7DD1-A796-44DD-9E21-F39B99EA45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100" y="1256109"/>
            <a:ext cx="11353800" cy="4283075"/>
          </a:xfrm>
        </p:spPr>
        <p:txBody>
          <a:bodyPr>
            <a:normAutofit/>
          </a:bodyPr>
          <a:lstStyle/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Просыпаясь, жажду встреч с Тобой,</a:t>
            </a:r>
            <a:br>
              <a:rPr lang="ru-RU" sz="48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</a:br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Устремляю взор свой в небеса.</a:t>
            </a:r>
            <a:br>
              <a:rPr lang="ru-RU" sz="48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</a:br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За Тебя лишь я держусь рукой</a:t>
            </a:r>
            <a:br>
              <a:rPr lang="ru-RU" sz="48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</a:br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В моих </a:t>
            </a:r>
            <a:r>
              <a:rPr lang="ru-RU" sz="4800" b="1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мыслях первый </a:t>
            </a:r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Ты всегда.</a:t>
            </a:r>
            <a:endParaRPr lang="ru-RU" sz="4800" dirty="0"/>
          </a:p>
        </p:txBody>
      </p:sp>
    </p:spTree>
    <p:extLst>
      <p:ext uri="{BB962C8B-B14F-4D97-AF65-F5344CB8AC3E}">
        <p14:creationId xmlns:p14="http://schemas.microsoft.com/office/powerpoint/2010/main" val="81291058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A picture containing outdoor, nature, sandy, highland&#10;&#10;Description automatically generated">
            <a:extLst>
              <a:ext uri="{FF2B5EF4-FFF2-40B4-BE49-F238E27FC236}">
                <a16:creationId xmlns:a16="http://schemas.microsoft.com/office/drawing/2014/main" id="{30ED1DAF-D74A-459E-B151-31EAACC4FFC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-50000"/>
                    </a14:imgEffect>
                    <a14:imgEffect>
                      <a14:brightnessContrast bright="-20000" contrast="-18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0"/>
            <a:ext cx="12192000" cy="6920706"/>
          </a:xfrm>
          <a:prstGeom prst="rect">
            <a:avLst/>
          </a:prstGeom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F9B7DD1-A796-44DD-9E21-F39B99EA45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150" y="1318815"/>
            <a:ext cx="11569700" cy="4283075"/>
          </a:xfrm>
        </p:spPr>
        <p:txBody>
          <a:bodyPr>
            <a:normAutofit/>
          </a:bodyPr>
          <a:lstStyle/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Возносят голоса все творения,</a:t>
            </a:r>
            <a:br>
              <a:rPr lang="ru-RU" sz="48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</a:br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Бесконечно вторя: "Аллилуйя!"</a:t>
            </a:r>
            <a:br>
              <a:rPr lang="ru-RU" sz="48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</a:br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Небеса поют, славу воздают,</a:t>
            </a:r>
            <a:br>
              <a:rPr lang="ru-RU" sz="48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</a:br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Бесконечно вторя: "Аллилуйя"! </a:t>
            </a:r>
            <a:endParaRPr lang="ru-RU" sz="4800" dirty="0"/>
          </a:p>
        </p:txBody>
      </p:sp>
    </p:spTree>
    <p:extLst>
      <p:ext uri="{BB962C8B-B14F-4D97-AF65-F5344CB8AC3E}">
        <p14:creationId xmlns:p14="http://schemas.microsoft.com/office/powerpoint/2010/main" val="79585689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A picture containing outdoor, nature, sandy, highland&#10;&#10;Description automatically generated">
            <a:extLst>
              <a:ext uri="{FF2B5EF4-FFF2-40B4-BE49-F238E27FC236}">
                <a16:creationId xmlns:a16="http://schemas.microsoft.com/office/drawing/2014/main" id="{30ED1DAF-D74A-459E-B151-31EAACC4FFC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-50000"/>
                    </a14:imgEffect>
                    <a14:imgEffect>
                      <a14:brightnessContrast bright="-20000" contrast="-18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0"/>
            <a:ext cx="12192000" cy="6920706"/>
          </a:xfrm>
          <a:prstGeom prst="rect">
            <a:avLst/>
          </a:prstGeom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F9B7DD1-A796-44DD-9E21-F39B99EA45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150" y="1318815"/>
            <a:ext cx="11569700" cy="4283075"/>
          </a:xfrm>
        </p:spPr>
        <p:txBody>
          <a:bodyPr>
            <a:normAutofit/>
          </a:bodyPr>
          <a:lstStyle/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И когда Тебя заметить трудно</a:t>
            </a:r>
            <a:br>
              <a:rPr lang="ru-RU" sz="48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</a:br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В обыденности наших дней,</a:t>
            </a:r>
            <a:br>
              <a:rPr lang="ru-RU" sz="48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</a:br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Чудеса, которые вокруг нас</a:t>
            </a:r>
            <a:br>
              <a:rPr lang="ru-RU" sz="48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</a:br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Подчеркнут Твое величие!</a:t>
            </a:r>
          </a:p>
        </p:txBody>
      </p:sp>
    </p:spTree>
    <p:extLst>
      <p:ext uri="{BB962C8B-B14F-4D97-AF65-F5344CB8AC3E}">
        <p14:creationId xmlns:p14="http://schemas.microsoft.com/office/powerpoint/2010/main" val="39596887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A picture containing outdoor, nature, sandy, highland&#10;&#10;Description automatically generated">
            <a:extLst>
              <a:ext uri="{FF2B5EF4-FFF2-40B4-BE49-F238E27FC236}">
                <a16:creationId xmlns:a16="http://schemas.microsoft.com/office/drawing/2014/main" id="{30ED1DAF-D74A-459E-B151-31EAACC4FFC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-50000"/>
                    </a14:imgEffect>
                    <a14:imgEffect>
                      <a14:brightnessContrast bright="-20000" contrast="-18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-62706"/>
            <a:ext cx="12192000" cy="6920706"/>
          </a:xfrm>
          <a:prstGeom prst="rect">
            <a:avLst/>
          </a:prstGeom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F9B7DD1-A796-44DD-9E21-F39B99EA45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920281"/>
            <a:ext cx="12192000" cy="2954731"/>
          </a:xfrm>
        </p:spPr>
        <p:txBody>
          <a:bodyPr>
            <a:normAutofit/>
          </a:bodyPr>
          <a:lstStyle/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Одним Тобою, Иисус, живем</a:t>
            </a:r>
            <a:br>
              <a:rPr lang="ru-RU" sz="48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</a:br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Огнем пылая, всегда, везде, кругом,</a:t>
            </a:r>
            <a:br>
              <a:rPr lang="ru-RU" sz="48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</a:br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Открыто небо и мы идём</a:t>
            </a:r>
            <a:br>
              <a:rPr lang="ru-RU" sz="48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</a:br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В присутствие Твоё, </a:t>
            </a:r>
          </a:p>
        </p:txBody>
      </p:sp>
    </p:spTree>
    <p:extLst>
      <p:ext uri="{BB962C8B-B14F-4D97-AF65-F5344CB8AC3E}">
        <p14:creationId xmlns:p14="http://schemas.microsoft.com/office/powerpoint/2010/main" val="86738068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A picture containing outdoor, nature, sandy, highland&#10;&#10;Description automatically generated">
            <a:extLst>
              <a:ext uri="{FF2B5EF4-FFF2-40B4-BE49-F238E27FC236}">
                <a16:creationId xmlns:a16="http://schemas.microsoft.com/office/drawing/2014/main" id="{30ED1DAF-D74A-459E-B151-31EAACC4FFC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-50000"/>
                    </a14:imgEffect>
                    <a14:imgEffect>
                      <a14:brightnessContrast bright="-20000" contrast="-18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0"/>
            <a:ext cx="12192000" cy="6920706"/>
          </a:xfrm>
          <a:prstGeom prst="rect">
            <a:avLst/>
          </a:prstGeom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F9B7DD1-A796-44DD-9E21-F39B99EA45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150" y="1318815"/>
            <a:ext cx="11569700" cy="4283075"/>
          </a:xfrm>
        </p:spPr>
        <p:txBody>
          <a:bodyPr>
            <a:normAutofit/>
          </a:bodyPr>
          <a:lstStyle/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И под вечер, когда я устану,</a:t>
            </a:r>
            <a:br>
              <a:rPr lang="ru-RU" sz="48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</a:br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Когда буду закрывать глаза,</a:t>
            </a:r>
            <a:br>
              <a:rPr lang="ru-RU" sz="48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</a:br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Я держать Тебя не перестану,</a:t>
            </a:r>
            <a:br>
              <a:rPr lang="ru-RU" sz="48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</a:br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В моих </a:t>
            </a:r>
            <a:r>
              <a:rPr lang="ru-RU" sz="4800" b="1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мыслях первый – </a:t>
            </a:r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Ты всегда.</a:t>
            </a:r>
          </a:p>
        </p:txBody>
      </p:sp>
    </p:spTree>
    <p:extLst>
      <p:ext uri="{BB962C8B-B14F-4D97-AF65-F5344CB8AC3E}">
        <p14:creationId xmlns:p14="http://schemas.microsoft.com/office/powerpoint/2010/main" val="2356534869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Офіс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Офіс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Офіс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134</Words>
  <Application>Microsoft Office PowerPoint</Application>
  <PresentationFormat>Широкоэкранный</PresentationFormat>
  <Paragraphs>5</Paragraphs>
  <Slides>5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5</vt:i4>
      </vt:variant>
    </vt:vector>
  </HeadingPairs>
  <TitlesOfParts>
    <vt:vector size="10" baseType="lpstr">
      <vt:lpstr>Arial</vt:lpstr>
      <vt:lpstr>Calibri</vt:lpstr>
      <vt:lpstr>Calibri Light</vt:lpstr>
      <vt:lpstr>Helvetica</vt:lpstr>
      <vt:lpstr>Тема Office</vt:lpstr>
      <vt:lpstr>Просыпаясь, жажду встреч с Тобой, Устремляю взор свой в небеса. За Тебя лишь я держусь рукой В моих мыслях первый Ты всегда.</vt:lpstr>
      <vt:lpstr>Возносят голоса все творения, Бесконечно вторя: "Аллилуйя!" Небеса поют, славу воздают, Бесконечно вторя: "Аллилуйя"! </vt:lpstr>
      <vt:lpstr>И когда Тебя заметить трудно В обыденности наших дней, Чудеса, которые вокруг нас Подчеркнут Твое величие!</vt:lpstr>
      <vt:lpstr>Одним Тобою, Иисус, живем Огнем пылая, всегда, везде, кругом, Открыто небо и мы идём В присутствие Твоё, </vt:lpstr>
      <vt:lpstr>И под вечер, когда я устану, Когда буду закрывать глаза, Я держать Тебя не перестану, В моих мыслях первый – Ты всегда.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Просыпаясь, жажду встреч с Тобою, Устремляю взор свой в небеса. За Тебя лишь я держусь рукой В моих мыслях первый - Ты, всегда.</dc:title>
  <dc:creator>Олександр Зик</dc:creator>
  <cp:lastModifiedBy>Олександр Зик</cp:lastModifiedBy>
  <cp:revision>3</cp:revision>
  <dcterms:created xsi:type="dcterms:W3CDTF">2023-11-25T19:48:11Z</dcterms:created>
  <dcterms:modified xsi:type="dcterms:W3CDTF">2025-03-30T07:28:27Z</dcterms:modified>
</cp:coreProperties>
</file>