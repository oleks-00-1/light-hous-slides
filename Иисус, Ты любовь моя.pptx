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92" r:id="rId3"/>
    <p:sldId id="293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10E3E-3DE1-4501-AC94-B9957C046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0F657D1-0A72-42B0-A675-52B56B105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EFB024D-BACA-42C1-8EF2-D5803FB30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9ADD630-4E49-44BC-87C0-8FEA09DF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EE45C00-DDAB-4FE3-8967-6BB8E0D00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030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AF9EF8-3B30-41DE-BDD4-472A940A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7D0EDDC-B968-4844-B1D8-7E5822D7E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D6F5D13-F6CB-4A1E-BCD5-E1C0998B2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0039AAB-3AF7-4D51-98EE-4F69B55D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EE14F20-0FE0-4B2A-A2A0-E31614B6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581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505A25-F84B-4322-AADF-6A067B1BB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9972BD6-06BB-4063-9AAD-5F68DA142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A817018-1154-4939-A677-0CCE1E4F3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848E361-DBB6-4DD8-9224-6B2C78171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D06AAC4-AA67-4BE1-9237-E6060C18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08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1C29D-4A80-4480-8DF6-C00B7688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BD19DB2-433B-4191-B02A-1706CB6C1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E331D50-FA5B-45ED-823E-4A706712F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9FF53E9-66A3-4D05-82AD-F2CCDB06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3972B56-D90A-4E58-B548-FB33B65E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8DEAF57-287D-4F6A-907C-137E0710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72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6F54F-CBF4-4041-84B3-DB175B265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2F4BD79-7526-472E-B02D-CA3A7675D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0563CAD-5DD7-41A3-9B55-375DFD803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C9FA36F-01C8-48EB-B547-4BFD047EA3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01541EDB-61DC-4557-B322-A2F51D25C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39B9FF8-9EC6-4D17-B33C-FB3B9F8E2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33FAF7E-AC2E-4D4D-9168-5E5C3F17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EAABC4D7-6246-4646-8923-FD5400F7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75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C1391F-4C5E-48AE-BBFC-7BF96C241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2DDE39D-EFD0-4701-B9CC-CB1B20075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25A4473F-5E3E-4AD2-B659-B384EF44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71E55E8-7774-4868-9176-8648A468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112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A3E79C4-CDCF-4EF9-8F2F-8C6D6F552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CF73E13-DAB1-489E-96F9-576FC19B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9DF9860-0F9F-4B36-80F0-C7C3B8B15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4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4066B5-07D2-48D2-A224-8A0265A0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F60402F-E17F-4F86-8EF0-8DBC92A32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B2CE2A9-8323-4FB5-8498-78908814D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2157039-EADB-4278-821A-796B8BD1C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01E2108-1FA1-44B5-A40F-2B6A3056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1CE2812-8D58-4A43-96C8-C7D29A2A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26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6941B-6697-4FF6-B7B2-50316849A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CDA591B-8341-41B9-8D12-2114AD7906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3D55722-B8FC-4586-97ED-56EE05A14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248E727-64BC-4C61-ACB7-B4DDA0C8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7C50F07-3DFF-4A4D-BCFE-F2798BF4A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8E596EF-B43D-4921-AF73-8FDB4017B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4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1D2BC-1EA6-433C-94BF-8D319589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AA28073-7D9A-417E-A81B-9106A7A3A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34173C4-7E56-4510-BC20-64353D8B1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D28A125-9B6C-4821-B2F5-A2A5640A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436DFE8-8251-4102-9D94-E026D8DE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095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7676E32-51DA-43EA-B0EA-EF07BFA59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5DF4E98-24B9-4395-9277-D8A03CC7A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8698030-BEBD-4BDA-B58C-353E4CC1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4162D95-3F8D-4515-9DF1-B56EFCDB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A189517-7962-4E76-9E5D-F743FB282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33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07367AE5-479B-421C-AC9E-9F5E6D13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D547AB9-21E3-4B35-9DE7-7904DC9BA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330978-A1F2-4AE4-B537-55A0682DA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91727-20FF-4D35-AA14-C1C4970E8EB7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AB41945-C4E9-4B86-A9C2-C0CDA4019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0DC4C69-9E22-48E2-88E7-553CF3FB3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DB07E-C83C-4268-8814-7613ACE1CC0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339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954336" y="1739529"/>
            <a:ext cx="102833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Иисус! Ты любовь моя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Иисус! Не оставлю я Тебя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Из темнот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ы Ты забрал меня,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Дал опору и теперь знаю я</a:t>
            </a:r>
          </a:p>
        </p:txBody>
      </p:sp>
    </p:spTree>
    <p:extLst>
      <p:ext uri="{BB962C8B-B14F-4D97-AF65-F5344CB8AC3E}">
        <p14:creationId xmlns:p14="http://schemas.microsoft.com/office/powerpoint/2010/main" val="370258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360534" y="1536174"/>
            <a:ext cx="114709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Тебе я нуждаюсь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люблю Тебя! Навеки будь со мной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Спаситель, мой лучший Друг!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Прославлять Тебя я буду вновь и вновь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7896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304674" y="1536174"/>
            <a:ext cx="115826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Прославлять Тебя я буду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вновь и вновь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Прославлять Тебя я буду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вновь </a:t>
            </a:r>
            <a:r>
              <a:rPr lang="ru-RU" sz="5400" b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вновь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307768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</Words>
  <Application>Microsoft Office PowerPoint</Application>
  <PresentationFormat>Широкий екран</PresentationFormat>
  <Paragraphs>12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2024-08-03T16:26:31Z</dcterms:created>
  <dcterms:modified xsi:type="dcterms:W3CDTF">2024-08-03T16:30:55Z</dcterms:modified>
</cp:coreProperties>
</file>