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09" r:id="rId2"/>
    <p:sldId id="310" r:id="rId3"/>
    <p:sldId id="311" r:id="rId4"/>
    <p:sldId id="312" r:id="rId5"/>
    <p:sldId id="313" r:id="rId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7" autoAdjust="0"/>
    <p:restoredTop sz="94660"/>
  </p:normalViewPr>
  <p:slideViewPr>
    <p:cSldViewPr snapToGrid="0">
      <p:cViewPr varScale="1">
        <p:scale>
          <a:sx n="66" d="100"/>
          <a:sy n="66" d="100"/>
        </p:scale>
        <p:origin x="144" y="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0EE4C2-FFF7-4A59-B066-C64246136C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Підзаголовок 2">
            <a:extLst>
              <a:ext uri="{FF2B5EF4-FFF2-40B4-BE49-F238E27FC236}">
                <a16:creationId xmlns:a16="http://schemas.microsoft.com/office/drawing/2014/main" id="{D84431B6-A887-44C5-91EC-C548666C33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uk-UA"/>
              <a:t>Клацніть, щоб редагувати стиль зразка підзаголовка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2F4AE01B-2F99-49D7-B7B3-861F147E90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486BF-ED0D-4534-83F7-519FADAB30FF}" type="datetimeFigureOut">
              <a:rPr lang="ru-RU" smtClean="0"/>
              <a:t>11.07.2026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824DB414-B58D-4226-8FFE-67D2FF090E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F75CD64F-5245-4393-B098-6D15B29D0B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07D63-7E1D-402F-8565-4EA890A2DB21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995140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Назва та вмі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799652D-2818-4244-93C7-6F1C5ACAAC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812CB28C-6654-4F21-A2CA-A0256BBFA9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67119886-4F9C-4E88-B95C-6506278557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486BF-ED0D-4534-83F7-519FADAB30FF}" type="datetimeFigureOut">
              <a:rPr lang="ru-RU" smtClean="0"/>
              <a:t>11.07.2026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82EAA968-63A4-4C72-818D-F3177CE049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B2C9F2CE-E6DB-4E27-A845-DF3295C306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07D63-7E1D-402F-8565-4EA890A2DB21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71887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Назва розділ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882E6E7-5949-45A7-8833-A8D47DBAC3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DFE54987-2EC2-4358-BF2C-0085819DDE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3C040D61-D230-4174-8A19-A88183A3D4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486BF-ED0D-4534-83F7-519FADAB30FF}" type="datetimeFigureOut">
              <a:rPr lang="ru-RU" smtClean="0"/>
              <a:t>11.07.2026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41CF7910-0CFA-420C-8B24-0B6B8A5E18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1784E120-62DE-4365-B7B8-4306085C8C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07D63-7E1D-402F-8565-4EA890A2DB21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418573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’єкт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AC05D37-516A-44E5-B6AF-EE30479B5A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057357E0-66BD-4721-9024-EA6D41325FA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EE20358B-6697-4FC5-9AE9-EA81D68208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B82FA390-9465-4E3B-B56E-AA4EB2FAA3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486BF-ED0D-4534-83F7-519FADAB30FF}" type="datetimeFigureOut">
              <a:rPr lang="ru-RU" smtClean="0"/>
              <a:t>11.07.2026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ACA27CCB-A210-4842-B755-7C8FB5CBE3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11361052-8808-4727-8D62-C4138BA98A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07D63-7E1D-402F-8565-4EA890A2DB21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565994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Порівнян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FE3762A-DB60-423C-BC41-7D724D91F5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6AD23A43-5B81-421A-8F73-86AFBEE7F4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35BCA2D3-C425-4168-BEDE-0044B90744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5" name="Місце для тексту 4">
            <a:extLst>
              <a:ext uri="{FF2B5EF4-FFF2-40B4-BE49-F238E27FC236}">
                <a16:creationId xmlns:a16="http://schemas.microsoft.com/office/drawing/2014/main" id="{F5580A8A-E365-442A-A980-81A80994975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6" name="Місце для вмісту 5">
            <a:extLst>
              <a:ext uri="{FF2B5EF4-FFF2-40B4-BE49-F238E27FC236}">
                <a16:creationId xmlns:a16="http://schemas.microsoft.com/office/drawing/2014/main" id="{F510D276-1C93-4413-BA49-429E67AF1E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7" name="Місце для дати 6">
            <a:extLst>
              <a:ext uri="{FF2B5EF4-FFF2-40B4-BE49-F238E27FC236}">
                <a16:creationId xmlns:a16="http://schemas.microsoft.com/office/drawing/2014/main" id="{2FE8768A-F5B9-43AA-977C-C77AB1D8BD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486BF-ED0D-4534-83F7-519FADAB30FF}" type="datetimeFigureOut">
              <a:rPr lang="ru-RU" smtClean="0"/>
              <a:t>11.07.2026</a:t>
            </a:fld>
            <a:endParaRPr lang="ru-RU"/>
          </a:p>
        </p:txBody>
      </p:sp>
      <p:sp>
        <p:nvSpPr>
          <p:cNvPr id="8" name="Місце для нижнього колонтитула 7">
            <a:extLst>
              <a:ext uri="{FF2B5EF4-FFF2-40B4-BE49-F238E27FC236}">
                <a16:creationId xmlns:a16="http://schemas.microsoft.com/office/drawing/2014/main" id="{35D59036-2BEF-4526-B69B-DD0374BAE8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Місце для номера слайда 8">
            <a:extLst>
              <a:ext uri="{FF2B5EF4-FFF2-40B4-BE49-F238E27FC236}">
                <a16:creationId xmlns:a16="http://schemas.microsoft.com/office/drawing/2014/main" id="{D848BEE2-89E5-4A37-9669-6D12C33C58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07D63-7E1D-402F-8565-4EA890A2DB21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122517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Лише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6BD72B7-23F5-402F-BE60-33D5EC66E8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дати 2">
            <a:extLst>
              <a:ext uri="{FF2B5EF4-FFF2-40B4-BE49-F238E27FC236}">
                <a16:creationId xmlns:a16="http://schemas.microsoft.com/office/drawing/2014/main" id="{00E2188E-01B0-4AC6-86F5-C6BEC7A7C4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486BF-ED0D-4534-83F7-519FADAB30FF}" type="datetimeFigureOut">
              <a:rPr lang="ru-RU" smtClean="0"/>
              <a:t>11.07.2026</a:t>
            </a:fld>
            <a:endParaRPr lang="ru-RU"/>
          </a:p>
        </p:txBody>
      </p:sp>
      <p:sp>
        <p:nvSpPr>
          <p:cNvPr id="4" name="Місце для нижнього колонтитула 3">
            <a:extLst>
              <a:ext uri="{FF2B5EF4-FFF2-40B4-BE49-F238E27FC236}">
                <a16:creationId xmlns:a16="http://schemas.microsoft.com/office/drawing/2014/main" id="{6DDEB03F-5CAD-4BC7-B833-E1C46882E7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Місце для номера слайда 4">
            <a:extLst>
              <a:ext uri="{FF2B5EF4-FFF2-40B4-BE49-F238E27FC236}">
                <a16:creationId xmlns:a16="http://schemas.microsoft.com/office/drawing/2014/main" id="{97FC70A0-9EAA-47EA-930F-8043C4179E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07D63-7E1D-402F-8565-4EA890A2DB21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448599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дати 1">
            <a:extLst>
              <a:ext uri="{FF2B5EF4-FFF2-40B4-BE49-F238E27FC236}">
                <a16:creationId xmlns:a16="http://schemas.microsoft.com/office/drawing/2014/main" id="{9F328B2C-87D1-400D-9E0D-A83540BA19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486BF-ED0D-4534-83F7-519FADAB30FF}" type="datetimeFigureOut">
              <a:rPr lang="ru-RU" smtClean="0"/>
              <a:t>11.07.2026</a:t>
            </a:fld>
            <a:endParaRPr lang="ru-RU"/>
          </a:p>
        </p:txBody>
      </p:sp>
      <p:sp>
        <p:nvSpPr>
          <p:cNvPr id="3" name="Місце для нижнього колонтитула 2">
            <a:extLst>
              <a:ext uri="{FF2B5EF4-FFF2-40B4-BE49-F238E27FC236}">
                <a16:creationId xmlns:a16="http://schemas.microsoft.com/office/drawing/2014/main" id="{0D5083A7-E50A-4F05-AAB9-A8E1840B72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Місце для номера слайда 3">
            <a:extLst>
              <a:ext uri="{FF2B5EF4-FFF2-40B4-BE49-F238E27FC236}">
                <a16:creationId xmlns:a16="http://schemas.microsoft.com/office/drawing/2014/main" id="{39F0D86F-01FB-462F-BAFE-033A6D3F52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07D63-7E1D-402F-8565-4EA890A2DB21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572912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Вміст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D5AC1E9-4D83-48D3-8DE2-7129A4E98B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1A485BF2-DBB8-4CC7-9E59-667C6AFC0F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9AEB90F0-032F-4352-B6D9-FC9893442D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866D424F-159D-4453-B67A-69FA8F814B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486BF-ED0D-4534-83F7-519FADAB30FF}" type="datetimeFigureOut">
              <a:rPr lang="ru-RU" smtClean="0"/>
              <a:t>11.07.2026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81670A29-11A8-450A-BBC4-DF37D47856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462A46E2-A177-4219-B3C2-E32626448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07D63-7E1D-402F-8565-4EA890A2DB21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523155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3F20F94-58DB-447D-9EE7-78A7F01D6C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зображення 2">
            <a:extLst>
              <a:ext uri="{FF2B5EF4-FFF2-40B4-BE49-F238E27FC236}">
                <a16:creationId xmlns:a16="http://schemas.microsoft.com/office/drawing/2014/main" id="{03480E3B-656D-4D55-B4D1-FB60CD4EA73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87EB88B2-BC3E-41F9-B56B-C706CABAD1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E8AE23BA-EAFD-40B6-A10E-AA22FE633F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486BF-ED0D-4534-83F7-519FADAB30FF}" type="datetimeFigureOut">
              <a:rPr lang="ru-RU" smtClean="0"/>
              <a:t>11.07.2026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1F8AA36F-8E94-4C6C-85EA-ADD24D9BDA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98B802B1-EF48-4EA1-AACA-BA6238ACB4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07D63-7E1D-402F-8565-4EA890A2DB21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4692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і вертикальни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E110526-8B68-4BFF-805B-7B4AFD9C8E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A7BAC918-3F35-4FE3-B7BD-67557EEAC8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44338CF0-8601-409E-9D22-B490E2A6FB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486BF-ED0D-4534-83F7-519FADAB30FF}" type="datetimeFigureOut">
              <a:rPr lang="ru-RU" smtClean="0"/>
              <a:t>11.07.2026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0E787F97-AF38-499F-9B31-3F3C91F187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DC5484E7-649A-410F-99BB-F019619B60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07D63-7E1D-402F-8565-4EA890A2DB21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801061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ий заголовок і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ий заголовок 1">
            <a:extLst>
              <a:ext uri="{FF2B5EF4-FFF2-40B4-BE49-F238E27FC236}">
                <a16:creationId xmlns:a16="http://schemas.microsoft.com/office/drawing/2014/main" id="{AF10CC36-FB83-4605-A4CF-7B92755196A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0FB968D5-581E-4195-B333-49645E166C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C54989D9-CF28-4C0C-88F0-78559D1160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486BF-ED0D-4534-83F7-519FADAB30FF}" type="datetimeFigureOut">
              <a:rPr lang="ru-RU" smtClean="0"/>
              <a:t>11.07.2026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CF3CDFC7-4462-45FE-B2E1-D4503FB73C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195E859F-94DB-45C6-B01B-6B199C65F7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07D63-7E1D-402F-8565-4EA890A2DB21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498594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аголовка 1">
            <a:extLst>
              <a:ext uri="{FF2B5EF4-FFF2-40B4-BE49-F238E27FC236}">
                <a16:creationId xmlns:a16="http://schemas.microsoft.com/office/drawing/2014/main" id="{FD5513CB-BC43-4C18-A6BC-F9EB9F07E4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4982313E-1920-4167-8384-65A18FD309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B52ED557-157B-4ECA-B1F9-F0FD088987C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6486BF-ED0D-4534-83F7-519FADAB30FF}" type="datetimeFigureOut">
              <a:rPr lang="ru-RU" smtClean="0"/>
              <a:t>11.07.2026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51CE8AAA-6ED5-45EE-A130-D1C979BD5F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1F4FC389-DCB5-4360-81A0-21C30B4113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A07D63-7E1D-402F-8565-4EA890A2DB21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206130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A picture containing sunrise, outdoor, fog, sky&#10;&#10;Description automatically generated">
            <a:extLst>
              <a:ext uri="{FF2B5EF4-FFF2-40B4-BE49-F238E27FC236}">
                <a16:creationId xmlns:a16="http://schemas.microsoft.com/office/drawing/2014/main" id="{9BDAA917-96B8-4FD8-BDA5-751287E4BF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30000"/>
                    </a14:imgEffect>
                    <a14:imgEffect>
                      <a14:brightnessContrast bright="-30000" contrast="-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6" y="0"/>
            <a:ext cx="12192006" cy="693225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466010" y="1905506"/>
            <a:ext cx="11259974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 </a:t>
            </a:r>
            <a:r>
              <a:rPr lang="en-US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Te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б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e 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м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o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я душ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a 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у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c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п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o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к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o</a:t>
            </a:r>
            <a:r>
              <a:rPr lang="ru-RU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ит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c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я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 </a:t>
            </a:r>
            <a:r>
              <a:rPr lang="en-US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Te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б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e 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м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o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ё 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c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п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ace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ни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e  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Б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o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г</a:t>
            </a:r>
          </a:p>
          <a:p>
            <a:pPr algn="ctr"/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T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ы Б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o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г, м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o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я </a:t>
            </a:r>
            <a:r>
              <a:rPr lang="ru-RU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тв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ep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дыня, н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a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д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e</a:t>
            </a:r>
            <a:r>
              <a:rPr lang="ru-RU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жд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a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Н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e 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п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o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к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o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л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e</a:t>
            </a:r>
            <a:r>
              <a:rPr lang="ru-RU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блю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c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ь я в </a:t>
            </a:r>
            <a:r>
              <a:rPr lang="en-US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Te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б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e</a:t>
            </a:r>
            <a:endParaRPr lang="ru-RU" sz="4800" b="1" dirty="0">
              <a:solidFill>
                <a:schemeClr val="bg1">
                  <a:lumMod val="95000"/>
                </a:schemeClr>
              </a:solidFill>
              <a:effectLst/>
              <a:latin typeface="Helvetica" pitchFamily="2" charset="0"/>
              <a:ea typeface="Lantinghei SC Demibold" panose="02000000000000000000" pitchFamily="2" charset="-122"/>
              <a:cs typeface="Farisi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7544985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A picture containing sunrise, outdoor, fog, sky&#10;&#10;Description automatically generated">
            <a:extLst>
              <a:ext uri="{FF2B5EF4-FFF2-40B4-BE49-F238E27FC236}">
                <a16:creationId xmlns:a16="http://schemas.microsoft.com/office/drawing/2014/main" id="{9BDAA917-96B8-4FD8-BDA5-751287E4BF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30000"/>
                    </a14:imgEffect>
                    <a14:imgEffect>
                      <a14:brightnessContrast bright="-30000" contrast="-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6" y="0"/>
            <a:ext cx="12192006" cy="693225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466010" y="2274838"/>
            <a:ext cx="1125997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К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pe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п</a:t>
            </a:r>
            <a:r>
              <a:rPr lang="en-US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oc</a:t>
            </a:r>
            <a:r>
              <a:rPr lang="ru-RU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ть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 м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o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я, 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c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ил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a 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и 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c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л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a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a 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и</a:t>
            </a:r>
            <a:r>
              <a:rPr lang="en-US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cxo</a:t>
            </a:r>
            <a:r>
              <a:rPr lang="ru-RU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дят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 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c</a:t>
            </a:r>
            <a:r>
              <a:rPr lang="ru-RU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выш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e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Лишь н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a </a:t>
            </a:r>
            <a:r>
              <a:rPr lang="en-US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Te</a:t>
            </a:r>
            <a:r>
              <a:rPr lang="ru-RU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бя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 в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e</a:t>
            </a:r>
            <a:r>
              <a:rPr lang="ru-RU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чн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o c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м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o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p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ю</a:t>
            </a:r>
          </a:p>
        </p:txBody>
      </p:sp>
    </p:spTree>
    <p:extLst>
      <p:ext uri="{BB962C8B-B14F-4D97-AF65-F5344CB8AC3E}">
        <p14:creationId xmlns:p14="http://schemas.microsoft.com/office/powerpoint/2010/main" val="16222892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A picture containing sunrise, outdoor, fog, sky&#10;&#10;Description automatically generated">
            <a:extLst>
              <a:ext uri="{FF2B5EF4-FFF2-40B4-BE49-F238E27FC236}">
                <a16:creationId xmlns:a16="http://schemas.microsoft.com/office/drawing/2014/main" id="{9BDAA917-96B8-4FD8-BDA5-751287E4BF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30000"/>
                    </a14:imgEffect>
                    <a14:imgEffect>
                      <a14:brightnessContrast bright="-30000" contrast="-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6" y="0"/>
            <a:ext cx="12192006" cy="693225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466010" y="2274838"/>
            <a:ext cx="1125997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Mo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й Г</a:t>
            </a:r>
            <a:r>
              <a:rPr lang="en-US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oc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п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o</a:t>
            </a:r>
            <a:r>
              <a:rPr lang="ru-RU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дь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, </a:t>
            </a:r>
            <a:r>
              <a:rPr lang="ru-RU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Сп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ac</a:t>
            </a:r>
            <a:r>
              <a:rPr lang="ru-RU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ит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e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ль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С 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T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</a:t>
            </a:r>
            <a:r>
              <a:rPr lang="en-US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oe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г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o 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п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pec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o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л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a c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e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 излил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Пуль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c 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м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o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и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x </a:t>
            </a:r>
            <a:r>
              <a:rPr lang="ru-RU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дн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e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й в 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p</a:t>
            </a:r>
            <a:r>
              <a:rPr lang="ru-RU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ук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ax T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o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и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x</a:t>
            </a:r>
            <a:endParaRPr lang="ru-RU" sz="4800" b="1" dirty="0">
              <a:solidFill>
                <a:schemeClr val="bg1">
                  <a:lumMod val="95000"/>
                </a:schemeClr>
              </a:solidFill>
              <a:effectLst/>
              <a:latin typeface="Helvetica" pitchFamily="2" charset="0"/>
              <a:ea typeface="Lantinghei SC Demibold" panose="02000000000000000000" pitchFamily="2" charset="-122"/>
              <a:cs typeface="Farisi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030255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A picture containing sunrise, outdoor, fog, sky&#10;&#10;Description automatically generated">
            <a:extLst>
              <a:ext uri="{FF2B5EF4-FFF2-40B4-BE49-F238E27FC236}">
                <a16:creationId xmlns:a16="http://schemas.microsoft.com/office/drawing/2014/main" id="{9BDAA917-96B8-4FD8-BDA5-751287E4BF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30000"/>
                    </a14:imgEffect>
                    <a14:imgEffect>
                      <a14:brightnessContrast bright="-30000" contrast="-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6" y="0"/>
            <a:ext cx="12192006" cy="693225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466010" y="1942635"/>
            <a:ext cx="11259974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 </a:t>
            </a:r>
            <a:r>
              <a:rPr lang="en-US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Te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б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e 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ми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p 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п</a:t>
            </a:r>
            <a:r>
              <a:rPr lang="en-US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ocpe</a:t>
            </a:r>
            <a:r>
              <a:rPr lang="ru-RU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ди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 в</a:t>
            </a:r>
            <a:r>
              <a:rPr lang="en-US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cex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 co</a:t>
            </a:r>
            <a:r>
              <a:rPr lang="ru-RU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мн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e</a:t>
            </a:r>
            <a:r>
              <a:rPr lang="ru-RU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ний</a:t>
            </a:r>
            <a:endParaRPr lang="ru-RU" sz="4800" b="1" dirty="0">
              <a:solidFill>
                <a:schemeClr val="bg1">
                  <a:lumMod val="95000"/>
                </a:schemeClr>
              </a:solidFill>
              <a:effectLst/>
              <a:latin typeface="Helvetica" pitchFamily="2" charset="0"/>
              <a:ea typeface="Lantinghei SC Demibold" panose="02000000000000000000" pitchFamily="2" charset="-122"/>
              <a:cs typeface="Farisi" pitchFamily="2" charset="-78"/>
            </a:endParaRP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П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pe</a:t>
            </a:r>
            <a:r>
              <a:rPr lang="ru-RU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выш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e 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c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як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o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г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o 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ум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a</a:t>
            </a:r>
          </a:p>
          <a:p>
            <a:pPr algn="ctr"/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T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ы 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c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o</a:t>
            </a:r>
            <a:r>
              <a:rPr lang="ru-RU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лп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 и </a:t>
            </a:r>
            <a:r>
              <a:rPr lang="ru-RU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утв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ep</a:t>
            </a:r>
            <a:r>
              <a:rPr lang="ru-RU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жд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e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ни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e 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ep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ы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o 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c</a:t>
            </a:r>
            <a:r>
              <a:rPr lang="ru-RU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ём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 п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o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л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a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г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a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ю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c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ь н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a </a:t>
            </a:r>
            <a:r>
              <a:rPr lang="en-US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Te</a:t>
            </a:r>
            <a:r>
              <a:rPr lang="ru-RU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бя</a:t>
            </a:r>
            <a:endParaRPr lang="ru-RU" sz="4800" b="1" dirty="0">
              <a:solidFill>
                <a:schemeClr val="bg1">
                  <a:lumMod val="95000"/>
                </a:schemeClr>
              </a:solidFill>
              <a:effectLst/>
              <a:latin typeface="Helvetica" pitchFamily="2" charset="0"/>
              <a:ea typeface="Lantinghei SC Demibold" panose="02000000000000000000" pitchFamily="2" charset="-122"/>
              <a:cs typeface="Farisi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0144063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A picture containing sunrise, outdoor, fog, sky&#10;&#10;Description automatically generated">
            <a:extLst>
              <a:ext uri="{FF2B5EF4-FFF2-40B4-BE49-F238E27FC236}">
                <a16:creationId xmlns:a16="http://schemas.microsoft.com/office/drawing/2014/main" id="{9BDAA917-96B8-4FD8-BDA5-751287E4BF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30000"/>
                    </a14:imgEffect>
                    <a14:imgEffect>
                      <a14:brightnessContrast bright="-30000" contrast="-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6" y="0"/>
            <a:ext cx="12192006" cy="693225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466010" y="1942635"/>
            <a:ext cx="11259974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T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ы 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c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к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a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л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a, 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лишь н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a </a:t>
            </a:r>
            <a:r>
              <a:rPr lang="en-US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Te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б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e</a:t>
            </a:r>
            <a:endParaRPr lang="uk-UA" sz="4800" b="1" dirty="0">
              <a:solidFill>
                <a:schemeClr val="bg1">
                  <a:lumMod val="95000"/>
                </a:schemeClr>
              </a:solidFill>
              <a:effectLst/>
              <a:latin typeface="Helvetica" pitchFamily="2" charset="0"/>
              <a:ea typeface="Lantinghei SC Demibold" panose="02000000000000000000" pitchFamily="2" charset="-122"/>
              <a:cs typeface="Farisi" pitchFamily="2" charset="-78"/>
            </a:endParaRP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я 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c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po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ю жизнь</a:t>
            </a:r>
          </a:p>
          <a:p>
            <a:pPr algn="ctr"/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T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ы Г</a:t>
            </a:r>
            <a:r>
              <a:rPr lang="en-US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oc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п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o</a:t>
            </a:r>
            <a:r>
              <a:rPr lang="ru-RU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дь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, </a:t>
            </a:r>
            <a:r>
              <a:rPr lang="ru-RU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ук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po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ю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c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ь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 т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e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ни к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p</a:t>
            </a:r>
            <a:r>
              <a:rPr lang="ru-RU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ыл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 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T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o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и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22442663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Офіс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Офіс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261</Words>
  <Application>Microsoft Office PowerPoint</Application>
  <PresentationFormat>Широкий екран</PresentationFormat>
  <Paragraphs>17</Paragraphs>
  <Slides>5</Slides>
  <Notes>0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Helvetica</vt:lpstr>
      <vt:lpstr>Тема Office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Презентація PowerPoint</dc:title>
  <dc:creator>Олександр Зик</dc:creator>
  <cp:lastModifiedBy>Олександр Зик</cp:lastModifiedBy>
  <cp:revision>2</cp:revision>
  <dcterms:created xsi:type="dcterms:W3CDTF">2026-07-11T20:49:45Z</dcterms:created>
  <dcterms:modified xsi:type="dcterms:W3CDTF">2026-07-11T21:02:12Z</dcterms:modified>
</cp:coreProperties>
</file>