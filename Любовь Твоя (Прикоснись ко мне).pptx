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27" r:id="rId2"/>
    <p:sldId id="328" r:id="rId3"/>
    <p:sldId id="329" r:id="rId4"/>
    <p:sldId id="330" r:id="rId5"/>
    <p:sldId id="331" r:id="rId6"/>
    <p:sldId id="332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2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03C112-7C27-441D-8549-D50669DECA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45F951D-4BDF-4F96-B97C-C6239D4CD3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E349566-B19B-47D5-B0AD-768D8783B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29EA-DEFF-4538-B3A7-5D62EFD6ACD0}" type="datetimeFigureOut">
              <a:rPr lang="ru-RU" smtClean="0"/>
              <a:t>24.01.2025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96335A4-88B9-4B50-8454-2A1F0D02A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4CE36BB-CCE6-4306-B0F5-454860D5A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60216-E90C-40D0-8FA8-C4ADD57617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0185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F8199D-0181-47A9-AB75-001306806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8FE600F-49A9-41AA-8751-63655C6C7C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CA6B690-F396-40C1-B141-CD36223C4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29EA-DEFF-4538-B3A7-5D62EFD6ACD0}" type="datetimeFigureOut">
              <a:rPr lang="ru-RU" smtClean="0"/>
              <a:t>24.01.2025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04E8848-5564-405C-8C49-21D5A44B0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D031865-D623-42E1-85B3-5AE3A8228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60216-E90C-40D0-8FA8-C4ADD57617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9372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28ECD6-A72C-4296-A5A8-2A2FF1F9F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CFCF467-26C0-4CA9-9DE7-EDA0C8B6AE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B0C1624-E99D-4B84-900A-83FA66C61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29EA-DEFF-4538-B3A7-5D62EFD6ACD0}" type="datetimeFigureOut">
              <a:rPr lang="ru-RU" smtClean="0"/>
              <a:t>24.01.2025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FE2B357-1C42-43B8-A503-D88A5E581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40A5663-2E19-45E8-A42E-498625CD7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60216-E90C-40D0-8FA8-C4ADD57617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8968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EF9605-35AD-43C2-886A-34C8F611E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A782310-96B5-4250-BC6A-8F0EF937BD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6172788-2B70-4A89-A241-4758960D47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DDBE54B-5765-4E32-9708-F68207DAF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29EA-DEFF-4538-B3A7-5D62EFD6ACD0}" type="datetimeFigureOut">
              <a:rPr lang="ru-RU" smtClean="0"/>
              <a:t>24.01.2025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3243BF7-DF41-48B1-B2AB-028966FC2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F886C40-68D5-4E0B-8FF3-2AD3A1E0E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60216-E90C-40D0-8FA8-C4ADD57617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3909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041B3D-F32F-4412-B754-7879E9022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975E17C-953F-42E6-BCD4-1FE777FEC5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907428F-518A-4DE2-993E-2B1C23F6FB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DB34D44-FDF4-4DEA-803B-1945246C16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6964D60-4D49-4AB6-A649-824D1A89EB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778B28C-BA66-410A-863F-A0C99AB0D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29EA-DEFF-4538-B3A7-5D62EFD6ACD0}" type="datetimeFigureOut">
              <a:rPr lang="ru-RU" smtClean="0"/>
              <a:t>24.01.2025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25E583D-BB16-4E96-A3FF-F77A1374F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CB1AC20-A10A-4A89-AE04-83E981376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60216-E90C-40D0-8FA8-C4ADD57617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0422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44090F-E08C-4B73-AEF3-0EEF9C97F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29B46C2-4DB2-4174-ACF8-127C78168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29EA-DEFF-4538-B3A7-5D62EFD6ACD0}" type="datetimeFigureOut">
              <a:rPr lang="ru-RU" smtClean="0"/>
              <a:t>24.01.2025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BB7B75C-2965-4EBF-A647-1A6884765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51274EF-702C-42E6-938D-768978C3F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60216-E90C-40D0-8FA8-C4ADD57617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0543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C1FE001-17F8-40B3-8116-D840402BE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29EA-DEFF-4538-B3A7-5D62EFD6ACD0}" type="datetimeFigureOut">
              <a:rPr lang="ru-RU" smtClean="0"/>
              <a:t>24.01.2025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2AFADED-DD52-45CA-9C30-85530EF84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3C99D0A-9A67-4DB3-807A-58D4D0461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60216-E90C-40D0-8FA8-C4ADD57617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7048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E5E711-21B6-4747-8368-B953CAA04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2D3919A-BF95-41BA-8CB1-7E82EF79C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5667B72-4584-47B5-9371-AD76CB348E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C291F69-3F1D-435C-BC89-9D60C458A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29EA-DEFF-4538-B3A7-5D62EFD6ACD0}" type="datetimeFigureOut">
              <a:rPr lang="ru-RU" smtClean="0"/>
              <a:t>24.01.2025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F4D3D5E-AA9C-4DD1-B4F9-EEE5C25B2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C80434E-2E0A-49C4-A4F0-FCE4B9B64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60216-E90C-40D0-8FA8-C4ADD57617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7070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BA2A78-2BBC-4614-9089-40220FDD8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C4B40A2-C5D7-4E30-847D-D5AA19708A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8750135-5C4E-4637-9690-67D247891B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03C80AD-9535-4D25-9573-89D6D678E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29EA-DEFF-4538-B3A7-5D62EFD6ACD0}" type="datetimeFigureOut">
              <a:rPr lang="ru-RU" smtClean="0"/>
              <a:t>24.01.2025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39374B9-3EC7-4635-9AA9-D87F959AC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6C5BD7D-727E-4614-B6D0-8059AE348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60216-E90C-40D0-8FA8-C4ADD57617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6276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F4FBE8-8219-4C99-B6A2-D3AAE9D81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F7FF260-5E82-47F1-B784-E2D4D7FD97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C152CF6-6484-4B9B-8389-CE0409E88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29EA-DEFF-4538-B3A7-5D62EFD6ACD0}" type="datetimeFigureOut">
              <a:rPr lang="ru-RU" smtClean="0"/>
              <a:t>24.01.2025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23F9669-4D42-4AE7-B823-50CA3A79A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AEAAD69-CDDD-45B5-9D4B-11A7CBAEC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60216-E90C-40D0-8FA8-C4ADD57617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2583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5B7805F-DE8F-4171-B1EE-BA4A33912A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699F783-11E2-401C-A369-A26D201E7E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DB4F67C-0A11-477C-8CCA-68CADD760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29EA-DEFF-4538-B3A7-5D62EFD6ACD0}" type="datetimeFigureOut">
              <a:rPr lang="ru-RU" smtClean="0"/>
              <a:t>24.01.2025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AD1A8F3-0518-4EC8-B766-8520F6CAC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F70644B-C7DF-4F17-AC72-286E37E45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60216-E90C-40D0-8FA8-C4ADD57617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8127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5E3EDD-36B5-4259-AB78-BC51F97CB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2857B46-D819-4E70-B3AB-56EA9BE486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45F5330-D0DD-44D5-AF9C-B82AF2D997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DC29EA-DEFF-4538-B3A7-5D62EFD6ACD0}" type="datetimeFigureOut">
              <a:rPr lang="ru-RU" smtClean="0"/>
              <a:t>24.01.2025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6E61E6B-876D-47E3-9D94-85D0F06E0F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56FA3B5-A515-429B-90CA-12FBF412FA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A60216-E90C-40D0-8FA8-C4ADD57617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1702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sky, water, cloud, outdoor&#10;&#10;Description automatically generated">
            <a:extLst>
              <a:ext uri="{FF2B5EF4-FFF2-40B4-BE49-F238E27FC236}">
                <a16:creationId xmlns:a16="http://schemas.microsoft.com/office/drawing/2014/main" id="{7B3AA54D-EBAC-42CF-12E6-11DFD6B30D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0000"/>
                    </a14:imgEffect>
                    <a14:imgEffect>
                      <a14:brightnessContrast bright="-30000" contrast="-3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" y="-39396"/>
            <a:ext cx="12192001" cy="68973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8B9F93-12AE-88AB-620C-6C359005DCB4}"/>
              </a:ext>
            </a:extLst>
          </p:cNvPr>
          <p:cNvSpPr txBox="1"/>
          <p:nvPr/>
        </p:nvSpPr>
        <p:spPr>
          <a:xfrm>
            <a:off x="282902" y="1720840"/>
            <a:ext cx="11626191" cy="34163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Прикоснись ко мне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Будь со мною, мой Бог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Стремлюсь к Тебе всем сердцем, всей душой</a:t>
            </a:r>
          </a:p>
        </p:txBody>
      </p:sp>
    </p:spTree>
    <p:extLst>
      <p:ext uri="{BB962C8B-B14F-4D97-AF65-F5344CB8AC3E}">
        <p14:creationId xmlns:p14="http://schemas.microsoft.com/office/powerpoint/2010/main" val="4166312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sky, water, cloud, outdoor&#10;&#10;Description automatically generated">
            <a:extLst>
              <a:ext uri="{FF2B5EF4-FFF2-40B4-BE49-F238E27FC236}">
                <a16:creationId xmlns:a16="http://schemas.microsoft.com/office/drawing/2014/main" id="{7B3AA54D-EBAC-42CF-12E6-11DFD6B30D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0000"/>
                    </a14:imgEffect>
                    <a14:imgEffect>
                      <a14:brightnessContrast bright="-30000" contrast="-3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" y="-39396"/>
            <a:ext cx="12192001" cy="68973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8B9F93-12AE-88AB-620C-6C359005DCB4}"/>
              </a:ext>
            </a:extLst>
          </p:cNvPr>
          <p:cNvSpPr txBox="1"/>
          <p:nvPr/>
        </p:nvSpPr>
        <p:spPr>
          <a:xfrm>
            <a:off x="282902" y="2136338"/>
            <a:ext cx="11626191" cy="258532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Оживи меня Своей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любовью, мой Бог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Так жажду я наполниться Тобой</a:t>
            </a:r>
          </a:p>
        </p:txBody>
      </p:sp>
    </p:spTree>
    <p:extLst>
      <p:ext uri="{BB962C8B-B14F-4D97-AF65-F5344CB8AC3E}">
        <p14:creationId xmlns:p14="http://schemas.microsoft.com/office/powerpoint/2010/main" val="29203457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sky, water, cloud, outdoor&#10;&#10;Description automatically generated">
            <a:extLst>
              <a:ext uri="{FF2B5EF4-FFF2-40B4-BE49-F238E27FC236}">
                <a16:creationId xmlns:a16="http://schemas.microsoft.com/office/drawing/2014/main" id="{7B3AA54D-EBAC-42CF-12E6-11DFD6B30D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0000"/>
                    </a14:imgEffect>
                    <a14:imgEffect>
                      <a14:brightnessContrast bright="-30000" contrast="-3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" y="-39396"/>
            <a:ext cx="12192001" cy="68973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8B9F93-12AE-88AB-620C-6C359005DCB4}"/>
              </a:ext>
            </a:extLst>
          </p:cNvPr>
          <p:cNvSpPr txBox="1"/>
          <p:nvPr/>
        </p:nvSpPr>
        <p:spPr>
          <a:xfrm>
            <a:off x="282902" y="2532139"/>
            <a:ext cx="11626191" cy="175432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Лишь любовь Твоя,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Любовь Твоя сердце моё утешит</a:t>
            </a:r>
          </a:p>
        </p:txBody>
      </p:sp>
    </p:spTree>
    <p:extLst>
      <p:ext uri="{BB962C8B-B14F-4D97-AF65-F5344CB8AC3E}">
        <p14:creationId xmlns:p14="http://schemas.microsoft.com/office/powerpoint/2010/main" val="2772359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sky, water, cloud, outdoor&#10;&#10;Description automatically generated">
            <a:extLst>
              <a:ext uri="{FF2B5EF4-FFF2-40B4-BE49-F238E27FC236}">
                <a16:creationId xmlns:a16="http://schemas.microsoft.com/office/drawing/2014/main" id="{7B3AA54D-EBAC-42CF-12E6-11DFD6B30D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0000"/>
                    </a14:imgEffect>
                    <a14:imgEffect>
                      <a14:brightnessContrast bright="-30000" contrast="-3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" y="-39396"/>
            <a:ext cx="12192001" cy="68973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8B9F93-12AE-88AB-620C-6C359005DCB4}"/>
              </a:ext>
            </a:extLst>
          </p:cNvPr>
          <p:cNvSpPr txBox="1"/>
          <p:nvPr/>
        </p:nvSpPr>
        <p:spPr>
          <a:xfrm>
            <a:off x="282902" y="2532139"/>
            <a:ext cx="11626191" cy="175432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Лишь любовь Твоя,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Любовь Твоя обновит меня</a:t>
            </a:r>
          </a:p>
        </p:txBody>
      </p:sp>
    </p:spTree>
    <p:extLst>
      <p:ext uri="{BB962C8B-B14F-4D97-AF65-F5344CB8AC3E}">
        <p14:creationId xmlns:p14="http://schemas.microsoft.com/office/powerpoint/2010/main" val="3422021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sky, water, cloud, outdoor&#10;&#10;Description automatically generated">
            <a:extLst>
              <a:ext uri="{FF2B5EF4-FFF2-40B4-BE49-F238E27FC236}">
                <a16:creationId xmlns:a16="http://schemas.microsoft.com/office/drawing/2014/main" id="{7B3AA54D-EBAC-42CF-12E6-11DFD6B30D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0000"/>
                    </a14:imgEffect>
                    <a14:imgEffect>
                      <a14:brightnessContrast bright="-30000" contrast="-3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" y="-39396"/>
            <a:ext cx="12192001" cy="68973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8B9F93-12AE-88AB-620C-6C359005DCB4}"/>
              </a:ext>
            </a:extLst>
          </p:cNvPr>
          <p:cNvSpPr txBox="1"/>
          <p:nvPr/>
        </p:nvSpPr>
        <p:spPr>
          <a:xfrm>
            <a:off x="282902" y="2136338"/>
            <a:ext cx="11626191" cy="258532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Лишь любовь Твоя,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Любовь Твоя снова вернёт надежду</a:t>
            </a:r>
          </a:p>
        </p:txBody>
      </p:sp>
    </p:spTree>
    <p:extLst>
      <p:ext uri="{BB962C8B-B14F-4D97-AF65-F5344CB8AC3E}">
        <p14:creationId xmlns:p14="http://schemas.microsoft.com/office/powerpoint/2010/main" val="7707855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sky, water, cloud, outdoor&#10;&#10;Description automatically generated">
            <a:extLst>
              <a:ext uri="{FF2B5EF4-FFF2-40B4-BE49-F238E27FC236}">
                <a16:creationId xmlns:a16="http://schemas.microsoft.com/office/drawing/2014/main" id="{7B3AA54D-EBAC-42CF-12E6-11DFD6B30D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0000"/>
                    </a14:imgEffect>
                    <a14:imgEffect>
                      <a14:brightnessContrast bright="-30000" contrast="-3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" y="-39396"/>
            <a:ext cx="12192001" cy="68973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8B9F93-12AE-88AB-620C-6C359005DCB4}"/>
              </a:ext>
            </a:extLst>
          </p:cNvPr>
          <p:cNvSpPr txBox="1"/>
          <p:nvPr/>
        </p:nvSpPr>
        <p:spPr>
          <a:xfrm>
            <a:off x="282902" y="2532139"/>
            <a:ext cx="11626191" cy="175432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Лишь любовь Твоя,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Любовь Твоя со мной всегда</a:t>
            </a:r>
          </a:p>
        </p:txBody>
      </p:sp>
    </p:spTree>
    <p:extLst>
      <p:ext uri="{BB962C8B-B14F-4D97-AF65-F5344CB8AC3E}">
        <p14:creationId xmlns:p14="http://schemas.microsoft.com/office/powerpoint/2010/main" val="395073521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64</Words>
  <Application>Microsoft Office PowerPoint</Application>
  <PresentationFormat>Широкоэкранный</PresentationFormat>
  <Paragraphs>14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Helvetica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Олександр Зик</dc:creator>
  <cp:lastModifiedBy>Олександр Зик</cp:lastModifiedBy>
  <cp:revision>1</cp:revision>
  <dcterms:created xsi:type="dcterms:W3CDTF">2025-01-24T20:15:57Z</dcterms:created>
  <dcterms:modified xsi:type="dcterms:W3CDTF">2025-01-24T20:23:52Z</dcterms:modified>
</cp:coreProperties>
</file>