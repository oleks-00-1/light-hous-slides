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300" r:id="rId4"/>
    <p:sldId id="29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1EF38-BF2D-4F76-8006-3B006BFE9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4601FBB4-C6D8-4CC3-8D41-144A72CEF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F204FB5-E38A-4336-A4D5-0709C33F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FE7A-9032-472C-ACBE-5CF74EADA73D}" type="datetimeFigureOut">
              <a:rPr lang="ru-RU" smtClean="0"/>
              <a:t>08.11.2024</a:t>
            </a:fld>
            <a:endParaRPr lang="ru-RU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AEF82D6-C88D-4FB1-9DE2-F24AE635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6F57AD8-AB11-4696-9400-A5DC5DB94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9C7A-CD54-49C5-9736-FEFBEC977499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6736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071E2-7603-47EB-9E7A-0CD2D787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505DA86-A6D2-49AF-AA4E-78F28D1E0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2720EEE-8645-4D2E-AB1B-02A3DDED5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FE7A-9032-472C-ACBE-5CF74EADA73D}" type="datetimeFigureOut">
              <a:rPr lang="ru-RU" smtClean="0"/>
              <a:t>08.11.2024</a:t>
            </a:fld>
            <a:endParaRPr lang="ru-RU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7B5450A-D633-4244-9C81-FC643DC4C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3DF8453-6057-417B-A992-449CE78D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9C7A-CD54-49C5-9736-FEFBEC977499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772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AD5C6-5FB5-4012-B5A3-86B1F221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389DAC2-B722-45F4-8662-1137C4A63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9390F04-AC07-4FFA-9780-D6C06C698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FE7A-9032-472C-ACBE-5CF74EADA73D}" type="datetimeFigureOut">
              <a:rPr lang="ru-RU" smtClean="0"/>
              <a:t>08.11.2024</a:t>
            </a:fld>
            <a:endParaRPr lang="ru-RU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902B57B-FA14-4062-A90B-E950A2BB0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369ED1C-8CD3-4942-BAA4-6CBC0E3DF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9C7A-CD54-49C5-9736-FEFBEC977499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5003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D73D55-FA5D-4085-A0D4-9B6E233EF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9827B95-593C-4402-A946-F34FFE925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E039DDD-F62B-429F-A5C7-08BBBCD5B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A21E961-EBEC-434C-9FBE-19ADBAF1B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FE7A-9032-472C-ACBE-5CF74EADA73D}" type="datetimeFigureOut">
              <a:rPr lang="ru-RU" smtClean="0"/>
              <a:t>08.11.2024</a:t>
            </a:fld>
            <a:endParaRPr lang="ru-RU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F95BA99-4CAD-4B73-8C55-1D500D3CB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155C543-4375-4042-BD56-6B902D3AC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9C7A-CD54-49C5-9736-FEFBEC977499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0022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D6950-B2CC-45E9-B640-FD95B536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389C5BB-9D21-4942-B7D4-F82058B25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90D8026-E143-40C0-9AC9-E7EEB1BC2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C94E4B3-3DFB-445A-A7C1-0C0F9FD8C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38493BDD-E333-41B4-84EF-F877B0F95F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0EE5DCD-C82B-4FEE-8C1E-092D87F8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FE7A-9032-472C-ACBE-5CF74EADA73D}" type="datetimeFigureOut">
              <a:rPr lang="ru-RU" smtClean="0"/>
              <a:t>08.11.2024</a:t>
            </a:fld>
            <a:endParaRPr lang="ru-RU" dirty="0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8D312CD-7E67-41EB-8B4B-484243450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A5F70D44-6A5B-4FD7-BC3B-11DB9F02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9C7A-CD54-49C5-9736-FEFBEC977499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424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D5A81-8B86-487E-8E36-E09017C94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20C4AA6-8F08-4FAF-80F8-AFAC8CD77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FE7A-9032-472C-ACBE-5CF74EADA73D}" type="datetimeFigureOut">
              <a:rPr lang="ru-RU" smtClean="0"/>
              <a:t>08.11.2024</a:t>
            </a:fld>
            <a:endParaRPr lang="ru-RU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F4B9488-810D-4836-B12D-358934784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9A81EBE-BC10-49B8-9B13-B051D12F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9C7A-CD54-49C5-9736-FEFBEC977499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369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3CFEA468-1060-4E5A-945F-9C2F4ED24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FE7A-9032-472C-ACBE-5CF74EADA73D}" type="datetimeFigureOut">
              <a:rPr lang="ru-RU" smtClean="0"/>
              <a:t>08.11.2024</a:t>
            </a:fld>
            <a:endParaRPr lang="ru-RU" dirty="0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83BC8A5-7936-4A1C-9AB8-4CE3B1F5D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4D52973D-BF4F-4F37-B52E-CEED835B8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9C7A-CD54-49C5-9736-FEFBEC977499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6449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7826F-9872-4EA1-9F10-6C365C52B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FBBA9E0-70FB-4E96-B6AE-461409EC6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CF6288B-4259-4470-AF8F-334719059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5187694-2FC6-402A-860B-B9DE58E0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FE7A-9032-472C-ACBE-5CF74EADA73D}" type="datetimeFigureOut">
              <a:rPr lang="ru-RU" smtClean="0"/>
              <a:t>08.11.2024</a:t>
            </a:fld>
            <a:endParaRPr lang="ru-RU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D15ED8B-49ED-44FC-BA42-DBEF2FF7C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F7CAC8A-17A1-4AEC-B086-1DF35150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9C7A-CD54-49C5-9736-FEFBEC977499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875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1A5809-291A-4ED8-AB08-ABBA33B6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82093C6-CA40-4203-8388-4FADBFB0AC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5B35B51-5C88-41C0-827F-C872CC511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E6D7CB8-D06E-4164-9363-A5D14BA33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FE7A-9032-472C-ACBE-5CF74EADA73D}" type="datetimeFigureOut">
              <a:rPr lang="ru-RU" smtClean="0"/>
              <a:t>08.11.2024</a:t>
            </a:fld>
            <a:endParaRPr lang="ru-RU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CA9BA93-856B-48A4-B8D2-A7F7D20EC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E924C38-C275-4B7D-8054-E4697E9F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9C7A-CD54-49C5-9736-FEFBEC977499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009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62FBEC-FAE4-47B7-9FB8-1CE49689F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D9CCEAC-E001-4ECE-846F-A42214246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25DA039-37A8-488B-8F48-DF92F478A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FE7A-9032-472C-ACBE-5CF74EADA73D}" type="datetimeFigureOut">
              <a:rPr lang="ru-RU" smtClean="0"/>
              <a:t>08.11.2024</a:t>
            </a:fld>
            <a:endParaRPr lang="ru-RU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BFCCBA7-D798-4AC5-BAD2-9DA2FBED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05200CA-429C-4C70-A77E-075F7ACB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9C7A-CD54-49C5-9736-FEFBEC977499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2602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82F74B88-6AD4-4DEB-8852-607FBD387C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1796847-CBD7-46A3-B692-6ED724A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4C8A81A-C440-4872-9619-DCFC3F969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FE7A-9032-472C-ACBE-5CF74EADA73D}" type="datetimeFigureOut">
              <a:rPr lang="ru-RU" smtClean="0"/>
              <a:t>08.11.2024</a:t>
            </a:fld>
            <a:endParaRPr lang="ru-RU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6CDEA54-D59F-44AF-9EE9-5A29DA0BB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E3319E6-C9AD-4914-B92C-EE695300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9C7A-CD54-49C5-9736-FEFBEC977499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338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BA53CD5D-9F36-465A-8D40-BF2AB86F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70BB8D8-2CC2-4C48-A985-D9182C1A1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57654CA-BBE7-40BC-B79E-D6495306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9FE7A-9032-472C-ACBE-5CF74EADA73D}" type="datetimeFigureOut">
              <a:rPr lang="ru-RU" smtClean="0"/>
              <a:t>08.11.2024</a:t>
            </a:fld>
            <a:endParaRPr lang="ru-RU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16AB8F8-532F-4223-8FD5-7269CF363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EE67F10-FCF1-444E-84DB-3756B4A2D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39C7A-CD54-49C5-9736-FEFBEC977499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3926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8467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13038" y="1536173"/>
            <a:ext cx="1096592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Всей душой желаю почтить Тебя,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Сердцем всем хвалить и прославлять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Всей своею жизнью воздам хвалу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Всё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я люблю, в Тебе найду 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737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8467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13038" y="2644169"/>
            <a:ext cx="109659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Тебе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отдаю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я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своё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Живу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для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Тебя</a:t>
            </a:r>
            <a:endParaRPr lang="uk-UA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79531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8467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13038" y="2274837"/>
            <a:ext cx="109659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Всей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душой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моей</a:t>
            </a:r>
            <a:endParaRPr lang="uk-UA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желаю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быть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с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Тобой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Веди, 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Господь,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меня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7960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8467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13038" y="2967334"/>
            <a:ext cx="109659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отдаю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своё</a:t>
            </a:r>
            <a:endParaRPr lang="uk-UA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5600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</Words>
  <Application>Microsoft Office PowerPoint</Application>
  <PresentationFormat>Широкий екран</PresentationFormat>
  <Paragraphs>10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2024-03-02T21:22:24Z</dcterms:created>
  <dcterms:modified xsi:type="dcterms:W3CDTF">2024-11-08T19:19:51Z</dcterms:modified>
</cp:coreProperties>
</file>