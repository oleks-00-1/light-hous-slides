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304" r:id="rId3"/>
    <p:sldId id="305" r:id="rId4"/>
    <p:sldId id="306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3" autoAdjust="0"/>
    <p:restoredTop sz="94660"/>
  </p:normalViewPr>
  <p:slideViewPr>
    <p:cSldViewPr snapToGrid="0">
      <p:cViewPr varScale="1">
        <p:scale>
          <a:sx n="62" d="100"/>
          <a:sy n="62" d="100"/>
        </p:scale>
        <p:origin x="28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BF1AF6-5592-4A1B-BC50-6BBC2A680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2151A66-F250-4CED-B6AB-B421673B0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36E0F64-A224-46A4-AF34-8FD78973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0D74A3-2EF1-40AB-8A7B-68B648C1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2EAF9DC-5311-4D53-98E5-6D8DE55D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769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CA0DD-CB4A-497A-9C42-2093B1803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6880971-1073-4E0D-9682-D5B693AC8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51749A5-6D2E-43E6-8260-9525C0168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5DD4D3C-7EC8-422A-AD22-82C1623F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89E0EA5-C3A0-4788-9538-D5DB8336E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2258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2B9A0-370B-4A67-8380-BB5CA3879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D35D471-A12D-4442-A612-812DDF73E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E5A95BE-E8A5-45F8-A0D0-9B1314F89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FCF4ED7-1A99-402A-86BC-FF11FCE2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C5DA6EA-D8B5-41F3-93B4-D16B590B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766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54BF1-B288-45D2-B48E-A9BE721C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A2CC26F-9140-40D7-B108-464E41809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0AE2B2B5-8F36-458B-9EA2-BF96E3913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F6E8F24-0038-4426-8C05-995EA1904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0F1B724-2161-4F53-A811-CDA0E6E70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B98D6FD-977C-4C87-8F52-47F147DBF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414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88FAB4-AC2B-4740-AF50-35598C87A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B774BE81-75E2-4B23-9F4F-294F9BB7D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D4006A36-4156-41A5-903F-EB53FCA67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CCB6C204-839D-4669-9332-91FCC2E976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6911254-FD5C-40F8-B5D2-F177A06E6F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86EAAE65-3F12-4D8A-9DA0-E5B50054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FAF9A8D-B75F-468B-A808-93BBBE7A6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A0CD2B8F-3E55-4F32-A647-1B96BDEC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913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98227-1D90-48EA-9788-F23071366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9D168EA1-CB65-495E-A29C-25DC7B95E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D16AE8AE-5A8B-41FB-8854-F2492A50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CB2B859-8A19-4250-9D98-3B69E46B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9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BA12659-D30D-48DE-83DA-B490D8B5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3BC1F317-C9BC-47F1-9858-FF6F8928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7EFDE535-ED86-4016-92AC-CF1B158FE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40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7D9EBF-9E40-4647-9E36-2F765939F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AE15E55-690E-4D5F-8910-BB6AE876D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755AD474-A32C-443B-B28F-A6317ED4B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505A305-E8ED-4240-B95A-F279EFCB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1373833-4B72-4119-B496-3AEA59E6B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49BCBCF-DFAD-4974-9133-9B5B5629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14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68769-20D1-42D9-AB34-96B7B328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2C3D042-B58A-4EC7-A8A4-E6B484B8B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8DFEAC6-3AEF-45BE-8898-2592527BD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5E8DFDB-F5FF-4C0D-97F4-E1BE7A6B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223A26E-6BF4-4333-A9BB-D5A43CF36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0F53340-F925-4E09-A047-B7C7E191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165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E51625-276C-4233-8E71-A46B82E8B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2648F19D-F999-48DE-A113-0C86004C3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8F47AC1-2AED-41BF-A50F-AB46EEBE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4B967F4-DC59-4A4E-9867-58569397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B08B4F8-102B-4EBE-AF7A-8C4C1C83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72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A0F73A9A-BEC9-4A2E-94AA-7A71E37406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C835A74-AACC-4D4F-8DE5-C0AE03957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1C68656-8EA6-40B2-B34A-C7DE6F13E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34C2F63-455C-4AA7-A871-2E9B77F9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7E4A3AD-4CC6-4B4F-942B-813478036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75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51F0832-4C8A-44BB-966E-82A3DE8EC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F72E54D-F640-4BE2-A047-55115CA33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57C3615-8AEE-40A2-9C60-EB3BA9CA5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535FA-118A-469F-8BE8-9A0D60D98A78}" type="datetimeFigureOut">
              <a:rPr lang="ru-RU" smtClean="0"/>
              <a:t>10.04.2026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6164203-ACF7-4230-BC84-8F392914E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C9D1317-94E6-469A-AA0E-023A24BE5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D7C80-4D1C-40FE-B28C-C64FA23FBDDE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805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246520" y="1905506"/>
            <a:ext cx="1268503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нии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п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pe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ь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жив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cep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дц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жд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пл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г, 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Te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11663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-246520" y="2274838"/>
            <a:ext cx="126850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c, 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xo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c, 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душ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a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ждёт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c, T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ы в</a:t>
            </a:r>
            <a:r>
              <a:rPr lang="en-US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ce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нужн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o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</a:t>
            </a:r>
            <a:r>
              <a:rPr lang="en-US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e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39464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50178" y="2681299"/>
            <a:ext cx="112916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Взывает к Тебе душа моя!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Взывает к Тебе душа моя!</a:t>
            </a:r>
          </a:p>
        </p:txBody>
      </p:sp>
    </p:spTree>
    <p:extLst>
      <p:ext uri="{BB962C8B-B14F-4D97-AF65-F5344CB8AC3E}">
        <p14:creationId xmlns:p14="http://schemas.microsoft.com/office/powerpoint/2010/main" val="21655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9BDAA917-96B8-4FD8-BDA5-751287E4B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" y="0"/>
            <a:ext cx="12192006" cy="69322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450178" y="2274838"/>
            <a:ext cx="1129163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Жаждет сердце,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Жаждет плоть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Моя душа жаждет Тебя!</a:t>
            </a:r>
          </a:p>
        </p:txBody>
      </p:sp>
    </p:spTree>
    <p:extLst>
      <p:ext uri="{BB962C8B-B14F-4D97-AF65-F5344CB8AC3E}">
        <p14:creationId xmlns:p14="http://schemas.microsoft.com/office/powerpoint/2010/main" val="42256207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124</Words>
  <Application>Microsoft Office PowerPoint</Application>
  <PresentationFormat>Широкий екран</PresentationFormat>
  <Paragraphs>12</Paragraphs>
  <Slides>4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2026-04-10T14:03:34Z</dcterms:created>
  <dcterms:modified xsi:type="dcterms:W3CDTF">2026-04-10T14:07:51Z</dcterms:modified>
</cp:coreProperties>
</file>