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27" r:id="rId2"/>
    <p:sldId id="332" r:id="rId3"/>
    <p:sldId id="328" r:id="rId4"/>
    <p:sldId id="329" r:id="rId5"/>
    <p:sldId id="296" r:id="rId6"/>
    <p:sldId id="330" r:id="rId7"/>
    <p:sldId id="297" r:id="rId8"/>
    <p:sldId id="298" r:id="rId9"/>
    <p:sldId id="331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44" d="100"/>
          <a:sy n="44" d="100"/>
        </p:scale>
        <p:origin x="1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697F6762-4044-4610-9194-398ED556B356}"/>
    <pc:docChg chg="undo custSel modSld">
      <pc:chgData name="Олександр Зик" userId="c7a628fe0823e5d5" providerId="LiveId" clId="{697F6762-4044-4610-9194-398ED556B356}" dt="2024-03-14T20:32:48.238" v="6" actId="20577"/>
      <pc:docMkLst>
        <pc:docMk/>
      </pc:docMkLst>
      <pc:sldChg chg="modSp mod">
        <pc:chgData name="Олександр Зик" userId="c7a628fe0823e5d5" providerId="LiveId" clId="{697F6762-4044-4610-9194-398ED556B356}" dt="2024-03-14T20:32:04.778" v="3" actId="20577"/>
        <pc:sldMkLst>
          <pc:docMk/>
          <pc:sldMk cId="2185547831" sldId="296"/>
        </pc:sldMkLst>
        <pc:spChg chg="mod">
          <ac:chgData name="Олександр Зик" userId="c7a628fe0823e5d5" providerId="LiveId" clId="{697F6762-4044-4610-9194-398ED556B356}" dt="2024-03-14T20:32:04.778" v="3" actId="20577"/>
          <ac:spMkLst>
            <pc:docMk/>
            <pc:sldMk cId="2185547831" sldId="296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697F6762-4044-4610-9194-398ED556B356}" dt="2024-03-14T20:32:48.238" v="6" actId="20577"/>
        <pc:sldMkLst>
          <pc:docMk/>
          <pc:sldMk cId="4076167048" sldId="297"/>
        </pc:sldMkLst>
        <pc:spChg chg="mod">
          <ac:chgData name="Олександр Зик" userId="c7a628fe0823e5d5" providerId="LiveId" clId="{697F6762-4044-4610-9194-398ED556B356}" dt="2024-03-14T20:32:48.238" v="6" actId="20577"/>
          <ac:spMkLst>
            <pc:docMk/>
            <pc:sldMk cId="4076167048" sldId="297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697F6762-4044-4610-9194-398ED556B356}" dt="2024-03-14T20:31:42.757" v="2" actId="20577"/>
        <pc:sldMkLst>
          <pc:docMk/>
          <pc:sldMk cId="1799606257" sldId="327"/>
        </pc:sldMkLst>
        <pc:spChg chg="mod">
          <ac:chgData name="Олександр Зик" userId="c7a628fe0823e5d5" providerId="LiveId" clId="{697F6762-4044-4610-9194-398ED556B356}" dt="2024-03-14T20:31:42.757" v="2" actId="20577"/>
          <ac:spMkLst>
            <pc:docMk/>
            <pc:sldMk cId="1799606257" sldId="327"/>
            <ac:spMk id="11" creationId="{C1431629-8DEA-0DDD-6161-8DCB099E78B0}"/>
          </ac:spMkLst>
        </pc:spChg>
      </pc:sldChg>
    </pc:docChg>
  </pc:docChgLst>
  <pc:docChgLst>
    <pc:chgData name="Олександр Зик" userId="c7a628fe0823e5d5" providerId="LiveId" clId="{39FBD758-AAC9-46AA-B341-573C4B8EF06F}"/>
    <pc:docChg chg="undo custSel addSld modSld sldOrd">
      <pc:chgData name="Олександр Зик" userId="c7a628fe0823e5d5" providerId="LiveId" clId="{39FBD758-AAC9-46AA-B341-573C4B8EF06F}" dt="2024-10-19T17:02:01.178" v="26"/>
      <pc:docMkLst>
        <pc:docMk/>
      </pc:docMkLst>
      <pc:sldChg chg="modSp mod ord">
        <pc:chgData name="Олександр Зик" userId="c7a628fe0823e5d5" providerId="LiveId" clId="{39FBD758-AAC9-46AA-B341-573C4B8EF06F}" dt="2024-09-07T19:37:35.058" v="11"/>
        <pc:sldMkLst>
          <pc:docMk/>
          <pc:sldMk cId="2185547831" sldId="296"/>
        </pc:sldMkLst>
        <pc:spChg chg="mod">
          <ac:chgData name="Олександр Зик" userId="c7a628fe0823e5d5" providerId="LiveId" clId="{39FBD758-AAC9-46AA-B341-573C4B8EF06F}" dt="2024-09-07T19:37:33.307" v="9" actId="1076"/>
          <ac:spMkLst>
            <pc:docMk/>
            <pc:sldMk cId="2185547831" sldId="296"/>
            <ac:spMk id="11" creationId="{C1431629-8DEA-0DDD-6161-8DCB099E78B0}"/>
          </ac:spMkLst>
        </pc:spChg>
      </pc:sldChg>
      <pc:sldChg chg="modSp mod ord">
        <pc:chgData name="Олександр Зик" userId="c7a628fe0823e5d5" providerId="LiveId" clId="{39FBD758-AAC9-46AA-B341-573C4B8EF06F}" dt="2024-10-19T17:02:01.178" v="26"/>
        <pc:sldMkLst>
          <pc:docMk/>
          <pc:sldMk cId="4076167048" sldId="297"/>
        </pc:sldMkLst>
        <pc:spChg chg="mod">
          <ac:chgData name="Олександр Зик" userId="c7a628fe0823e5d5" providerId="LiveId" clId="{39FBD758-AAC9-46AA-B341-573C4B8EF06F}" dt="2024-10-19T17:01:59.186" v="24" actId="1076"/>
          <ac:spMkLst>
            <pc:docMk/>
            <pc:sldMk cId="4076167048" sldId="297"/>
            <ac:spMk id="11" creationId="{C1431629-8DEA-0DDD-6161-8DCB099E78B0}"/>
          </ac:spMkLst>
        </pc:spChg>
        <pc:picChg chg="mod">
          <ac:chgData name="Олександр Зик" userId="c7a628fe0823e5d5" providerId="LiveId" clId="{39FBD758-AAC9-46AA-B341-573C4B8EF06F}" dt="2024-10-19T17:01:55.201" v="23" actId="1076"/>
          <ac:picMkLst>
            <pc:docMk/>
            <pc:sldMk cId="4076167048" sldId="297"/>
            <ac:picMk id="3" creationId="{3A693E52-D4D2-2B24-6B77-F5B63F1ABE66}"/>
          </ac:picMkLst>
        </pc:picChg>
      </pc:sldChg>
      <pc:sldChg chg="modSp mod">
        <pc:chgData name="Олександр Зик" userId="c7a628fe0823e5d5" providerId="LiveId" clId="{39FBD758-AAC9-46AA-B341-573C4B8EF06F}" dt="2024-09-07T19:36:51.359" v="2" actId="1076"/>
        <pc:sldMkLst>
          <pc:docMk/>
          <pc:sldMk cId="1799606257" sldId="327"/>
        </pc:sldMkLst>
        <pc:spChg chg="mod">
          <ac:chgData name="Олександр Зик" userId="c7a628fe0823e5d5" providerId="LiveId" clId="{39FBD758-AAC9-46AA-B341-573C4B8EF06F}" dt="2024-09-07T19:36:51.359" v="2" actId="1076"/>
          <ac:spMkLst>
            <pc:docMk/>
            <pc:sldMk cId="1799606257" sldId="327"/>
            <ac:spMk id="11" creationId="{C1431629-8DEA-0DDD-6161-8DCB099E78B0}"/>
          </ac:spMkLst>
        </pc:spChg>
      </pc:sldChg>
      <pc:sldChg chg="modSp add mod">
        <pc:chgData name="Олександр Зик" userId="c7a628fe0823e5d5" providerId="LiveId" clId="{39FBD758-AAC9-46AA-B341-573C4B8EF06F}" dt="2024-10-19T17:00:57.567" v="13" actId="20577"/>
        <pc:sldMkLst>
          <pc:docMk/>
          <pc:sldMk cId="3731302504" sldId="328"/>
        </pc:sldMkLst>
        <pc:spChg chg="mod">
          <ac:chgData name="Олександр Зик" userId="c7a628fe0823e5d5" providerId="LiveId" clId="{39FBD758-AAC9-46AA-B341-573C4B8EF06F}" dt="2024-10-19T17:00:57.567" v="13" actId="20577"/>
          <ac:spMkLst>
            <pc:docMk/>
            <pc:sldMk cId="3731302504" sldId="328"/>
            <ac:spMk id="11" creationId="{C1431629-8DEA-0DDD-6161-8DCB099E78B0}"/>
          </ac:spMkLst>
        </pc:spChg>
      </pc:sldChg>
      <pc:sldChg chg="modSp add mod">
        <pc:chgData name="Олександр Зик" userId="c7a628fe0823e5d5" providerId="LiveId" clId="{39FBD758-AAC9-46AA-B341-573C4B8EF06F}" dt="2024-10-19T17:01:04.835" v="15" actId="20577"/>
        <pc:sldMkLst>
          <pc:docMk/>
          <pc:sldMk cId="1590780599" sldId="329"/>
        </pc:sldMkLst>
        <pc:spChg chg="mod">
          <ac:chgData name="Олександр Зик" userId="c7a628fe0823e5d5" providerId="LiveId" clId="{39FBD758-AAC9-46AA-B341-573C4B8EF06F}" dt="2024-10-19T17:01:04.835" v="15" actId="20577"/>
          <ac:spMkLst>
            <pc:docMk/>
            <pc:sldMk cId="1590780599" sldId="329"/>
            <ac:spMk id="11" creationId="{C1431629-8DEA-0DDD-6161-8DCB099E78B0}"/>
          </ac:spMkLst>
        </pc:spChg>
      </pc:sldChg>
      <pc:sldChg chg="modSp add mod">
        <pc:chgData name="Олександр Зик" userId="c7a628fe0823e5d5" providerId="LiveId" clId="{39FBD758-AAC9-46AA-B341-573C4B8EF06F}" dt="2024-10-19T17:01:45.902" v="20" actId="1076"/>
        <pc:sldMkLst>
          <pc:docMk/>
          <pc:sldMk cId="3452320402" sldId="330"/>
        </pc:sldMkLst>
        <pc:spChg chg="mod">
          <ac:chgData name="Олександр Зик" userId="c7a628fe0823e5d5" providerId="LiveId" clId="{39FBD758-AAC9-46AA-B341-573C4B8EF06F}" dt="2024-10-19T17:01:45.902" v="20" actId="1076"/>
          <ac:spMkLst>
            <pc:docMk/>
            <pc:sldMk cId="3452320402" sldId="330"/>
            <ac:spMk id="11" creationId="{C1431629-8DEA-0DDD-6161-8DCB099E78B0}"/>
          </ac:spMkLst>
        </pc:spChg>
      </pc:sldChg>
    </pc:docChg>
  </pc:docChgLst>
  <pc:docChgLst>
    <pc:chgData name="Олександр Зик" userId="c7a628fe0823e5d5" providerId="LiveId" clId="{79D7DB56-88E3-43DE-BC8E-5BC035085CBA}"/>
    <pc:docChg chg="modSld">
      <pc:chgData name="Олександр Зик" userId="c7a628fe0823e5d5" providerId="LiveId" clId="{79D7DB56-88E3-43DE-BC8E-5BC035085CBA}" dt="2024-02-17T21:41:56.164" v="5" actId="20577"/>
      <pc:docMkLst>
        <pc:docMk/>
      </pc:docMkLst>
      <pc:sldChg chg="modSp mod">
        <pc:chgData name="Олександр Зик" userId="c7a628fe0823e5d5" providerId="LiveId" clId="{79D7DB56-88E3-43DE-BC8E-5BC035085CBA}" dt="2024-02-17T21:41:56.164" v="5" actId="20577"/>
        <pc:sldMkLst>
          <pc:docMk/>
          <pc:sldMk cId="4076167048" sldId="297"/>
        </pc:sldMkLst>
        <pc:spChg chg="mod">
          <ac:chgData name="Олександр Зик" userId="c7a628fe0823e5d5" providerId="LiveId" clId="{79D7DB56-88E3-43DE-BC8E-5BC035085CBA}" dt="2024-02-17T21:41:56.164" v="5" actId="20577"/>
          <ac:spMkLst>
            <pc:docMk/>
            <pc:sldMk cId="4076167048" sldId="297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79D7DB56-88E3-43DE-BC8E-5BC035085CBA}" dt="2024-02-17T21:41:13.658" v="3" actId="20577"/>
        <pc:sldMkLst>
          <pc:docMk/>
          <pc:sldMk cId="1799606257" sldId="327"/>
        </pc:sldMkLst>
        <pc:spChg chg="mod">
          <ac:chgData name="Олександр Зик" userId="c7a628fe0823e5d5" providerId="LiveId" clId="{79D7DB56-88E3-43DE-BC8E-5BC035085CBA}" dt="2024-02-17T21:41:13.658" v="3" actId="20577"/>
          <ac:spMkLst>
            <pc:docMk/>
            <pc:sldMk cId="1799606257" sldId="327"/>
            <ac:spMk id="11" creationId="{C1431629-8DEA-0DDD-6161-8DCB099E78B0}"/>
          </ac:spMkLst>
        </pc:spChg>
      </pc:sldChg>
    </pc:docChg>
  </pc:docChgLst>
  <pc:docChgLst>
    <pc:chgData name="Олександр Зик" userId="c7a628fe0823e5d5" providerId="LiveId" clId="{C9805980-5208-4316-8775-26D078E22625}"/>
    <pc:docChg chg="addSld delSld modSld">
      <pc:chgData name="Олександр Зик" userId="c7a628fe0823e5d5" providerId="LiveId" clId="{C9805980-5208-4316-8775-26D078E22625}" dt="2024-07-06T20:33:05.734" v="15" actId="20577"/>
      <pc:docMkLst>
        <pc:docMk/>
      </pc:docMkLst>
      <pc:sldChg chg="modSp mod">
        <pc:chgData name="Олександр Зик" userId="c7a628fe0823e5d5" providerId="LiveId" clId="{C9805980-5208-4316-8775-26D078E22625}" dt="2024-07-06T20:32:41.905" v="6" actId="20577"/>
        <pc:sldMkLst>
          <pc:docMk/>
          <pc:sldMk cId="2185547831" sldId="296"/>
        </pc:sldMkLst>
        <pc:spChg chg="mod">
          <ac:chgData name="Олександр Зик" userId="c7a628fe0823e5d5" providerId="LiveId" clId="{C9805980-5208-4316-8775-26D078E22625}" dt="2024-07-06T20:32:41.905" v="6" actId="20577"/>
          <ac:spMkLst>
            <pc:docMk/>
            <pc:sldMk cId="2185547831" sldId="296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C9805980-5208-4316-8775-26D078E22625}" dt="2024-07-06T20:33:05.734" v="15" actId="20577"/>
        <pc:sldMkLst>
          <pc:docMk/>
          <pc:sldMk cId="4076167048" sldId="297"/>
        </pc:sldMkLst>
        <pc:spChg chg="mod">
          <ac:chgData name="Олександр Зик" userId="c7a628fe0823e5d5" providerId="LiveId" clId="{C9805980-5208-4316-8775-26D078E22625}" dt="2024-07-06T20:33:05.734" v="15" actId="20577"/>
          <ac:spMkLst>
            <pc:docMk/>
            <pc:sldMk cId="4076167048" sldId="297"/>
            <ac:spMk id="11" creationId="{C1431629-8DEA-0DDD-6161-8DCB099E78B0}"/>
          </ac:spMkLst>
        </pc:spChg>
      </pc:sldChg>
      <pc:sldChg chg="add del">
        <pc:chgData name="Олександр Зик" userId="c7a628fe0823e5d5" providerId="LiveId" clId="{C9805980-5208-4316-8775-26D078E22625}" dt="2024-07-06T20:31:07.248" v="1"/>
        <pc:sldMkLst>
          <pc:docMk/>
          <pc:sldMk cId="1441000451" sldId="32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7DA98-AC2B-458A-9A0F-9A44AF30D1B1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ECC2D0-2118-4639-B227-63D99E33AD3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545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9761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008395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003531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391213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525972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493318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7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293825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8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73183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9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503367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B7A31E-418E-4DE8-A9DC-384EAF745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952CDCEF-8408-4795-BD80-C713FAFDE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EEE9BA0-2917-4C57-8FED-94871166F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B767-F1D8-43D1-B174-C01FD4550FC4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26B2D7E-1695-4812-B542-0F73092CF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5F15CC3-15DC-43B9-B262-43AB6AE63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F1E0-242B-4B30-9A0E-D15ACCFDA0E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145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96F72-2C2B-4308-A88D-55E1154E8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C63135A-42CF-4CBB-82D3-4173E3209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BB0555D-5042-4466-B8CC-6E6DF8776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B767-F1D8-43D1-B174-C01FD4550FC4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2776528-EBE0-4FBC-B0EA-B039135B5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DC19CE8-176B-4800-93C7-A1AD4B277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F1E0-242B-4B30-9A0E-D15ACCFDA0E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4449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848C4F-B0F4-4783-900A-BF5F59150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7A10FF0-0CDB-4DDC-9468-2D121C0E3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A3910F0-EAA8-4548-A9B2-C05CD910D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B767-F1D8-43D1-B174-C01FD4550FC4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1FEBCEC-D141-4C57-8BC5-1E1AB0D65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158BB4E-7306-496F-82EA-829CF0B21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F1E0-242B-4B30-9A0E-D15ACCFDA0E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10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D06E6C-350E-4EF8-9E29-E11054C7F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7212C2C-B8E6-48D5-A621-3277C8CC4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826DC7C-53B9-4A66-8E2F-D5624608E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A06666C-D21E-47C0-949A-673A2605E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B767-F1D8-43D1-B174-C01FD4550FC4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8FF58DE-B695-4A82-895F-532D12FE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33AE863-83CA-4677-9C50-0DEB85C32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F1E0-242B-4B30-9A0E-D15ACCFDA0E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539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FB4E4A-38CE-4410-B27F-EA5F68034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9C85490-03F0-45A6-8F12-5A591E99C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2868738-1FB5-4802-A3A5-092FDC26CA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8FD644D4-BCBE-4BFE-905E-BFB1451D50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0078EF85-EB52-4F19-A978-9590D66326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8A9D9E30-CFFD-42FB-A453-9FC0C3336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B767-F1D8-43D1-B174-C01FD4550FC4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3E171306-80AC-4B7F-AB96-10C6C5DA4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98795E85-7E42-493B-8B07-D8710E2EC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F1E0-242B-4B30-9A0E-D15ACCFDA0E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2601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516E0-E681-4234-8C52-B2AA6B970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C6C30816-65BA-45B4-80D4-72F714643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B767-F1D8-43D1-B174-C01FD4550FC4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23DFE249-5972-48EA-93EC-6AC3CD6AE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39A8EC37-33C6-4A31-9185-43B88D41A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F1E0-242B-4B30-9A0E-D15ACCFDA0E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888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BBA68967-3629-478A-8CB0-C78EFC66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B767-F1D8-43D1-B174-C01FD4550FC4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7C2790DE-FEF3-47B1-A9F0-E6FE6AC6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E0C4949B-6A78-4630-8D1C-46D723B53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F1E0-242B-4B30-9A0E-D15ACCFDA0E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716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0C7F4-127F-462C-B150-0F592750B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83A0926-CEB5-4944-90A0-5117CF549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EB64666-C7A1-402F-97A1-4527574D8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694F887-0C6F-4C10-A9A5-9634D8271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B767-F1D8-43D1-B174-C01FD4550FC4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081DC01-F6A6-4E9D-94B1-B91974E58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231009D-35A5-4A29-AD81-270A7906A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F1E0-242B-4B30-9A0E-D15ACCFDA0E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045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B3071E-5D09-4559-9C0C-38B67EB39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FD63D51C-AD06-4FA1-9F92-C806A13CEF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EF799FE-2FCA-4D6B-A820-3850D1C6A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0B6CA5A-9094-492B-A963-9E4470301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B767-F1D8-43D1-B174-C01FD4550FC4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B5AF094-A7DC-4B1D-981D-A13856377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711DDBC-A6E8-479D-8607-9AA738B5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F1E0-242B-4B30-9A0E-D15ACCFDA0E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900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4C59F-E22D-400C-96CA-C7DD91EB6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7B4A4FF-8EB3-419D-8EBA-1B99EC980A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4CA674B-E550-4726-AA72-E3F9EAE0F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B767-F1D8-43D1-B174-C01FD4550FC4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AF33B8A-5BF3-4771-9C2B-BA224D4A6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A2DE928-1436-4D1A-98E2-AA8FCF372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F1E0-242B-4B30-9A0E-D15ACCFDA0E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277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8CF451EB-D03F-4CE8-9BA8-144E3E6969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4E66B603-168B-47CB-8075-37C1DD7F1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14222B5-70B8-4D1D-A716-ED315C073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B767-F1D8-43D1-B174-C01FD4550FC4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7C2F4C0-9F1E-499D-8796-F0C0AE9D0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C1261D2-A1E8-4DA0-BE92-E76B951AF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0F1E0-242B-4B30-9A0E-D15ACCFDA0E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961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B563B9FA-5C84-4A63-9E95-86757E8C0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48027D3-EDCF-4C08-97AD-0B7320D66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0BFAB69-BF19-48EC-981D-E289F33E86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4B767-F1D8-43D1-B174-C01FD4550FC4}" type="datetimeFigureOut">
              <a:rPr lang="ru-RU" smtClean="0"/>
              <a:t>10.01.2026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3F32D7B-A5E7-4359-ACB8-8921A280E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E5F8A6C-0CD1-450D-8370-8A809DDD97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0F1E0-242B-4B30-9A0E-D15ACCFDA0EB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4978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FB16E3BF-C8A2-367D-7C88-3BFAD88D2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013556" y="2459504"/>
            <a:ext cx="104403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лишь один достоин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принять всю честь</a:t>
            </a:r>
          </a:p>
        </p:txBody>
      </p:sp>
    </p:spTree>
    <p:extLst>
      <p:ext uri="{BB962C8B-B14F-4D97-AF65-F5344CB8AC3E}">
        <p14:creationId xmlns:p14="http://schemas.microsoft.com/office/powerpoint/2010/main" val="1799606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FB16E3BF-C8A2-367D-7C88-3BFAD88D2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013556" y="2459504"/>
            <a:ext cx="104403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Славы достоин всей,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 на свете</a:t>
            </a:r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есть</a:t>
            </a:r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90131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FB16E3BF-C8A2-367D-7C88-3BFAD88D2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875810" y="1997839"/>
            <a:ext cx="104403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Всё, что </a:t>
            </a:r>
            <a:r>
              <a:rPr lang="uk-UA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взял на крест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никому не счесть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Живём Тобой</a:t>
            </a:r>
          </a:p>
        </p:txBody>
      </p:sp>
    </p:spTree>
    <p:extLst>
      <p:ext uri="{BB962C8B-B14F-4D97-AF65-F5344CB8AC3E}">
        <p14:creationId xmlns:p14="http://schemas.microsoft.com/office/powerpoint/2010/main" val="3731302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7549185F-693A-2BE5-9425-A4473C879C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936173" y="1536174"/>
            <a:ext cx="1059514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Агнец Святой,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был вознесён на трон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Каждый из нас любовью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Твоей спасён</a:t>
            </a:r>
          </a:p>
        </p:txBody>
      </p:sp>
    </p:spTree>
    <p:extLst>
      <p:ext uri="{BB962C8B-B14F-4D97-AF65-F5344CB8AC3E}">
        <p14:creationId xmlns:p14="http://schemas.microsoft.com/office/powerpoint/2010/main" val="1590780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7549185F-693A-2BE5-9425-A4473C879C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42771" y="2551837"/>
            <a:ext cx="121819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Имя Твоё, Иисус, выше всех имён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Живём Тобой, мы живём Тобой</a:t>
            </a:r>
          </a:p>
        </p:txBody>
      </p:sp>
    </p:spTree>
    <p:extLst>
      <p:ext uri="{BB962C8B-B14F-4D97-AF65-F5344CB8AC3E}">
        <p14:creationId xmlns:p14="http://schemas.microsoft.com/office/powerpoint/2010/main" val="2185547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3A693E52-D4D2-2B24-6B77-F5B63F1AB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536959" y="1997839"/>
            <a:ext cx="1139357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Святый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нет Тебе подобных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Нет других достойных,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хочу познать Тебя, Бог</a:t>
            </a:r>
          </a:p>
        </p:txBody>
      </p:sp>
    </p:spTree>
    <p:extLst>
      <p:ext uri="{BB962C8B-B14F-4D97-AF65-F5344CB8AC3E}">
        <p14:creationId xmlns:p14="http://schemas.microsoft.com/office/powerpoint/2010/main" val="3452320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3A693E52-D4D2-2B24-6B77-F5B63F1AB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129582" y="1997839"/>
            <a:ext cx="1193283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Светом жизнь мою наполни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глаза открой мне, чтоб увидеть кто Ты, Бог мой</a:t>
            </a:r>
          </a:p>
        </p:txBody>
      </p:sp>
    </p:spTree>
    <p:extLst>
      <p:ext uri="{BB962C8B-B14F-4D97-AF65-F5344CB8AC3E}">
        <p14:creationId xmlns:p14="http://schemas.microsoft.com/office/powerpoint/2010/main" val="4076167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1ADF04F-6B4D-B254-DB22-D5AF00C149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936173" y="2459504"/>
            <a:ext cx="1059514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любви Твоей я строю жизнь - она моё дыхание</a:t>
            </a:r>
          </a:p>
        </p:txBody>
      </p:sp>
    </p:spTree>
    <p:extLst>
      <p:ext uri="{BB962C8B-B14F-4D97-AF65-F5344CB8AC3E}">
        <p14:creationId xmlns:p14="http://schemas.microsoft.com/office/powerpoint/2010/main" val="3338057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mountain, outdoor, sky, nature&#10;&#10;Description automatically generated">
            <a:extLst>
              <a:ext uri="{FF2B5EF4-FFF2-40B4-BE49-F238E27FC236}">
                <a16:creationId xmlns:a16="http://schemas.microsoft.com/office/drawing/2014/main" id="{81ADF04F-6B4D-B254-DB22-D5AF00C149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bright="-22000" contrast="-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467492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551837"/>
            <a:ext cx="105951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любви Твоей я строю жизнь - нет лучше основания</a:t>
            </a:r>
          </a:p>
        </p:txBody>
      </p:sp>
    </p:spTree>
    <p:extLst>
      <p:ext uri="{BB962C8B-B14F-4D97-AF65-F5344CB8AC3E}">
        <p14:creationId xmlns:p14="http://schemas.microsoft.com/office/powerpoint/2010/main" val="18080965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116</Words>
  <Application>Microsoft Office PowerPoint</Application>
  <PresentationFormat>Широкий екран</PresentationFormat>
  <Paragraphs>29</Paragraphs>
  <Slides>9</Slides>
  <Notes>9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4</cp:revision>
  <dcterms:created xsi:type="dcterms:W3CDTF">2023-10-28T18:52:06Z</dcterms:created>
  <dcterms:modified xsi:type="dcterms:W3CDTF">2026-01-10T20:13:50Z</dcterms:modified>
</cp:coreProperties>
</file>