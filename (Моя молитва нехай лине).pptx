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5" r:id="rId2"/>
    <p:sldId id="336" r:id="rId3"/>
    <p:sldId id="337" r:id="rId4"/>
    <p:sldId id="33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C56F1-6049-4894-9D1E-CA10D9C8B033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1011D-E3FA-4908-BD8F-EB7CEA59EF8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98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36155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66466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89000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22768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BE09B-1B8C-4DE5-A31B-F40A7A5C5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EE399C0-4476-46D6-9EAB-C22ABF8BF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24A2BE9-3B95-4084-98D8-F0E11E5B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8F0BDF-E4CF-49E7-87B7-4715941A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5F85D4C-C2C9-477C-8B41-9DC475EB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98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0DF76-6287-4F0E-802F-64E1BAC3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A0DE8C-0759-4ECA-BFD9-BB798CF40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983BC1A-DEF9-4EE6-8910-93269C37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D7122E0-F102-4807-89CB-4506070A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D9D5D6F-5A01-4C97-B138-FA10C87F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0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5D74A-0DCB-4631-A935-A8BE75C47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DFD5B52-ACBE-4E33-AFEC-C369725C1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57A10F6-3320-4596-B674-3802E3C5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731B7F-BEE6-4EB9-9553-50787FD9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8B2D31-A4E0-4BA4-98F1-3FD086D6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77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E6290-94F4-4124-AAB8-B01F2CF3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F5A22D3-7B3A-45CE-999B-EF1F7E445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AD49106-925F-4097-BCB8-5C23EBE37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4225E0D-0661-4936-BAA5-AC002D25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716F6D1-44D2-454C-BF50-F816E6E9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C27AFBE-BBA5-4F1A-8563-829E7C93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91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7F45C-E8EA-4AFB-96FF-AA28DF28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8B0C196-1424-4438-A419-368977FD6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41A7C53-50B5-44AE-B398-3DAE8FB2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A243B62-F39F-4804-8D5C-A26529687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F7FFFED-D1A4-4107-AE41-ECD56E354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0BC0C82-917E-447B-8457-15C5F580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5E27156-99D5-45C3-AB3B-B0EAE147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9F49948-0CBF-4793-B6E8-78A2765D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16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B596C-4E6A-4ECA-919C-66F7DE6B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8EFBF07-FBB8-4DF7-823B-8896EABA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9A0B941-CA84-4ED2-9B4B-5D21C404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41BBCC9-1687-4FE0-B8D2-5B988FC3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98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1F694B6-BF99-4CA1-8469-BF67B4F9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93DBA3A-168B-4E6A-AACC-B2F7A34C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1F93B17-223E-482F-8D06-4FFECB80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74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609B8E-B927-48C4-8DEC-5E3F3CF1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B0B8E29-6267-43C6-BFA4-0FB75178D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FF0FE60-34D8-4B12-B4E2-80D965CA2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36620E7-A446-4A63-9B3F-82E10F18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9D5B600-BC38-44EA-9B3F-954BE66A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20C653F-1575-4A9A-9B2E-75BD6594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3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A59E2-F7E3-498E-A3D9-9639D6AA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33EB938-E20F-4CBD-9EF2-0A4077A5C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E8E4237-37FE-479E-8BA3-CF34D61DF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05E7D0D-4BBD-4E93-9C1C-574499C3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B0365A4-D7FC-4449-BA81-D80B3EBF4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915E4B4-09BE-458B-AF33-D5EC5C7C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105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516D1-49EA-4844-ACB4-84310C4E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86B2612-D93A-4FAE-81E9-73486D83F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A010A88-3A75-4859-931F-596B7A22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395D0C6-CA28-47A5-9EF5-B58AF0AF0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7F9304D-6CBC-404B-93F9-112F85BD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08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935285F-F211-4184-BC96-803498249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A20A122-AA0F-486C-B29B-0756119AE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04C40C-DD00-48EE-AC40-720BE954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293AC74-FF9E-41B6-AD37-2EB40F30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56B53EE-1E67-48F1-9E10-94280811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09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877E592-D272-4319-9A3A-F15EE14BD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18BF639-EF63-4224-8A39-572AA9B2D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8F695B-DF9B-4F33-9A3C-787296B14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E8E13-8641-4CD2-AF91-0D0F2B0673DC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3F20E4B-E852-4B48-BF5F-E547F5467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C2EF5F3-840D-44BB-98FB-92C1FC980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F627D-2CF4-404A-A4BD-D956322AE70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36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54937" y="1905506"/>
            <a:ext cx="108821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Моя молитва нехай лине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 Тебе наче фіміам.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пісня лине безупино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чудовий Твій небесний храм.</a:t>
            </a:r>
          </a:p>
        </p:txBody>
      </p:sp>
    </p:spTree>
    <p:extLst>
      <p:ext uri="{BB962C8B-B14F-4D97-AF65-F5344CB8AC3E}">
        <p14:creationId xmlns:p14="http://schemas.microsoft.com/office/powerpoint/2010/main" val="274263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54937" y="1905506"/>
            <a:ext cx="108821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Боже, я молюсь за Україну,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Боже, молю Тебе за людей,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їх прости, Ти їх спаси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милість Свою нам яви</a:t>
            </a:r>
          </a:p>
        </p:txBody>
      </p:sp>
    </p:spTree>
    <p:extLst>
      <p:ext uri="{BB962C8B-B14F-4D97-AF65-F5344CB8AC3E}">
        <p14:creationId xmlns:p14="http://schemas.microsoft.com/office/powerpoint/2010/main" val="411945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54937" y="1206914"/>
            <a:ext cx="108821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Боже, я знаю, що Ти будеш з нами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храмі Своєму під небесами,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Радісь і мир Ти дарував,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Життя за людей віддав,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Книгу життя нас записав</a:t>
            </a:r>
          </a:p>
        </p:txBody>
      </p:sp>
    </p:spTree>
    <p:extLst>
      <p:ext uri="{BB962C8B-B14F-4D97-AF65-F5344CB8AC3E}">
        <p14:creationId xmlns:p14="http://schemas.microsoft.com/office/powerpoint/2010/main" val="281204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54937" y="1905506"/>
            <a:ext cx="108821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Своєму Слові живому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для життя веління дав,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Щоб люди всі молились Тому,</a:t>
            </a:r>
          </a:p>
          <a:p>
            <a:pPr algn="ctr"/>
            <a:r>
              <a:rPr lang="uk-UA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Хто на хресті за них вмирав</a:t>
            </a:r>
          </a:p>
        </p:txBody>
      </p:sp>
    </p:spTree>
    <p:extLst>
      <p:ext uri="{BB962C8B-B14F-4D97-AF65-F5344CB8AC3E}">
        <p14:creationId xmlns:p14="http://schemas.microsoft.com/office/powerpoint/2010/main" val="16200374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103</Words>
  <Application>Microsoft Office PowerPoint</Application>
  <PresentationFormat>Широкий екран</PresentationFormat>
  <Paragraphs>21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2024-02-24T21:18:59Z</dcterms:created>
  <dcterms:modified xsi:type="dcterms:W3CDTF">2024-02-24T21:32:08Z</dcterms:modified>
</cp:coreProperties>
</file>