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04" r:id="rId3"/>
    <p:sldId id="307" r:id="rId4"/>
    <p:sldId id="305" r:id="rId5"/>
    <p:sldId id="306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2DC16-C304-445C-B007-318EE82A0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39AB54-5BCB-4722-8EA7-EBD9A8405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02A985-76E2-463B-982C-93CFC0A63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0937-A958-44C0-BAB2-9FDF18312491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4FFD21-5900-4CA5-905D-42AB1C6A9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F825AB-B489-492A-B109-438CE33D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31AC9-5D0C-4CE5-96DA-81ED3E0DEFE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07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687122-68B2-45E8-9725-B06D23BBF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CE5A26-8F51-4AFA-AC62-8F1FF62EF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E6F5EB-2085-4D19-903C-44B0926A7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0937-A958-44C0-BAB2-9FDF18312491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D900A7-EC19-4DA0-BEE7-65E40452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DD5B9D-9715-4427-8948-9CEBAFA0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31AC9-5D0C-4CE5-96DA-81ED3E0DEFE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6194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8FA106-F8F4-4E62-84EE-9EA0A335E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46C811-F888-496C-A698-AB8A1D89B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AFE7B8-42F9-4FFC-BD82-4E7CE94F0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0937-A958-44C0-BAB2-9FDF18312491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CF90EB-DE73-4D06-B365-030B4A40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77590-603E-4DFF-ADC6-41BA9572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31AC9-5D0C-4CE5-96DA-81ED3E0DEFE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85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78BA23-E114-4E85-B988-F8438E157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F0865A-A84B-4C7E-9CB5-1C421C0A2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1BB1F4-7B64-419E-9CE7-947E8DDC3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0CEFF0-F377-403D-A725-42643BDC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0937-A958-44C0-BAB2-9FDF18312491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8013B3-432D-416C-AAC1-B3BB4F741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436C1D-080B-4DC6-8CBE-6C175F7E4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31AC9-5D0C-4CE5-96DA-81ED3E0DEFE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401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E18BC-20AC-4380-87AC-E322A6B1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A2A767-3201-4678-98D5-DA2AA34E8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307F616-B307-4714-BA36-BC0D1112C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7E3C3-3890-446F-9B18-E5B3E6E4C5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6719EC-7BBB-4C35-9122-A017792CF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CF949C6-EE3A-48D8-8E72-CD0AF715C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0937-A958-44C0-BAB2-9FDF18312491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2F70689-D407-45A9-8F99-250DC971E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E5818FA-D6E1-42D8-A71F-95D88D71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31AC9-5D0C-4CE5-96DA-81ED3E0DEFE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267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26845-770C-4530-ACFA-2D21E2AC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266E11-A00B-475E-9AA0-BF7A90516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0937-A958-44C0-BAB2-9FDF18312491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8AB8034-0D0E-425A-B016-1FA92A02C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5DB602-1208-4EFB-87B0-46A594A0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31AC9-5D0C-4CE5-96DA-81ED3E0DEFE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4F58A0B-724A-4D60-95B1-B4D026B9B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0937-A958-44C0-BAB2-9FDF18312491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F45D90E-7794-4694-8EE9-31AFFDCA6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CC2B80-3616-4B0C-8BBF-9D4F0D51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31AC9-5D0C-4CE5-96DA-81ED3E0DEFE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786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F4CE28-ECFA-4BFA-B1D9-AA3F48055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E5B630-DD7F-4F63-B547-B0F6EFC8D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4FC443-C455-45DC-91A3-33EFBF1FB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573586-BC81-4807-A5B8-1D10C912C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0937-A958-44C0-BAB2-9FDF18312491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E6791D-7873-4637-9D13-DE71B429F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D79705-D6AE-485A-B081-EF273703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31AC9-5D0C-4CE5-96DA-81ED3E0DEFE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389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060E3C-AFD2-4D7B-B4E4-17D91EE93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D13E6FF-4B39-4DCF-888B-AF0046C6E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377939-8038-4C2F-B07E-0E36CC8E5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299468-23CA-46AF-B178-20D1E7672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0937-A958-44C0-BAB2-9FDF18312491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43A396-0D42-4701-9F89-163E33E37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CD7FF1-4BC4-462B-A3A4-00593536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31AC9-5D0C-4CE5-96DA-81ED3E0DEFE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038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57CE8-EB47-4D4D-AE50-98C502475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850097-EF3C-4160-854B-DEDAEFE76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F5C1BA-FA82-4A13-9B89-226B6A82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0937-A958-44C0-BAB2-9FDF18312491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A3195B-4061-4EEA-BC81-E6C59C76D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24B756-C2E0-495F-82B6-027B3211C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31AC9-5D0C-4CE5-96DA-81ED3E0DEFE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487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12A45B8-F177-4777-A179-6E347CB31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98ECC2-DFBF-4921-8908-4FD9965DF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D683C3-257E-4C2B-B02C-65FC2EDE2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0937-A958-44C0-BAB2-9FDF18312491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D73809-F792-4BCC-9CC5-3D407075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AD888C-8139-48E2-9CE3-BF1602A17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31AC9-5D0C-4CE5-96DA-81ED3E0DEFE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56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9EDF28-E968-4487-AF34-E74EFE935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0CDFB5-F735-4DEB-AD4F-F40027427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331B9B-CDE2-4226-8CC7-3432949791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D0937-A958-44C0-BAB2-9FDF18312491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705E3D-65AE-45D2-9217-500A80023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726E65-B642-49C9-9A77-455312061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31AC9-5D0C-4CE5-96DA-81ED3E0DEFE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155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821735" y="1573303"/>
            <a:ext cx="105485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Меняешь атмосферу в нас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Ибо Дух Господень здесь-сейчас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нам не нужно много фраз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Дух Господень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Здесь-сейчас</a:t>
            </a:r>
          </a:p>
        </p:txBody>
      </p:sp>
    </p:spTree>
    <p:extLst>
      <p:ext uri="{BB962C8B-B14F-4D97-AF65-F5344CB8AC3E}">
        <p14:creationId xmlns:p14="http://schemas.microsoft.com/office/powerpoint/2010/main" val="2311663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821735" y="2311967"/>
            <a:ext cx="105485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До избытка излей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сердце наше любовь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Твою любовь, Бог</a:t>
            </a:r>
          </a:p>
        </p:txBody>
      </p:sp>
    </p:spTree>
    <p:extLst>
      <p:ext uri="{BB962C8B-B14F-4D97-AF65-F5344CB8AC3E}">
        <p14:creationId xmlns:p14="http://schemas.microsoft.com/office/powerpoint/2010/main" val="298353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821735" y="2274838"/>
            <a:ext cx="105485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стоим пред Тобой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окруженные вновь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Твоей любовью</a:t>
            </a:r>
          </a:p>
        </p:txBody>
      </p:sp>
    </p:spTree>
    <p:extLst>
      <p:ext uri="{BB962C8B-B14F-4D97-AF65-F5344CB8AC3E}">
        <p14:creationId xmlns:p14="http://schemas.microsoft.com/office/powerpoint/2010/main" val="1765989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821735" y="1942635"/>
            <a:ext cx="105485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 Дух Святой нас обнови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Тебя так жаждем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Волю Твою, Царство Твое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призываем</a:t>
            </a:r>
          </a:p>
        </p:txBody>
      </p:sp>
    </p:spTree>
    <p:extLst>
      <p:ext uri="{BB962C8B-B14F-4D97-AF65-F5344CB8AC3E}">
        <p14:creationId xmlns:p14="http://schemas.microsoft.com/office/powerpoint/2010/main" val="790566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821735" y="1942635"/>
            <a:ext cx="105485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Поём Тебе хвалу,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Поём Тебе, наш Царь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Любовь, что бесконечна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Наполняет, наполняет нас</a:t>
            </a:r>
          </a:p>
        </p:txBody>
      </p:sp>
    </p:spTree>
    <p:extLst>
      <p:ext uri="{BB962C8B-B14F-4D97-AF65-F5344CB8AC3E}">
        <p14:creationId xmlns:p14="http://schemas.microsoft.com/office/powerpoint/2010/main" val="2651663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70</Words>
  <Application>Microsoft Office PowerPoint</Application>
  <PresentationFormat>Широкий екран</PresentationFormat>
  <Paragraphs>19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3</cp:revision>
  <dcterms:created xsi:type="dcterms:W3CDTF">2025-05-28T20:01:19Z</dcterms:created>
  <dcterms:modified xsi:type="dcterms:W3CDTF">2025-06-15T13:19:50Z</dcterms:modified>
</cp:coreProperties>
</file>