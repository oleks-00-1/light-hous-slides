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B8489-9C3E-447E-8AC9-663C06BD5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F75EB3D-380A-47DC-BD72-AC5B0C68C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6A28B91-86E8-4117-AB84-1635194EC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3B5FE5-8E00-4007-BD98-949346F5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67D1057-1A9D-4449-B3D3-B01B1802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84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855B0-B946-48A1-9270-BA505033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B63357-DF76-41B0-96A1-E469E96E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28A46A-FF62-4342-85E0-915799B3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148EE4E-033B-48C2-ACAF-C7FEBB54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993943-BB56-4CE6-AEA4-5313598B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1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6F0F6-B039-47E7-8199-90E0F8529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1BBC02-CA41-43CF-BDFE-5BF546722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2E76804-7AFA-43D4-B039-07212B98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7C6F72-D2F9-43C5-A6F6-6CDFB384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ECE729-9D31-4693-B47F-74A454AD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23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E3662-D5BA-42B8-8AD2-29044500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8E8A5F-8496-42D5-8376-73AFC358B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4B132AD-21A0-46E5-93EC-33BD63847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96797F7-8EFB-4BCE-A749-B7CEB79E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91CF467-BFEB-4273-9DCB-01EA2E69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9E98217-E085-48C7-AA8B-0812CD40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66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B1CBE-7512-430F-AE7A-3C4F77C8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452490D-DE0B-48E3-9B2E-3F55ED69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3C94D62-FFC4-466C-A0D9-B12EF5EB9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AD1FACB-81A1-474C-9D20-163A7F2D8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2E44826-28AD-40D6-9E51-778438A2F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2EAB86D-AD26-469C-B314-D1C5D4C3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2B1644C-803C-422C-9AE0-BFD59779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51901DD-CD49-4DE1-9B16-F0334ADF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5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ECD31-EF3B-43AB-B14C-5D1C0AE0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17CD289-76F7-4957-A6B5-A178AE36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C48D66F-0CB1-4275-AD6D-0A7D3D95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EC0E5B6-BD28-4850-890F-923C83CF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94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2BA59F4-50B4-461D-8557-75D1D439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A69606A-3682-45DB-866C-085D285E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F9DA8CE-C47A-40C4-B1A4-6564363D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79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DC683-D98C-478D-9CA1-9999C5F5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DCDC78-3DC3-49E0-928B-92262B58B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11AF2BC-9307-486E-83F0-BA37EE358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852E569-25FB-4E69-A078-793BB34A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306BAC2-6546-4742-BEBA-D01B95ED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BC8427-D781-49F0-830C-6C0622CE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3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2D584-8F41-4514-AAC9-F0DF369C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8FB2189-BAA9-4A0C-832A-5A4147AF5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4966024-1555-4304-A3F1-D6ADF686B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42153AE-0225-4584-B672-DECB96AF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4E399D6-D56E-4648-B83B-019458B7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1933575-2D82-427E-AB9D-164AEFC2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6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0F49B-9EBC-466C-8422-138F0C79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0546E3A-C152-4269-A812-EA851DBB3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FC4D55F-16F0-4D44-A9A9-A3AA7689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06AFABC-BAD1-4449-B32F-B63A000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2D6937-A8D4-4D52-B514-0942B252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50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C613AAA-21E2-4419-A334-934E72860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0830515-1463-47F9-B752-E6D9900B2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FA5D11-6FAF-40F0-ADC4-DBE0ED44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50466F-0B84-4A5B-B6A6-7551147A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BE8818-CB12-47E7-98D1-2C01AD2C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23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BB77166-F739-4700-AE9A-3AC21076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E0BAD0D-FCFF-4D5E-B3DB-1518FE6E3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F2AADDF-43EF-4B9E-A576-54F1AC336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12312-5FE8-4F23-8AF7-38D1913A5E2E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889021-8E2A-4A17-8999-ACE65454C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5F2FEB8-7907-4412-AE48-1F7A2187F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96303-9FEE-406C-A84E-7415DFCC906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70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2274838"/>
            <a:ext cx="10697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взыв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 к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ac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ac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в руках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x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9838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2274838"/>
            <a:ext cx="10697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зьми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рдц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зум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гр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exa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ви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74030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1905506"/>
            <a:ext cx="10697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 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ca 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cex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выш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эт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имя,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c!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лы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ни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ca!    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533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2307237"/>
            <a:ext cx="10697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X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ace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м,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 в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литв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1857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244273" y="2274838"/>
            <a:ext cx="117028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рушит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вы тьмы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рнуть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пути.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ршил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для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5020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244273" y="1937905"/>
            <a:ext cx="117028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ь, 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когда ряд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ы,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ы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вью,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г, двери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рдц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o!</a:t>
            </a:r>
          </a:p>
        </p:txBody>
      </p:sp>
    </p:spTree>
    <p:extLst>
      <p:ext uri="{BB962C8B-B14F-4D97-AF65-F5344CB8AC3E}">
        <p14:creationId xmlns:p14="http://schemas.microsoft.com/office/powerpoint/2010/main" val="263617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244273" y="1905506"/>
            <a:ext cx="117028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ь, я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лы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сокрыт в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Свят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</a:t>
            </a:r>
          </a:p>
        </p:txBody>
      </p:sp>
    </p:spTree>
    <p:extLst>
      <p:ext uri="{BB962C8B-B14F-4D97-AF65-F5344CB8AC3E}">
        <p14:creationId xmlns:p14="http://schemas.microsoft.com/office/powerpoint/2010/main" val="11902437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340</Words>
  <Application>Microsoft Office PowerPoint</Application>
  <PresentationFormat>Широкий екран</PresentationFormat>
  <Paragraphs>24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2026-03-07T22:24:09Z</dcterms:created>
  <dcterms:modified xsi:type="dcterms:W3CDTF">2026-03-07T22:29:59Z</dcterms:modified>
</cp:coreProperties>
</file>