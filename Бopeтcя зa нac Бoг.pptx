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DB207-5D55-42C5-9BF9-A4C2641DE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5D4BCAE-C9E4-4677-9104-E016F19A7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5859348-7FFC-4A32-834D-6256E360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920C93D-A6DD-4E0E-89E8-C90D6A93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0C005B1-1097-4631-8121-A090C79D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860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BF181-93B3-416B-8F8F-BF3232E9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4C25FCD-7605-4535-B355-963C3093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1759C2D-C33B-4ED2-9E6F-170FA3DB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BCF0CA-57A2-4758-9A30-BA3DDA46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E2A57A2-230B-4C18-A542-3F229AE8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117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F4777-FF3A-4D0B-8F94-329935E2F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5D6977A-0F0A-430D-8A4F-0C787609F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C2FFBC4-1C66-40D5-99A4-B39FEBDB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152818B-6DD6-43BD-8071-F1668CA2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81B25A2-5821-4F82-ADCC-4CD91711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58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40001-4763-422F-8EF2-973480E9E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990726B-2A97-48C0-9BAD-F91F743CA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26B42AF-AF1C-41EA-9EB4-541815C1A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7FBA923-3FE9-403A-8957-ACD24A97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318C3E7-8E2D-409A-B4BA-38AA5713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E58C288-DFCD-4825-BADE-07E8C74E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35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0ABC1-8841-4766-B1B9-1E28A12A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3E70108-C851-44FF-A482-C3F43C173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E255E1E-F8FE-46EB-8DAC-478BAB264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3FB3D29-A747-420E-84AC-EFDC586D7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4CF6288-2F7D-4806-9DB2-FCCB1231B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012E9E2-D0AE-475E-B684-1E6EDDDCF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E75E64D-6EB9-446C-BCFA-69910818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165890C-6376-46D3-99A6-17563419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00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64C55-4623-46E2-A298-37E0395B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098C33F-7BDE-43CC-B909-6CF5D8A2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561DC39-8571-40D5-9E8B-91CB09BD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759D6FE-A77B-4813-BF4E-B9402975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79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0DE17F0-5EE5-44C3-8C54-D7553EA2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81C8076-471D-4A44-9758-CAC124AC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88FDE01-4938-463F-A79B-25C9A97E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92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9A813-24DA-4985-BB70-E564E77E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826AF05-10B1-464E-96B4-080CB71B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129B4F8-3916-4308-83ED-6E86832D3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39309F0-CAAD-4629-A638-8B71BFD9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1966450-E713-49BC-831D-C8853F01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7282722-6AD9-400F-B364-AF7A43E3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59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253AA-678B-485B-B808-E19FC203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4A5477C-8DC4-4055-8B1C-64D502F7A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C6B148A-04E6-422B-9C65-9930DC40B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5FDDBBD-50B0-4C6E-B839-31229CF8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AE18C08-FFA2-48A2-B17A-EFDCB03DC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3BACAA3-894B-4395-AE64-0B1ADD5B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66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96795-FFA1-432F-8E92-B3417394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71D386B-F1BE-48FC-B20F-05EE72C6D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05687C0-2D4F-453A-8A05-77871E0B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F1BB0A-1272-4F0B-830B-4350E097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C4F75E8-B5D6-4A67-9B90-899E8E7E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48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B41A555-A775-477C-864F-6EA01FAC2C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D12F6EF-159A-423F-A42F-BEE46D712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343B7C3-4794-4000-862E-25D21EC26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8BBAE38-F2DF-49AF-ABF7-B734A3E7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19AFF71-C462-415C-BCB0-7DEF1341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82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765AAB8-0798-4CB9-A967-DC0218EC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6B83243-8C7D-4B4E-8855-6C65CB55B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3ED610F-E1BF-4490-85CE-B16587F2E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196E6-B8DB-4592-90E6-E9BECD99707E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670AFB1-7FB6-4A31-8D07-CED1599AE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876C541-61D7-4874-ACCE-B85A421BA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20EA2-D6AF-4393-8FBD-CC9AC314CEB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4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85539" y="1905506"/>
            <a:ext cx="116209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apo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и в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бим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</a:t>
            </a:r>
          </a:p>
        </p:txBody>
      </p:sp>
    </p:spTree>
    <p:extLst>
      <p:ext uri="{BB962C8B-B14F-4D97-AF65-F5344CB8AC3E}">
        <p14:creationId xmlns:p14="http://schemas.microsoft.com/office/powerpoint/2010/main" val="39041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85539" y="1905506"/>
            <a:ext cx="116209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ля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ши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pex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п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тил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ы, в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эт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бим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</a:t>
            </a:r>
          </a:p>
        </p:txBody>
      </p:sp>
    </p:spTree>
    <p:extLst>
      <p:ext uri="{BB962C8B-B14F-4D97-AF65-F5344CB8AC3E}">
        <p14:creationId xmlns:p14="http://schemas.microsoft.com/office/powerpoint/2010/main" val="37304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85539" y="2274838"/>
            <a:ext cx="116209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жить, я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pece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живу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Имя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ca</a:t>
            </a:r>
          </a:p>
        </p:txBody>
      </p:sp>
    </p:spTree>
    <p:extLst>
      <p:ext uri="{BB962C8B-B14F-4D97-AF65-F5344CB8AC3E}">
        <p14:creationId xmlns:p14="http://schemas.microsoft.com/office/powerpoint/2010/main" val="2006949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85539" y="2274838"/>
            <a:ext cx="116209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жить, я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згл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шу и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</a:p>
          <a:p>
            <a:pPr algn="ctr"/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Имя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ca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009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42769" y="1905506"/>
            <a:ext cx="119064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илу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ия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Ц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apc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Сын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уж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M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клиц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клиц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80024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297</Words>
  <Application>Microsoft Office PowerPoint</Application>
  <PresentationFormat>Широкий екран</PresentationFormat>
  <Paragraphs>18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2026-04-04T19:19:05Z</dcterms:created>
  <dcterms:modified xsi:type="dcterms:W3CDTF">2026-06-06T20:47:33Z</dcterms:modified>
</cp:coreProperties>
</file>