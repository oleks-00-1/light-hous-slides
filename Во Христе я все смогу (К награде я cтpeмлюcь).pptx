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8" autoAdjust="0"/>
    <p:restoredTop sz="94660"/>
  </p:normalViewPr>
  <p:slideViewPr>
    <p:cSldViewPr snapToGrid="0">
      <p:cViewPr varScale="1">
        <p:scale>
          <a:sx n="65" d="100"/>
          <a:sy n="65" d="100"/>
        </p:scale>
        <p:origin x="1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0E851-FB71-411D-8240-BEFBCC6F1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BE0137E-F175-4F8A-85B9-03689475D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BE3833-A68C-4801-8C78-63E67BA5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D65905A-7F0F-4D05-B756-362A65EA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2D9B7D9-EC89-4E67-8968-B41F2E1F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1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C6C54-DECD-42E2-9417-069C51DA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915283-0357-4D08-B4A4-AFB670C50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913AF3C-80B2-4E12-B51E-D4AB22EE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CD44B06-328D-499A-B5CB-031E52FE7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247F652-6D81-4AB9-A655-895BDE16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41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E350B-CAE7-4400-9E9B-F7D154319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A18068C-B0AA-424E-970F-6802D3826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B90C0A-8071-4B7F-91D6-FA955B85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132E036-FDDE-4BBF-B0E2-B8D11247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640ADB3-8C97-45B2-AD37-A71CE4A8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36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0E784-B4BE-46A5-BF12-6F294069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C70C1B5-44A4-45DE-B8C1-B491B0AE4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722468F-934C-4A0A-BC81-1224A7E57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C853CF8-A632-4FA0-A04D-70A911E8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90B2137-6D7C-44E0-B35F-E8528C44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0628213-6211-41F6-BD0F-49155D73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22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9E7B9-654D-46C9-9967-C2797184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8A366D5-AA64-4565-94DD-43FFDAD4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9E83AB6-5BCB-4265-8EE7-8D1E30DEB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BCE9074C-195D-41A4-90F2-25E42F494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5FB3E8E-B94F-403D-8303-1B7C8C29B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F950DF2-34AD-4B52-9274-84A7047D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D25D524-C2B3-424E-A575-DB7AB805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14FB0B3-2441-45AB-8A9B-853D4C86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48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545D4-14D8-41BC-91D0-1B4B3539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B620BD7-EE2F-433E-A605-E498FC75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A652C7D-5A99-49C2-882F-5EEAF9A8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607165E-BFBD-4A9A-836A-A93A56E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7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E8193E8-B826-413A-9E1E-8C2B719C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65D0A11-45E8-440A-A4C2-85C0C9AE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A092A66-1C03-4BF7-965B-B63EC7D6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01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D3FD0-E88E-4899-BD08-1317B3F4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8E0F21F-D9B2-4021-A581-3C33712B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3708C05-D008-4A9B-83C4-E0682D83A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F97D895-8FE2-4B13-B392-6A2D57C6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27713BA-4CCC-4618-8D38-4CC9993E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80FD2FF-ED32-4334-9AD3-89FFC746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44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1A318-8883-40A2-BB6B-3F1845A2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8940A7E-6DBA-411A-AF54-9F1217044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003736F-713C-4635-9A09-A1293DFC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3CA3DDE-22F4-485A-9DD3-0967C480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FC88E68-74F0-474A-B9B8-C3F8E758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908A0E3-AA53-4688-9494-A230C75E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39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87E9F-CE1B-40F1-8FD0-18E0F4F4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BEC84F2-DFD5-437D-AF41-A90929DB9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B9B6BA-42D4-4AF3-AF9B-228A78D8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2F9013-40CC-4652-9E06-21F169D3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95651B9-6A1C-404C-9987-CAB6B29C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06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9FEB37C-458E-4275-A63F-7357D38C2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A021DAD-D60E-4410-82B1-17F1775AB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9988B24-AD42-4EE9-925F-51A35095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BA90D1-C5DE-4C13-A327-7F17BC94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2E80AB-9B7A-4952-9DFD-62D52D4C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64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712D1C1-A94E-4A5D-85AB-56E03D9B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E297712-48A9-4C3C-A460-A0EB1991B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079EE3-DD10-4ABF-B527-B1FF53C38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A2C29-B1FD-43F0-9AA4-BC1C78844A6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323099-1243-4B09-A5F7-BC6F9EA6D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4ADCC9C-07EC-4ED8-8022-B61362F0D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C3E79-DF67-4846-ACB6-987AD4CF931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98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700512" y="1914803"/>
            <a:ext cx="107909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награде я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млю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илы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endParaRPr lang="uk-UA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Живёт для 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041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7051" y="2284135"/>
            <a:ext cx="104978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Никт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ник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лит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 я</a:t>
            </a:r>
          </a:p>
        </p:txBody>
      </p:sp>
    </p:spTree>
    <p:extLst>
      <p:ext uri="{BB962C8B-B14F-4D97-AF65-F5344CB8AC3E}">
        <p14:creationId xmlns:p14="http://schemas.microsoft.com/office/powerpoint/2010/main" val="78563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7051" y="2284135"/>
            <a:ext cx="104978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c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ильн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o,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живёт</a:t>
            </a:r>
          </a:p>
        </p:txBody>
      </p:sp>
    </p:spTree>
    <p:extLst>
      <p:ext uri="{BB962C8B-B14F-4D97-AF65-F5344CB8AC3E}">
        <p14:creationId xmlns:p14="http://schemas.microsoft.com/office/powerpoint/2010/main" val="133680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47051" y="1545471"/>
            <a:ext cx="104978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й! Я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двинуть 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 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ю!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epo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й!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ять я буду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твё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Ук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пит 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Г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гу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13222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</Words>
  <Application>Microsoft Office PowerPoint</Application>
  <PresentationFormat>Широкий екран</PresentationFormat>
  <Paragraphs>15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2026-04-25T19:54:51Z</dcterms:created>
  <dcterms:modified xsi:type="dcterms:W3CDTF">2026-04-25T19:58:05Z</dcterms:modified>
</cp:coreProperties>
</file>