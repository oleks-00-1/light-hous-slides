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4" r:id="rId2"/>
    <p:sldId id="345" r:id="rId3"/>
    <p:sldId id="346" r:id="rId4"/>
    <p:sldId id="347" r:id="rId5"/>
    <p:sldId id="348" r:id="rId6"/>
    <p:sldId id="349" r:id="rId7"/>
    <p:sldId id="35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3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91EE7-2BCD-46B2-BD7A-CD2A94EA0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90E488-F064-4E23-BAC4-61F36EB82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1946D6-86B1-48BF-B817-BEE25B77C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B1DDF-7152-475B-AC4A-D667561E3D19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A06424-909F-4F40-B942-F5BAC7BB9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6A9C3A-13C0-4A94-A78C-02F3167F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2B73-046A-4C6E-9BE2-089CBF7260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011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DE22A-92A8-458A-B898-BCD458806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7B60D9-FFC4-46E1-A92A-C20407A09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F7CA15-FDB6-45AD-8EDD-27FA6A04D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B1DDF-7152-475B-AC4A-D667561E3D19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94791D-3710-4996-AF62-64DC5937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64B000-0DE7-4A89-AB71-38AA74FBC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2B73-046A-4C6E-9BE2-089CBF7260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25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65C54D-B9C2-4215-BAAC-ACC5F6DDE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FE3945-C3A6-431D-ACFD-F02D04CFC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542BDD-D1EF-49D6-89E6-3236075BB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B1DDF-7152-475B-AC4A-D667561E3D19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25FA22-95D0-4F75-BB10-DA265097E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ADEB67-414F-48E6-9896-68E58AA5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2B73-046A-4C6E-9BE2-089CBF7260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882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BA9C08-866D-4694-B773-67C0F8539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4AF779-57F7-4A93-8552-8C2C24B084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6624A1-B85A-431F-A075-AE798C874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1A7914-B17B-43E3-8F8E-C15FFB4B4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B1DDF-7152-475B-AC4A-D667561E3D19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FAE40B-D3C4-4286-A212-975395D36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17600C-7F27-42E8-BD34-EDEF0A00C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2B73-046A-4C6E-9BE2-089CBF7260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0555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51EF5B-D91B-4BE8-889A-A87C0C676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B7C422-69FF-4B26-89B3-63281FA5B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B567A5A-C785-4BAC-A473-A96424BD4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6E7506E-2872-4A02-A7AF-695991AB2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1D2CC2-FF01-4A2F-A8E7-E81B4FC582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1BA27B5-19D1-4E63-94D0-E1B753535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B1DDF-7152-475B-AC4A-D667561E3D19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2927F48-F256-4B57-9AEB-EA87DB8EE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4465B52-CE89-4E22-8EFF-CB4FC605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2B73-046A-4C6E-9BE2-089CBF7260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42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B0A8C7-4C0D-49EC-9DC1-86DE0475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ADED7B0-C343-4A62-B0F0-2463884EA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B1DDF-7152-475B-AC4A-D667561E3D19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D33A4DA-9EB4-42C7-95E0-AFDD106A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C4A567-5F13-47CB-8AFD-1DD0BC12F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2B73-046A-4C6E-9BE2-089CBF7260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293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FFA6F8A-7C2B-43D5-BC31-7F7A13B49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B1DDF-7152-475B-AC4A-D667561E3D19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9FD90F5-30B1-4745-BEE0-13F0C031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57C738-F2BA-4F55-814E-70EB7366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2B73-046A-4C6E-9BE2-089CBF7260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68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E7995-9B35-4630-8CB1-0875859CE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203AB2-068F-4D77-A14E-594F91D4F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3A2DB9-187B-4514-A921-4709EFD2C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B482E8-488F-49A4-8C0B-96622F8EA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B1DDF-7152-475B-AC4A-D667561E3D19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8E525A-451C-45A0-A040-20DC13326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19D3CB-DB3D-4421-9EF1-F6F9A3FF1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2B73-046A-4C6E-9BE2-089CBF7260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0579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22B10F-5050-45DB-8460-168720BF2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44E0D52-9CB1-43B4-9DA0-D61688F8FE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B51FF4-5423-4A0A-A6E4-9FE5D336E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39E088-F256-4104-B96D-4480CCFF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B1DDF-7152-475B-AC4A-D667561E3D19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CDD9CA-CF92-4CBA-9AC4-93231066E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D473713-1AC9-463A-8057-06BFE10AF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2B73-046A-4C6E-9BE2-089CBF7260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1701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7B90B5-33B4-4FBC-9ACA-84259A5D8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11EF84F-8B5E-45A0-A906-F9709BFC7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1C2409-CD28-4181-B206-95945BCD2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B1DDF-7152-475B-AC4A-D667561E3D19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8752B-E4F3-4EC7-B3A8-9D0C8A9C5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6D4A94-F56A-4323-8060-95CA106FF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2B73-046A-4C6E-9BE2-089CBF7260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437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1148A9D-5362-4308-BEC8-254840C889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05840C-4F0F-4B20-888D-69745C5CA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426337-D688-4E8B-A6F2-76F69317B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B1DDF-7152-475B-AC4A-D667561E3D19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04E969-6C3F-4B55-A70E-CED468F1B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D9D166-EEC3-4E13-97CA-6204BCEE1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2B73-046A-4C6E-9BE2-089CBF7260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35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0229F-535E-4A21-BE8B-A07464787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1EDC19-D343-4359-AF7A-8083B3EF6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B80022-E456-42BF-9620-2AD1FEDE64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B1DDF-7152-475B-AC4A-D667561E3D19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062DA4-1510-4DAC-902F-01AE59DAEA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2DF0EA-27F2-4608-B16A-5C9AA1591B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12B73-046A-4C6E-9BE2-089CBF7260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645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208976" y="2224038"/>
            <a:ext cx="97740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явилась во плоти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небеса теперь близки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О, что за таинство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60909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208976" y="2274838"/>
            <a:ext cx="97740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Священный дар разрушил зло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Отца открылась в Нем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О, что за радость нам!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92165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208976" y="2274838"/>
            <a:ext cx="97740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Придите поклониться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Господь!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Он лишь Один достоин!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27075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208976" y="2224038"/>
            <a:ext cx="97740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Вот Агнец праведный, святой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Поверит каждый пусть в Него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Радуется земля</a:t>
            </a:r>
          </a:p>
        </p:txBody>
      </p:sp>
    </p:spTree>
    <p:extLst>
      <p:ext uri="{BB962C8B-B14F-4D97-AF65-F5344CB8AC3E}">
        <p14:creationId xmlns:p14="http://schemas.microsoft.com/office/powerpoint/2010/main" val="28088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208976" y="2274838"/>
            <a:ext cx="97740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Нет больше обвинения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нас сила Воскресения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 имя Христа поем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36519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208976" y="2274838"/>
            <a:ext cx="97740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О, пой о благой вести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Открылось нас Небо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все творение славит</a:t>
            </a:r>
          </a:p>
        </p:txBody>
      </p:sp>
    </p:spTree>
    <p:extLst>
      <p:ext uri="{BB962C8B-B14F-4D97-AF65-F5344CB8AC3E}">
        <p14:creationId xmlns:p14="http://schemas.microsoft.com/office/powerpoint/2010/main" val="1649961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208976" y="2274838"/>
            <a:ext cx="97740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Пой о благодати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Боге Спасения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все творение славит</a:t>
            </a:r>
          </a:p>
        </p:txBody>
      </p:sp>
    </p:spTree>
    <p:extLst>
      <p:ext uri="{BB962C8B-B14F-4D97-AF65-F5344CB8AC3E}">
        <p14:creationId xmlns:p14="http://schemas.microsoft.com/office/powerpoint/2010/main" val="5093078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84</Words>
  <Application>Microsoft Office PowerPoint</Application>
  <PresentationFormat>Широкоэкранный</PresentationFormat>
  <Paragraphs>21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Lenovo</dc:creator>
  <cp:lastModifiedBy>Lenovo</cp:lastModifiedBy>
  <cp:revision>1</cp:revision>
  <dcterms:created xsi:type="dcterms:W3CDTF">2024-12-24T13:50:03Z</dcterms:created>
  <dcterms:modified xsi:type="dcterms:W3CDTF">2024-12-24T13:55:52Z</dcterms:modified>
</cp:coreProperties>
</file>