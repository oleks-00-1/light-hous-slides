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79" r:id="rId3"/>
    <p:sldId id="280" r:id="rId4"/>
    <p:sldId id="281" r:id="rId5"/>
    <p:sldId id="282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E5190D-D056-4FA6-9F05-772BDA7F6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D648F286-2102-4183-AE38-876C8EB91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0FB322D-D73B-41B0-897B-95F32EEF5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5E826-D04B-41A4-8F44-8DF66BA45D6D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2D4C22C-28D5-4898-AE0C-3821FF85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3AE0C33-CFC3-43A2-8FF5-10A795444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2E1A-B30C-4BB2-92D7-2EB7CA55E5C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609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E27F78-8A9D-438C-B6DB-D21135FAC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9F39D5C-E0FF-4D80-AD66-2B47149C1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0EE8EAA-D038-46F2-8067-ACDC992E0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5E826-D04B-41A4-8F44-8DF66BA45D6D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547D241-EF3B-46C6-83A8-C93A203C4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1E3FEE2-08FC-424A-A1A4-BF92FF6B8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2E1A-B30C-4BB2-92D7-2EB7CA55E5C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5762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87AB4-CE11-445A-8B96-2D4B81AB6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71F4A24-835D-4BB1-AC23-3718F4BE4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4ACFFD5-1019-42B8-9853-F87DDCF14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5E826-D04B-41A4-8F44-8DF66BA45D6D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11EEA17-2EA0-48AF-9E46-E7E08C46F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3204AF7-A3CD-4A71-B9E0-559FEE32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2E1A-B30C-4BB2-92D7-2EB7CA55E5C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011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98F46-4FE5-4C5D-8832-BA3654E19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E2CA3CC-65B7-4743-AC9B-5A585893A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F9025AF-4469-40E1-BBB3-765E181FB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B4D67B8-6700-440A-8EB3-CE2E4EAC6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5E826-D04B-41A4-8F44-8DF66BA45D6D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0C64D02-8355-4EAE-A68F-EE2117B1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F19AF08-7958-40FC-8359-9CB43E0FA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2E1A-B30C-4BB2-92D7-2EB7CA55E5C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362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A587B2-86F5-4545-827D-90B5F8B9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8CF7F3D-7596-4BDD-B4F0-0BDFB56BE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B799172-C3FD-40D5-8232-B14FDE5EA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DA0409E-487D-459A-8F62-DA57A7BC6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46C3C379-1595-486A-A5A0-BD531B08C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4DE0E0B4-F9E9-40B8-A026-A7B1842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5E826-D04B-41A4-8F44-8DF66BA45D6D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28B11C50-3939-409B-A20F-0676EC4C8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7F41F82-A5F8-4531-AA67-178E050D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2E1A-B30C-4BB2-92D7-2EB7CA55E5C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987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D00B24-964A-43A1-BDAA-C53BA3F91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2001E783-1FF8-4AAE-948A-728713983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5E826-D04B-41A4-8F44-8DF66BA45D6D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992F8D4C-4E91-47C2-B547-863F897E1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40B15AE-FAE4-4272-86EE-C24B63824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2E1A-B30C-4BB2-92D7-2EB7CA55E5C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29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98ACF668-B7A4-433C-8A65-8E9ECB76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5E826-D04B-41A4-8F44-8DF66BA45D6D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DB576BA-4CDD-4E99-9404-C43403A1C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BB21943-1F80-4339-884D-6D9293F7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2E1A-B30C-4BB2-92D7-2EB7CA55E5C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82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04453F-B6E0-49B4-B1F8-5C7117EAC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D771A77-62A1-4118-8552-490156BF2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D4C6C9C-148E-4841-A71C-1274D5EC6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1CB71D8-A71C-40E9-A70E-5C0BEC9CB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5E826-D04B-41A4-8F44-8DF66BA45D6D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BC1B37C-CAB6-4070-AA97-F35BD7400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6CEA5D0-ABEC-454D-8C1F-C1C8487E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2E1A-B30C-4BB2-92D7-2EB7CA55E5C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87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86734C-C471-452D-898B-FE869E256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59B15542-CE53-4035-8DA2-7D1105C0C6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E793205-A5E2-4D93-B4D3-30303193C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605FBE4-81B8-4CB5-932F-1273E184A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5E826-D04B-41A4-8F44-8DF66BA45D6D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7F55927-50F0-4D37-A431-6B8CB4D8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638402C-EBBF-4E8E-BE0C-DEFF542BB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2E1A-B30C-4BB2-92D7-2EB7CA55E5C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402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CD3F31-EE0C-4CC2-B872-467617702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1FC0A1A-BBD5-47B5-9627-DDEB03E26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22DFF24-F780-446B-9851-A427F91A1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5E826-D04B-41A4-8F44-8DF66BA45D6D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317A1A7-A299-43E3-BBAA-6CCDB5C1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DA86C94-E7B3-487F-A4AA-ED46D1F34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2E1A-B30C-4BB2-92D7-2EB7CA55E5C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548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DAB53EC7-33F1-4BCA-B756-B118098782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448B9DF-113D-4591-81AD-A23123CE5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DA69223-EB58-41EF-8447-3ACFB63DE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5E826-D04B-41A4-8F44-8DF66BA45D6D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E91A826-D1E3-488F-8399-5F002BEC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1047501-49A8-44B6-8AB1-CB90D88E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2E1A-B30C-4BB2-92D7-2EB7CA55E5C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930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F37E6AF-87AB-4B73-AD23-5D4E44686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76C4572-8D7F-49A7-A171-BBFF21153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934CF1C-1D8A-4A42-93B1-0C9ED7E2E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5E826-D04B-41A4-8F44-8DF66BA45D6D}" type="datetimeFigureOut">
              <a:rPr lang="ru-RU" smtClean="0"/>
              <a:t>09.12.2023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04F2755-1272-40B4-906F-F8EB50078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B2FF715-9015-4F97-9F75-68B7F9F51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42E1A-B30C-4BB2-92D7-2EB7CA55E5C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80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190010" y="1536174"/>
            <a:ext cx="98119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Кто же я, что Всевышний Царь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Меня призвал?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блуждал, но любовь Твоя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Меня нашла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меня нашла</a:t>
            </a:r>
          </a:p>
        </p:txBody>
      </p:sp>
    </p:spTree>
    <p:extLst>
      <p:ext uri="{BB962C8B-B14F-4D97-AF65-F5344CB8AC3E}">
        <p14:creationId xmlns:p14="http://schemas.microsoft.com/office/powerpoint/2010/main" val="390416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190010" y="2653467"/>
            <a:ext cx="98119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Дал свободу мне Иисус навек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- дитя Царя, знаю я</a:t>
            </a:r>
          </a:p>
        </p:txBody>
      </p:sp>
    </p:spTree>
    <p:extLst>
      <p:ext uri="{BB962C8B-B14F-4D97-AF65-F5344CB8AC3E}">
        <p14:creationId xmlns:p14="http://schemas.microsoft.com/office/powerpoint/2010/main" val="2400788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190010" y="1545471"/>
            <a:ext cx="98119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свободен, искуплен Им,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милостив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Был я в рабстве греха, но Ты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Жизнью заплатил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 мои грехи</a:t>
            </a:r>
          </a:p>
        </p:txBody>
      </p:sp>
    </p:spTree>
    <p:extLst>
      <p:ext uri="{BB962C8B-B14F-4D97-AF65-F5344CB8AC3E}">
        <p14:creationId xmlns:p14="http://schemas.microsoft.com/office/powerpoint/2010/main" val="2481098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190010" y="1545471"/>
            <a:ext cx="98119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Дал свободу мне Иисус навек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- дитя Царя, знаю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Доме есть всегда место для меня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- дитя Царя, знаю я</a:t>
            </a:r>
          </a:p>
        </p:txBody>
      </p:sp>
    </p:spTree>
    <p:extLst>
      <p:ext uri="{BB962C8B-B14F-4D97-AF65-F5344CB8AC3E}">
        <p14:creationId xmlns:p14="http://schemas.microsoft.com/office/powerpoint/2010/main" val="3711795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653338" y="1905506"/>
            <a:ext cx="888532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Богом избран, не оставлен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знаю, кто я в Тебе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Твоим другом был я назван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знаю, кто я в Тебе</a:t>
            </a:r>
          </a:p>
        </p:txBody>
      </p:sp>
    </p:spTree>
    <p:extLst>
      <p:ext uri="{BB962C8B-B14F-4D97-AF65-F5344CB8AC3E}">
        <p14:creationId xmlns:p14="http://schemas.microsoft.com/office/powerpoint/2010/main" val="28948428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Office PowerPoint</Application>
  <PresentationFormat>Широкий екран</PresentationFormat>
  <Paragraphs>20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2023-12-09T19:35:28Z</dcterms:created>
  <dcterms:modified xsi:type="dcterms:W3CDTF">2023-12-09T19:35:40Z</dcterms:modified>
</cp:coreProperties>
</file>