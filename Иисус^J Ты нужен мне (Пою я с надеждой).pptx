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34" r:id="rId2"/>
    <p:sldId id="335" r:id="rId3"/>
    <p:sldId id="336" r:id="rId4"/>
    <p:sldId id="337" r:id="rId5"/>
    <p:sldId id="338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46" d="100"/>
          <a:sy n="46" d="100"/>
        </p:scale>
        <p:origin x="3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41C6E4A9-4865-4B17-AE29-BFACFB5A5630}"/>
    <pc:docChg chg="undo custSel modSld">
      <pc:chgData name="Олександр Зик" userId="c7a628fe0823e5d5" providerId="LiveId" clId="{41C6E4A9-4865-4B17-AE29-BFACFB5A5630}" dt="2024-09-28T18:23:20.403" v="12" actId="1076"/>
      <pc:docMkLst>
        <pc:docMk/>
      </pc:docMkLst>
      <pc:sldChg chg="modSp mod">
        <pc:chgData name="Олександр Зик" userId="c7a628fe0823e5d5" providerId="LiveId" clId="{41C6E4A9-4865-4B17-AE29-BFACFB5A5630}" dt="2024-09-28T18:22:24.377" v="1" actId="1076"/>
        <pc:sldMkLst>
          <pc:docMk/>
          <pc:sldMk cId="417264288" sldId="334"/>
        </pc:sldMkLst>
        <pc:spChg chg="mod">
          <ac:chgData name="Олександр Зик" userId="c7a628fe0823e5d5" providerId="LiveId" clId="{41C6E4A9-4865-4B17-AE29-BFACFB5A5630}" dt="2024-09-28T18:22:24.377" v="1" actId="1076"/>
          <ac:spMkLst>
            <pc:docMk/>
            <pc:sldMk cId="417264288" sldId="334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41C6E4A9-4865-4B17-AE29-BFACFB5A5630}" dt="2024-09-28T18:23:00.457" v="6" actId="1076"/>
        <pc:sldMkLst>
          <pc:docMk/>
          <pc:sldMk cId="3032287189" sldId="337"/>
        </pc:sldMkLst>
        <pc:spChg chg="mod">
          <ac:chgData name="Олександр Зик" userId="c7a628fe0823e5d5" providerId="LiveId" clId="{41C6E4A9-4865-4B17-AE29-BFACFB5A5630}" dt="2024-09-28T18:23:00.457" v="6" actId="1076"/>
          <ac:spMkLst>
            <pc:docMk/>
            <pc:sldMk cId="3032287189" sldId="337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41C6E4A9-4865-4B17-AE29-BFACFB5A5630}" dt="2024-09-28T18:23:20.403" v="12" actId="1076"/>
        <pc:sldMkLst>
          <pc:docMk/>
          <pc:sldMk cId="869102019" sldId="338"/>
        </pc:sldMkLst>
        <pc:spChg chg="mod">
          <ac:chgData name="Олександр Зик" userId="c7a628fe0823e5d5" providerId="LiveId" clId="{41C6E4A9-4865-4B17-AE29-BFACFB5A5630}" dt="2024-09-28T18:23:20.403" v="12" actId="1076"/>
          <ac:spMkLst>
            <pc:docMk/>
            <pc:sldMk cId="869102019" sldId="338"/>
            <ac:spMk id="11" creationId="{C1431629-8DEA-0DDD-6161-8DCB099E78B0}"/>
          </ac:spMkLst>
        </pc:spChg>
        <pc:picChg chg="mod">
          <ac:chgData name="Олександр Зик" userId="c7a628fe0823e5d5" providerId="LiveId" clId="{41C6E4A9-4865-4B17-AE29-BFACFB5A5630}" dt="2024-09-28T18:23:15.863" v="11" actId="1076"/>
          <ac:picMkLst>
            <pc:docMk/>
            <pc:sldMk cId="869102019" sldId="338"/>
            <ac:picMk id="3" creationId="{EBA66DD5-868C-D822-DCB3-ABF35F14B49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B83BF1-6899-4A45-820F-9059F90BC78B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65344-D5D6-4D12-B4C4-5F2F0A07459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12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386820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394722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340709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843792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638684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9D996A-5997-4817-9900-B6D6444AC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801BE63-2B1C-40E1-ABC0-01A030DC4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24F0C62-3709-47D6-B99E-F0A96C4F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8B4AB-CF5C-4531-A2F8-C1A59868C77A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33BCD69-508D-452A-B456-CC41447E4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68B7504-A2D9-4E1F-80A6-A377193E9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FEC83-1746-4563-AF83-80F2A0FCF6D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7068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8B5E19-3589-4067-BAE5-7C59C7542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82E2708-CACB-4ECC-B5E4-19A5512DE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D5C8A48-A382-4BE2-8114-A9DF9D807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8B4AB-CF5C-4531-A2F8-C1A59868C77A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10CE090-3BBE-4F79-8892-E6E10204B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FA608D4-E8F5-4868-B046-D8740C0C3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FEC83-1746-4563-AF83-80F2A0FCF6D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346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D5D7F1-90C9-4496-BFC3-5DEB2BA86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38B70B6-F942-4B29-96D6-9EFF361C5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BFD9FD3-3D22-41C8-93AB-5A5FDADBC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8B4AB-CF5C-4531-A2F8-C1A59868C77A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2CCB6BA-F195-4FB5-951A-A93BD2A95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67AC6C1-06C3-4FDF-9EAB-7B1629DED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FEC83-1746-4563-AF83-80F2A0FCF6D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9000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47EAC7-5325-4C4C-A18D-2EAEEE69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853CBC8-D289-4B6F-9B65-22E59EAAFE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3A3AB06-2344-4D6C-BD16-0CB4CDDFB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2250792-06B3-418A-AF39-9F7E5AED9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8B4AB-CF5C-4531-A2F8-C1A59868C77A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A522237-9474-4797-9048-0135E2971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F14BE65-C0D4-42BE-972B-FE5F2471D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FEC83-1746-4563-AF83-80F2A0FCF6D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152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D52EC4-0058-487F-83AE-5895C6E68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8C97D24-9518-482C-AC83-E98FF2CFF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2805398-8015-44F9-B4FE-184527B0E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349797B1-72CB-4D19-B086-DE272AFD4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F2637BD2-8942-49B8-B4F1-20E423B142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57919895-520D-46E5-8C6C-E49428049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8B4AB-CF5C-4531-A2F8-C1A59868C77A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A0D1EB1D-EBE2-473A-AB98-606091C6F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184759D9-7333-4D10-BC1A-B12BC34E7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FEC83-1746-4563-AF83-80F2A0FCF6D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144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3BE49F-B2AC-40FA-A926-4E70DE248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06CE6C4F-C65B-431B-8E8F-6BCDEF64C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8B4AB-CF5C-4531-A2F8-C1A59868C77A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F183CD9B-4D8E-48F6-84C4-B88263364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FC7CA076-8AF5-4A17-98C1-F2D27A39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FEC83-1746-4563-AF83-80F2A0FCF6D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6581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CBAE8708-20EB-4B1E-A9A0-7C4E30135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8B4AB-CF5C-4531-A2F8-C1A59868C77A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1208DF1C-F793-48F2-89A6-388B44C93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A47F2500-ED0F-44C5-96DE-44D3C8D3C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FEC83-1746-4563-AF83-80F2A0FCF6D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838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CB4C0-955C-4EC3-99B4-FB108CD19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9611688-F98C-45FD-AB9E-D57935567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290ECB33-5983-4BBA-A947-15B85202E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196AAE4-B6A1-4383-B252-98BF919A0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8B4AB-CF5C-4531-A2F8-C1A59868C77A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B787113-40C9-4659-9523-7719B367B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85B81F6-EBF8-4485-96C5-235C89B53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FEC83-1746-4563-AF83-80F2A0FCF6D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4341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A43BB2-9E0A-4CA6-9B1A-3590164F1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B5334780-6EC2-4A98-83F8-BD4A0391EC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3887A2E-ADCA-4C06-986B-6663FCF10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D1B7DFB-6E57-4118-9DAF-263B3A514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8B4AB-CF5C-4531-A2F8-C1A59868C77A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643B715-CB3C-4B48-9A88-B020205B9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B27FA8A-CB14-4953-BEA2-68916E6C9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FEC83-1746-4563-AF83-80F2A0FCF6D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644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EC07C0-881C-403C-8626-F2EFCB1A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58030E3E-7090-4637-A804-A59F95274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CCC7765-EEB7-4E6D-8F45-310F5DC5E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8B4AB-CF5C-4531-A2F8-C1A59868C77A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00176F2-6677-48F0-B005-D5C0754F5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2511CF3-6B1D-4487-BAFB-1D06DDD57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FEC83-1746-4563-AF83-80F2A0FCF6D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3002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9EDADACA-E657-497A-81F8-C8F1B722D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23C70D0C-0C77-4052-92E8-36B86BB5D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C213153-4B62-4BA2-BD3C-B2859AC53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8B4AB-CF5C-4531-A2F8-C1A59868C77A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0D293A5-CC46-4B2F-AFA9-B391D3BB7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8313127-3E83-43BD-BBAC-8CE9D9C1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FEC83-1746-4563-AF83-80F2A0FCF6D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505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69FC5B15-0333-414F-AC26-81B191D2C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67374FA-A825-4C60-A6E6-772328D4A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16B44C9-1E08-4994-9EEF-C501B4911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98B4AB-CF5C-4531-A2F8-C1A59868C77A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47F7AEC-336E-46D8-87C4-D13C7B3F80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D0DAF06-2781-4603-94B2-F96993C7F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FEC83-1746-4563-AF83-80F2A0FCF6D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5481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EBA66DD5-868C-D822-DCB3-ABF35F14B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14649" y="1905506"/>
            <a:ext cx="1076270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Пою я с надеждой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даже умолкнет целый мир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Меня Ты поддержишь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Дашь песню среди темноты</a:t>
            </a:r>
          </a:p>
        </p:txBody>
      </p:sp>
    </p:spTree>
    <p:extLst>
      <p:ext uri="{BB962C8B-B14F-4D97-AF65-F5344CB8AC3E}">
        <p14:creationId xmlns:p14="http://schemas.microsoft.com/office/powerpoint/2010/main" val="417264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EBA66DD5-868C-D822-DCB3-ABF35F14B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656513" y="1905506"/>
            <a:ext cx="887897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Иисус, Ты мне нужен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Каждый миг Ты так нужен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Сердца хвалу прими сейчас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Буду петь я вечно</a:t>
            </a:r>
          </a:p>
        </p:txBody>
      </p:sp>
    </p:spTree>
    <p:extLst>
      <p:ext uri="{BB962C8B-B14F-4D97-AF65-F5344CB8AC3E}">
        <p14:creationId xmlns:p14="http://schemas.microsoft.com/office/powerpoint/2010/main" val="3237724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EBA66DD5-868C-D822-DCB3-ABF35F14B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461104" y="1905506"/>
            <a:ext cx="926979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Венец вместо пепла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Разбитое сердце Ты найдёшь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Возьмёшь моё бремя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к свету меня приведёшь</a:t>
            </a:r>
          </a:p>
        </p:txBody>
      </p:sp>
    </p:spTree>
    <p:extLst>
      <p:ext uri="{BB962C8B-B14F-4D97-AF65-F5344CB8AC3E}">
        <p14:creationId xmlns:p14="http://schemas.microsoft.com/office/powerpoint/2010/main" val="2305541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EBA66DD5-868C-D822-DCB3-ABF35F14B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461104" y="1640545"/>
            <a:ext cx="926979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буду помнить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любовь и милость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Христос со мною объял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всю жизнь Он</a:t>
            </a:r>
          </a:p>
        </p:txBody>
      </p:sp>
    </p:spTree>
    <p:extLst>
      <p:ext uri="{BB962C8B-B14F-4D97-AF65-F5344CB8AC3E}">
        <p14:creationId xmlns:p14="http://schemas.microsoft.com/office/powerpoint/2010/main" val="3032287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EBA66DD5-868C-D822-DCB3-ABF35F14B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916203" y="2194543"/>
            <a:ext cx="1035959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Твоя любовь, Бог не подводила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Христос со мною объял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всю жизнь Он</a:t>
            </a:r>
          </a:p>
        </p:txBody>
      </p:sp>
    </p:spTree>
    <p:extLst>
      <p:ext uri="{BB962C8B-B14F-4D97-AF65-F5344CB8AC3E}">
        <p14:creationId xmlns:p14="http://schemas.microsoft.com/office/powerpoint/2010/main" val="8691020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</Words>
  <Application>Microsoft Office PowerPoint</Application>
  <PresentationFormat>Широкий екран</PresentationFormat>
  <Paragraphs>24</Paragraphs>
  <Slides>5</Slides>
  <Notes>5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2023-10-28T18:29:52Z</dcterms:created>
  <dcterms:modified xsi:type="dcterms:W3CDTF">2026-01-31T18:58:20Z</dcterms:modified>
</cp:coreProperties>
</file>