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E950B-AD23-42D2-B23E-F5B0A256D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B221438-9D17-4E9B-82FA-E7A992104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B6B018-666F-4A27-9E8F-0CF31FA5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679D29F-06F2-4D83-850E-3A9C086F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841E42-4F42-4D74-8D48-B6E42CEE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60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BEB71-A9E7-43ED-BE24-4ECE430D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2C20524-F5FC-4B61-9F05-A0D867A37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30B94B6-2C3C-46F9-8891-934E34E1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BE1578-E933-444B-92BA-8F066E28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0EAC90-FE33-4314-AE6A-9947B1AC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55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B468B-014A-43EB-8424-E2F7D48C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D24EACF-B9C9-4B88-B679-A19B5B14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42120C-D883-44CB-B5A4-FAE955F9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9EAEA53-4669-48FD-915E-A1ECE638A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8FC249A-F2D3-4140-BF40-522A1B28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85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7FFE4-0CC2-42A9-A2DC-41410A78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AB52685-8AEB-4874-90EA-20B3E1F36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2F9CF8-4C1F-4E55-A497-8746ED1DA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E66829-FF61-4AD0-B43E-3F70CD98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01E9D58-2DCE-474D-B5B5-C0D7A309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CBCA113-FAE5-40D5-A211-C32C8139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48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1365C-DD0B-43B5-9E73-95C7CD49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6BDAED5-C2B3-420B-BD39-FA5C9F66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DD0A009-F897-4B01-8BF3-F9884294C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05B9245-E2DF-44FD-868D-D496E830C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1B9F926-CA66-4688-9AEA-7A5B60166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572647B-7D22-4347-89F1-EBC40D6B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77F13A8-0A4B-43AA-AEB4-9044C0BA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BF3970F-949B-4440-BBC4-A37631ED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49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EE1BF-7A63-4D20-81FE-8EF90244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00D729A-6C08-40AD-A8AA-CF3458B3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C5FA9E1-3973-459F-B9A4-35521282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34E289E-5890-4C0B-969D-71FCF428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1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A12F172-68E9-4BFD-84AF-13A013AE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972E7F0-9B53-46B3-8207-6F87DE9D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DA8BFD2-2593-4AB4-8AD5-6FAAA8AB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86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17E32-A788-45B2-AF04-32A4C7A7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E6873A-5E07-4163-A5B3-BFEA2A5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E9B8C02-5A91-48C8-ABE7-06ACFB158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D90E63D-E5DC-4CC8-B0FC-60AF328DB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44396B5-693D-44D7-A534-E8FCF934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107E9CC-DDBC-46B3-9C47-E9CA92E6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43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DA17B-804A-44A2-8C89-63D60FAB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7609166-07DF-4E9E-84C3-9802918B9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F9F85DA-8FBF-4A8E-8B50-542F9525E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A4FB44F-9392-4120-B289-5D6A750F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00B752A-234C-441E-9D6E-B8C567AA3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041969F-8D77-483B-8FDB-9CE0FFCD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41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CF94D-E1D9-4C44-9C53-EE191E72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13CBAB-7704-40FF-9770-3C9D5E176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E681A29-B0F2-4262-9156-2C6E0BAD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5955EAB-0070-4CA4-9E33-1707BC60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03B58F-41C7-41F4-86CF-EA3B3703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60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78167AC-969B-4BAD-B73C-D12A555C8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83D1AFE-82A6-4B5F-B5A5-7636DF833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39F925E-CB3D-494E-A2F5-A2459E76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9965E5D-E48A-481D-8A66-D79F05DE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EB8A565-B11F-417D-8698-C232778D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22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5653178-2AED-4705-91F2-D3E7D9DB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78971A-2290-442B-B2C8-2A58A118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5C68B1-6721-408E-B09F-1615C7F4C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20FD2-6EDA-4F4C-B79F-7EB1E0102DE9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51E9E62-2FC4-4800-BA68-59609CE2D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5AAD4D2-8D7E-4AB4-895C-A2E19907D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9215A-3FA3-4A6A-9E31-56DD80DCCC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13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706658" y="1905506"/>
            <a:ext cx="107786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Ангелы у трона славу воздают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Старцы преклоняясь,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Полагают венцы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Христу поют</a:t>
            </a:r>
          </a:p>
        </p:txBody>
      </p:sp>
    </p:spTree>
    <p:extLst>
      <p:ext uri="{BB962C8B-B14F-4D97-AF65-F5344CB8AC3E}">
        <p14:creationId xmlns:p14="http://schemas.microsoft.com/office/powerpoint/2010/main" val="57623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706658" y="2290272"/>
            <a:ext cx="107786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Достоин всей хвалы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Начало и конец, величия венец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достоин славы</a:t>
            </a:r>
          </a:p>
        </p:txBody>
      </p:sp>
    </p:spTree>
    <p:extLst>
      <p:ext uri="{BB962C8B-B14F-4D97-AF65-F5344CB8AC3E}">
        <p14:creationId xmlns:p14="http://schemas.microsoft.com/office/powerpoint/2010/main" val="311380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706658" y="2659604"/>
            <a:ext cx="107786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День и ночь, ночь и день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Пусть льётся хвала</a:t>
            </a:r>
          </a:p>
        </p:txBody>
      </p:sp>
    </p:spTree>
    <p:extLst>
      <p:ext uri="{BB962C8B-B14F-4D97-AF65-F5344CB8AC3E}">
        <p14:creationId xmlns:p14="http://schemas.microsoft.com/office/powerpoint/2010/main" val="425917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706658" y="2659604"/>
            <a:ext cx="107786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Превозносим, превозносим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Превозносим, о, Господь!</a:t>
            </a:r>
          </a:p>
        </p:txBody>
      </p:sp>
    </p:spTree>
    <p:extLst>
      <p:ext uri="{BB962C8B-B14F-4D97-AF65-F5344CB8AC3E}">
        <p14:creationId xmlns:p14="http://schemas.microsoft.com/office/powerpoint/2010/main" val="18342154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</Words>
  <Application>Microsoft Office PowerPoint</Application>
  <PresentationFormat>Широкий екран</PresentationFormat>
  <Paragraphs>11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2024-02-24T20:49:17Z</dcterms:created>
  <dcterms:modified xsi:type="dcterms:W3CDTF">2024-11-30T20:16:07Z</dcterms:modified>
</cp:coreProperties>
</file>