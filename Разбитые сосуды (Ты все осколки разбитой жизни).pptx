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2" r:id="rId2"/>
    <p:sldId id="347" r:id="rId3"/>
    <p:sldId id="348" r:id="rId4"/>
    <p:sldId id="349" r:id="rId5"/>
    <p:sldId id="35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67F02950-6A58-4BA2-B732-9E21EB44C780}"/>
    <pc:docChg chg="modSld">
      <pc:chgData name="Олександр Зик" userId="c7a628fe0823e5d5" providerId="LiveId" clId="{67F02950-6A58-4BA2-B732-9E21EB44C780}" dt="2024-06-08T19:37:28.932" v="1" actId="20577"/>
      <pc:docMkLst>
        <pc:docMk/>
      </pc:docMkLst>
      <pc:sldChg chg="modSp mod">
        <pc:chgData name="Олександр Зик" userId="c7a628fe0823e5d5" providerId="LiveId" clId="{67F02950-6A58-4BA2-B732-9E21EB44C780}" dt="2024-06-08T19:37:28.932" v="1" actId="20577"/>
        <pc:sldMkLst>
          <pc:docMk/>
          <pc:sldMk cId="3116847281" sldId="350"/>
        </pc:sldMkLst>
        <pc:spChg chg="mod">
          <ac:chgData name="Олександр Зик" userId="c7a628fe0823e5d5" providerId="LiveId" clId="{67F02950-6A58-4BA2-B732-9E21EB44C780}" dt="2024-06-08T19:37:28.932" v="1" actId="20577"/>
          <ac:spMkLst>
            <pc:docMk/>
            <pc:sldMk cId="3116847281" sldId="350"/>
            <ac:spMk id="6" creationId="{8B8B9F93-12AE-88AB-620C-6C359005DC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C0777-EB4D-4C47-BCCF-0A70E9342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FF2117C-7141-4B67-9C8E-EE0A1CF6F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BE19BC2-B098-42A5-A871-41CA105E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EA329AC-162C-4516-9C4B-C07AD923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5EA4B8E-56B0-4E2C-B55D-F800659D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81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86DDC-E1BF-4ED7-84EE-45A4B430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B15E7B-FF62-4B81-9A8E-D68DAA2D3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2F4592A-9486-4F25-9CBF-0A49A6546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BE7FAC0-B99E-4BF6-81A9-48A7CEEA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5C531BD-C2C8-49A9-A161-C4BEA735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06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AAA607-5682-4861-9A1F-6D14F9B48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CFF0984-0C6C-490B-9ADF-E082A790E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247BE8A-D348-4C5F-BCA0-F4709465C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FAA69D4-3289-46D4-A351-31E0EBBC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F3E8126-B583-4C0B-9967-46E91DB2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25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BCA66-1514-41D1-B2A9-3B4507E4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05B875A-C089-4199-9CA7-38C18445E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6500EA9-A050-4B9D-9A70-142C8026F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C2D9127-E77A-42A8-A3A6-081D2494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9992922-CE36-4188-B7F0-2D60A024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6822184-376B-45BD-B8B9-10F0D906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16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5BE1D-7B1D-4DA1-ACCF-7DB90B36B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C542251-0BAC-4676-8E36-1FA415DC9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D0BCB29-767A-42AF-98FA-96D0D5FED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AAC5917-473D-487E-A0A6-B3B9E47CA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BD9FC66-E74E-414B-8FB7-9FB4AB922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1EF2195-481D-4D05-A3DD-A0375F1C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281C3A4-21F3-413E-A3BD-F9961804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3403992-4504-4E0A-824F-578330D22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78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5D9F2-D850-4F0B-9899-582B0CA4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9229047B-AC89-4B5F-85D3-AF6E60774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93A65A70-4BCD-4707-8C42-903EDE42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B9A7A1B-04FF-4575-9011-FF72977E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767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5B43986-3802-45D6-BE0E-F02EA118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AB90373-4DCF-4842-BB62-327F54FB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0F22A51-2BE5-4D78-AE29-B27090BB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58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35CCD-9435-4118-930E-1C9263F6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73A3ABE-D349-4BD0-B629-695A25F8C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8D94DB4-CB9B-4D9D-AAC1-CAB6FD9B3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DEDA6D8-1799-47F8-BF45-12E54EA03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674D7AD-1480-4369-932D-32612C45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3A7B752-40C5-466F-BA05-458107EC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147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77E92-F211-4233-B4DE-E077DD450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94B83A6F-091D-4E89-80FB-D639DBCAB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EF74105-A67A-462D-9C48-4F57BF869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495BEE9-624D-4BDE-85BF-164CC12B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307AF33-78CD-4A6F-A89C-8E75D04F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3394603-EB08-487F-93EC-4C48A00A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82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B4ADC-9CBA-422E-8725-F9818ED4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7A8C679-5C86-487B-9B99-9EBE399CF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326BCC5-A8E1-41BC-9F2D-AFD946A4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01D268C-1F50-4ECC-BF3F-D2064675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2D9DC28-92F6-4EE2-83A3-F78686EB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60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7331BCD1-EB8A-4265-96DD-BE90C5795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A6377E8-371D-472C-8F8E-3533F6E1E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86940EC-0D87-45BD-BB1F-E814DA0F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8196852-824F-4AD0-B5EB-98D0232C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79092E3-0EC5-41F1-84E4-3FCEA211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53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02AC80A-60CE-4963-B8A6-D29BEBF6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8756864-F8BB-4D23-AD54-8A2F13DEA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03F8CDC-8E10-421F-BD13-8BDAF8AFA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6185B-4057-4ECD-8878-553F40B4E78A}" type="datetimeFigureOut">
              <a:rPr lang="ru-RU" smtClean="0"/>
              <a:t>08.06.2024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C098D7E-B10C-461A-A592-F19CE151D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DEDE50F-0FD4-4266-97F2-37A12D96B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F60BD-6B11-432D-9312-06A216F78C7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3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1007297" y="1885808"/>
            <a:ext cx="10177402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все осколки разбитой жизни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Собрал и склеил по милости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потерял всё, но Ты не бросил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Навек меня освободил</a:t>
            </a:r>
          </a:p>
        </p:txBody>
      </p:sp>
    </p:spTree>
    <p:extLst>
      <p:ext uri="{BB962C8B-B14F-4D97-AF65-F5344CB8AC3E}">
        <p14:creationId xmlns:p14="http://schemas.microsoft.com/office/powerpoint/2010/main" val="428035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1007297" y="1885808"/>
            <a:ext cx="10177402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благодать, как ты сладка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Спасла меня лишь ты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Потерян был, но ты нашла,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Открыв глаза мои</a:t>
            </a:r>
          </a:p>
        </p:txBody>
      </p:sp>
    </p:spTree>
    <p:extLst>
      <p:ext uri="{BB962C8B-B14F-4D97-AF65-F5344CB8AC3E}">
        <p14:creationId xmlns:p14="http://schemas.microsoft.com/office/powerpoint/2010/main" val="84854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1007297" y="1536174"/>
            <a:ext cx="10177402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вижу я Тебя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в Твоих глазах вижу 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жизнь Свою отдал,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к жизни всех разбитых призвать</a:t>
            </a:r>
          </a:p>
        </p:txBody>
      </p:sp>
    </p:spTree>
    <p:extLst>
      <p:ext uri="{BB962C8B-B14F-4D97-AF65-F5344CB8AC3E}">
        <p14:creationId xmlns:p14="http://schemas.microsoft.com/office/powerpoint/2010/main" val="181829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1007297" y="2255140"/>
            <a:ext cx="10177402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Забрав падения и недостатки, 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Свою Ты ценность в нас поместил </a:t>
            </a:r>
          </a:p>
        </p:txBody>
      </p:sp>
    </p:spTree>
    <p:extLst>
      <p:ext uri="{BB962C8B-B14F-4D97-AF65-F5344CB8AC3E}">
        <p14:creationId xmlns:p14="http://schemas.microsoft.com/office/powerpoint/2010/main" val="277795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2142306" y="1905506"/>
            <a:ext cx="7907383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моём Ты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сердце,</a:t>
            </a:r>
          </a:p>
          <a:p>
            <a:pPr algn="ctr"/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– Твой сосуд,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видит мир: во мне Ты жив</a:t>
            </a:r>
          </a:p>
        </p:txBody>
      </p:sp>
    </p:spTree>
    <p:extLst>
      <p:ext uri="{BB962C8B-B14F-4D97-AF65-F5344CB8AC3E}">
        <p14:creationId xmlns:p14="http://schemas.microsoft.com/office/powerpoint/2010/main" val="31168472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</Words>
  <Application>Microsoft Office PowerPoint</Application>
  <PresentationFormat>Широкий екран</PresentationFormat>
  <Paragraphs>17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2023-11-04T19:56:12Z</dcterms:created>
  <dcterms:modified xsi:type="dcterms:W3CDTF">2024-06-08T19:37:32Z</dcterms:modified>
</cp:coreProperties>
</file>