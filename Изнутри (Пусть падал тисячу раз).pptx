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5" r:id="rId2"/>
    <p:sldId id="326" r:id="rId3"/>
    <p:sldId id="327" r:id="rId4"/>
    <p:sldId id="328" r:id="rId5"/>
    <p:sldId id="329" r:id="rId6"/>
    <p:sldId id="330" r:id="rId7"/>
    <p:sldId id="33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2CFF3-50BC-4EAC-A673-73D8E97779D8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9F5C6-ED15-4D87-98B2-B2945F042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2712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874633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704880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41309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05881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372214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62346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A9292-70A7-438C-9E8D-C2AAAF7DD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13C29C-7B18-407C-A3CD-7EDAD6EEB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09F443-FC51-40BF-BA13-462C28C9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47DB9A-25A4-498B-864A-BDC07F67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20106D-0903-4262-9336-83F88E37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15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C0C5C-E299-4E6D-8A06-3CE01CFB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98A991-8C4A-445D-BE23-1C526ACED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4A29D8-686E-4D56-A779-DF4FE307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6B7E8-C6ED-4300-9769-A078393E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C2A74E-9B9C-470B-9951-2DD1E88C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86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CFAAA-03F9-4DD3-98A6-8846A77C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68BF9A-221F-462C-B1E2-96A152508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003D29-8EDA-43AA-9371-2280A086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F73385-8F07-4AD1-8A85-AF8999FC6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E95699-7A07-4E91-A425-401FA35C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46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321FF-203B-4A8C-A81C-794F61C3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D4DF1-924F-4CCB-8E05-6C02DD423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233C86-AF63-4F5C-A1FF-660067A7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FC5F87-A2B2-4347-976B-FA28975B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C86DDF-8B7F-4726-A4B3-2E05095B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8AE5E4-BF58-4EC3-9D40-DF99D9FA0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64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94B09F-7BBE-4A88-A322-D85A0369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FCC2D3-92CF-4A38-A9DF-7AF9FD7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7ED156-8880-43CD-9F53-AEDC9CEE4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9EFDAD-C56F-4504-8373-E9CED6272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E352D1-B031-46E3-AD48-E211A7FAF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54253B-F057-4099-B34D-E1B20D0A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2F9F03-8BF6-46DB-AD58-31BACC63F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5000710-BFDC-4650-9C91-57830225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31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9BB4C-1E08-464B-82E5-7C419253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E893875-73A5-436B-9E08-CE14B6C2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C46ABAB-EEF7-4CD8-A9B6-5AD6FC73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AFA7AD-A5EE-4C55-B966-E5E61D5B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71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A5DC8D9-BBD4-41AB-8E28-F3347F67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488824-DCBD-4DC7-9D7E-779AD370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CD19B0-9600-4671-B358-1ED6780B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8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187A4-AE08-4E46-8FCE-115637A0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DFE578-9866-4ABD-964D-DA23F1324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FC1AA4-A30C-4802-8A1D-9DA236243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FC6CB5-6A13-48E2-B4DF-1C92140E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0729D0-A4C9-4B12-8995-3FA5C3C2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3FBCF3-D4CB-4DEC-8F46-A911F800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0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05B129-4B5C-4BCA-B76C-26906A86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20D100-9CFF-4C44-8563-5ACEE0347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592BE2-6212-405B-AA36-14F1E6331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C72C8B-C320-401C-A9D4-80DDF0B69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EE8CD6-39BD-446C-83BB-073CF6F24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93F88E-BBD8-4239-BDCF-11288B975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0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E63D9-E42C-48BB-B2D1-AFAC82BF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8B6264-9AD4-46F1-A93C-C5B5A9A16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251F5-ADCE-4373-BC95-29F6AA34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876B47-88F3-4C07-9C17-06B02C864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5373E6-C6D3-4EAC-A70F-15B132727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22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1C77FF-57AD-4202-B974-59F172056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19ACC1-D4F8-46C1-BAF8-ABE1F49AA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1D4784-763E-4AE3-89CC-9E246CA3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40B070-15E1-4965-B66D-882131048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633345-3654-4F51-ADDE-33A88344F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450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0EA27-49A7-42D5-AEEC-9AB57821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8735AE-1C28-4394-A434-1408B18E1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E7A21-FDDA-4AFC-AFCA-495CAD450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48A5E-6456-4AFD-942F-9C62E2ADE223}" type="datetimeFigureOut">
              <a:rPr lang="ru-RU" smtClean="0"/>
              <a:t>13.04.2025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756B58-4F28-49AB-99A8-40B4839DB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DC3ECA-F83D-4885-90E4-3894E7827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96A92-169F-41E5-8EBB-3DC7DF31B7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4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20840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падал я тысячу раз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 мной милость Твоя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если вновь я споткнусь,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удержишь меня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141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01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Будет вечно сиять во тьме Твой яркий свет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Бесконечно Твоя лишь слава выше всех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65094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36338"/>
            <a:ext cx="10595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 своею душой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дам контроль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Зажги Ты изнутри меня, Бог</a:t>
            </a:r>
          </a:p>
        </p:txBody>
      </p:sp>
    </p:spTree>
    <p:extLst>
      <p:ext uri="{BB962C8B-B14F-4D97-AF65-F5344CB8AC3E}">
        <p14:creationId xmlns:p14="http://schemas.microsoft.com/office/powerpoint/2010/main" val="3284833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68510"/>
            <a:ext cx="105951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Стремлюсь я всегда,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жить в правде хваля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сердцем всем любить Тебя</a:t>
            </a:r>
          </a:p>
        </p:txBody>
      </p:sp>
    </p:spTree>
    <p:extLst>
      <p:ext uri="{BB962C8B-B14F-4D97-AF65-F5344CB8AC3E}">
        <p14:creationId xmlns:p14="http://schemas.microsoft.com/office/powerpoint/2010/main" val="16503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168510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воля Твоя,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цели держусь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 теряюсь всегда,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я хвалю</a:t>
            </a:r>
          </a:p>
        </p:txBody>
      </p:sp>
    </p:spTree>
    <p:extLst>
      <p:ext uri="{BB962C8B-B14F-4D97-AF65-F5344CB8AC3E}">
        <p14:creationId xmlns:p14="http://schemas.microsoft.com/office/powerpoint/2010/main" val="29120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753012"/>
            <a:ext cx="10595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Будет вечно сиять во тьме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яркий свет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Бесконечно Твоя лишь слава выше всех</a:t>
            </a:r>
          </a:p>
        </p:txBody>
      </p:sp>
    </p:spTree>
    <p:extLst>
      <p:ext uri="{BB962C8B-B14F-4D97-AF65-F5344CB8AC3E}">
        <p14:creationId xmlns:p14="http://schemas.microsoft.com/office/powerpoint/2010/main" val="256289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23013" y="2136338"/>
            <a:ext cx="115459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Прославлять лишь Тебя крик души моей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Изнутри Тебя жаждет душа моя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10848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104</Words>
  <Application>Microsoft Office PowerPoint</Application>
  <PresentationFormat>Широкоэкранный</PresentationFormat>
  <Paragraphs>28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2</cp:revision>
  <dcterms:created xsi:type="dcterms:W3CDTF">2025-04-13T07:59:56Z</dcterms:created>
  <dcterms:modified xsi:type="dcterms:W3CDTF">2025-04-13T08:11:48Z</dcterms:modified>
</cp:coreProperties>
</file>