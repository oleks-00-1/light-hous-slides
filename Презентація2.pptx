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2" r:id="rId2"/>
    <p:sldId id="313" r:id="rId3"/>
    <p:sldId id="314" r:id="rId4"/>
    <p:sldId id="315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6" autoAdjust="0"/>
    <p:restoredTop sz="94660"/>
  </p:normalViewPr>
  <p:slideViewPr>
    <p:cSldViewPr snapToGrid="0">
      <p:cViewPr varScale="1">
        <p:scale>
          <a:sx n="46" d="100"/>
          <a:sy n="46" d="100"/>
        </p:scale>
        <p:origin x="37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4A4FA-6A2F-46CE-B233-D5B921F54A87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4C92D-F19F-4AA5-B425-7AE5E6F677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65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93039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2934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19872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828026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992F90-13B1-412A-9386-8E9E7DBB3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E7BFA01-C7B2-4F80-ABE5-C8C287932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AD73209-DF5C-49C8-AFA3-B3F9676D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807208D-D3A7-44F2-B3A5-8385E961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AD4EDBB-AD00-4A22-903B-8EE0A9B9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63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66E7A-A46D-488C-90B8-BAD88E8E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8D7B600-320E-4C6A-934E-2A0706621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138BD4A-5E8C-42CC-A37D-55C2E523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F88BC06-2FE0-40EF-A562-B6057BC0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B59EE4-3D43-48C4-B819-C40BB286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835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A2409-9438-4BBA-B0A3-302D2575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FE4A339-4952-4E5C-8EA8-76911888E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6DE4716-45FA-4956-A1A6-69948EF0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0307B83-2733-4D8B-8E9C-3D3E00404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874BBE0-0114-4A52-BC55-22A4A0C9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52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7C153-3A5A-40E5-8EF6-5E0B9D1A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31411E-1E79-434B-9E23-C1BBB2694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932F6C7-957B-49E4-B8E5-68A54EA99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89A7F41-77BF-4D67-90F4-41BFE678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0D8E4C4-90BE-4B3B-92A8-39C546BF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5D96EA6-11D5-4FC5-BF01-C5783C23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13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A1DF36-4A57-4CF7-BD93-93FD05BC8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4B1776D-0EBE-45B5-B88B-1B6E3B797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246375D-3E96-4419-AAAF-0CF251660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1FBA09E-04D2-4B87-98D7-A0C88313A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E10E4B1-57A8-43F7-8909-35FD15B4B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40E01E4-DC1C-4727-8ACB-C7131DBD4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167CE8B-48B9-40F6-B91E-71E22C25F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4FE0B50-C979-4642-865A-47CD3397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76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2CDA9-3C17-4BEB-9FF3-82C67B5B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70894DF-C9DE-41A5-937F-E9FD0C452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C52A9E3-B432-45C2-B0FE-313BA0DE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AD0549C-6E7E-4184-BE3A-94EBA7CE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10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E49FCE4-0E8E-4C30-847D-66F6CA1F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BD780C7-0969-4452-AEE0-7F93472C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5A1033B-0D23-4087-84E6-89B159EF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52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5E6EA-7E77-4A6D-B9B2-F530993C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A9DE333-761C-4622-887B-80E675A59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C622337-0091-4127-A8D6-416A4C29D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AD1147E-8A02-44D8-9835-9A20FA29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EBAD314-04AF-4CE9-B441-64E2763A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CC7FF2B-787C-46C4-8C0E-383284E8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698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999AF9-CEAD-4F22-9EEC-8C04A26B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EA4AB7E-0628-4762-9C30-A62A64F2D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CE64FCA-E40A-43DE-8398-195DA17E4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EF63B9D-0FF9-4C3C-A6C3-9CC2BAB8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41271E9-59A7-4134-8E64-2FA42550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4868E35-17CA-44E1-B46B-12CD6F24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06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313C4-B37E-4850-8396-BE8A511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8B59237-C12E-47B5-8EED-0FE50352E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FA14D3A-5D71-4A8F-9B87-6F30044B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5B6B927-D7AC-4C72-BA1C-18F2E948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70751E4-9656-449F-AE6E-3D82ABD7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19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F616E69-D574-435A-A3E5-DFCE2116B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5A6481F-78DF-44BC-9151-4A92FA180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3363CA0-F730-4E5C-B1BC-02C8696E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2D53AF6-67FB-4868-A28D-DCC824C5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B3E0546-131B-419C-8D94-06CCD65D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026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AC12666F-87A6-4EA4-A07F-D80B2869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C67A5E8-F5A3-4AD6-8477-45C17E50C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0607293-1FC9-4763-A260-990623B0D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53C42-EBA7-404A-A66C-5987A3FE7A6C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EC3E68F-57F4-4484-901A-626476A6A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7593996-97C1-4536-9595-885D81DC0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C3ED4-81FE-45E8-B418-A5D4E6E3A6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010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084198"/>
            <a:ext cx="113935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возлюбленный,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Как прекрасен Ты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Среди тысяч и тысяч!</a:t>
            </a:r>
          </a:p>
        </p:txBody>
      </p:sp>
    </p:spTree>
    <p:extLst>
      <p:ext uri="{BB962C8B-B14F-4D97-AF65-F5344CB8AC3E}">
        <p14:creationId xmlns:p14="http://schemas.microsoft.com/office/powerpoint/2010/main" val="268926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853639"/>
            <a:ext cx="113935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Иешуа</a:t>
            </a:r>
          </a:p>
        </p:txBody>
      </p:sp>
    </p:spTree>
    <p:extLst>
      <p:ext uri="{BB962C8B-B14F-4D97-AF65-F5344CB8AC3E}">
        <p14:creationId xmlns:p14="http://schemas.microsoft.com/office/powerpoint/2010/main" val="426754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536174"/>
            <a:ext cx="113935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Твоё Царство,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Твоя сила,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Твоя слава,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веки,  Аминь!</a:t>
            </a:r>
          </a:p>
        </p:txBody>
      </p:sp>
    </p:spTree>
    <p:extLst>
      <p:ext uri="{BB962C8B-B14F-4D97-AF65-F5344CB8AC3E}">
        <p14:creationId xmlns:p14="http://schemas.microsoft.com/office/powerpoint/2010/main" val="409140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459504"/>
            <a:ext cx="113935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небеса!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небеса</a:t>
            </a:r>
          </a:p>
        </p:txBody>
      </p:sp>
    </p:spTree>
    <p:extLst>
      <p:ext uri="{BB962C8B-B14F-4D97-AF65-F5344CB8AC3E}">
        <p14:creationId xmlns:p14="http://schemas.microsoft.com/office/powerpoint/2010/main" val="22762193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</Words>
  <Application>Microsoft Office PowerPoint</Application>
  <PresentationFormat>Широкий екран</PresentationFormat>
  <Paragraphs>14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2026-10-10T19:48:55Z</dcterms:created>
  <dcterms:modified xsi:type="dcterms:W3CDTF">2026-10-10T19:50:59Z</dcterms:modified>
</cp:coreProperties>
</file>