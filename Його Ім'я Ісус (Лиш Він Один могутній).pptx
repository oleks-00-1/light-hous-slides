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39" r:id="rId3"/>
    <p:sldId id="340" r:id="rId4"/>
    <p:sldId id="341" r:id="rId5"/>
    <p:sldId id="342" r:id="rId6"/>
    <p:sldId id="343" r:id="rId7"/>
    <p:sldId id="344" r:id="rId8"/>
    <p:sldId id="345" r:id="rId9"/>
    <p:sldId id="34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C59A6-4191-431A-BCCB-E00C3490D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825DC3-695E-4B5A-B033-BA2BFB8CC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865607-A4A1-4256-81C1-6CBF42785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2ADF34-018B-4A53-B115-A34CBF5A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392BF1-6B4A-4DA7-B83E-DFFF7C3B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99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A90C1-1F04-44D1-A7C8-B6EA0B99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A98580-BC29-4F1C-B1FD-9530F68C5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BCE64A-1A9B-4DF1-9235-BF9734230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3C0595-A8A2-4E02-95E4-9773C1DC1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700BEB-DF6E-41EF-AAAE-A8319374E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992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9881F-9615-4903-B5D2-994D7CDA8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E95E0B-55C9-4A18-8440-F4DA148CA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30ACDE-A184-4AF9-ACA7-4434D8AE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7263A5-D17C-4A15-B374-6A36F420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ECAF90-94D4-4C87-914E-984854557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07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636A2E-A597-4827-AC7D-0B73E5922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F87657-05C3-4353-A4F7-32664EF77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B5ADF6-1F61-4F9F-B693-0DA2BFCB0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2037DF-EF34-4FF8-87BE-F30EFA6E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AB410A-F1EF-4871-9D74-6D142949D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1920BF-C998-43AB-88AB-B62F1400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69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0C2A8-3FDD-42BD-8916-E76BF5B1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5A0716-AE0D-4A50-9E2F-9753796B3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884CFC-10DA-4414-A75C-A0CBD2A37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943BAE-D389-473D-8128-AC1D412BF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910643-53AD-40A3-8B6C-39B1DC48C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BBEFDF0-613D-4EA7-877E-3BAD755F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C543090-F7C4-4B25-9642-32312F04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9C836C-5658-4AEC-943B-3C45D737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264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F6068-523E-493B-AA76-B8E2B6C52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72E4D03-7065-4824-9013-150A6740D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16776C-4C97-48AB-BD18-FD3976137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3B4F6C-03C6-46C0-AB35-B57541BD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95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6D5195-06CF-4252-AF88-01398076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818D35C-5DEE-4EC4-BF23-0D30F29E0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24800E-CD87-4F0A-95A7-38D276610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296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D4554-BF47-4691-AA4D-693C0529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2C41E9-A56F-4299-A15C-31BB46549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207039-B19E-4558-956E-8DF6FDF28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63D177-4E37-4AC3-A3AD-7DD0B59F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9D03D6-508D-46FC-8907-80AFE1A39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777E4D-EE5A-48CF-A063-8EE02048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749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3225D-9BBE-49D4-908D-55DE72E1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0A04D4-9F57-4327-9CF8-7438A8FCB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145A4C-9129-4EB2-9BCF-5B23DDDDD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235D7E-10DA-43EB-948A-9BA6A596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44C99D-B640-4906-AC24-D999BEDD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19B237-3479-43F2-AAE0-DCFD60A9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52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E53D1-B871-4711-B908-BA3BDA60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47858A-DB72-4A34-921D-63E02869A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46AF12-B710-4A46-A576-37656274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17C4BF-F06D-4B41-8880-FD71DF6EA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33BE5E-DEC5-4B2D-B7D8-797A7AB5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09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60D06D2-556B-45E5-BB67-DBD4990B3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A2166A-B74C-4139-8092-3700FEC3D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AA11A0-026F-448A-AF35-16C5C68B3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FC9916-BEFE-40B4-A894-595188DC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772533-2DF6-4FBE-8947-E3D4C626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036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36DD3-DB1E-412C-803C-298C4E2B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C6CAA5-F8FA-4721-8C79-56CA83974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A8D01-5152-4A04-9564-2AAA33F8D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68EE4-67D4-4BDD-9266-BE8A99F22441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4B8893-AB1C-405E-B603-76B7C6F84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0FA24-5227-4131-8E80-FFCC0B296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06483-D676-486F-993F-384E0EB59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10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351756" y="2274838"/>
            <a:ext cx="114884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 Він Один могутній щоб спасти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 Він Один зміг смерть перемогти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 Він 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Один достойний хвали!</a:t>
            </a:r>
          </a:p>
        </p:txBody>
      </p:sp>
    </p:spTree>
    <p:extLst>
      <p:ext uri="{BB962C8B-B14F-4D97-AF65-F5344CB8AC3E}">
        <p14:creationId xmlns:p14="http://schemas.microsoft.com/office/powerpoint/2010/main" val="246352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351756" y="2274838"/>
            <a:ext cx="114884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Життя і смерть лише в Його руці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Його Ім’я зцілити може всіх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 Його кров змиває всякий гріх!</a:t>
            </a:r>
          </a:p>
        </p:txBody>
      </p:sp>
    </p:spTree>
    <p:extLst>
      <p:ext uri="{BB962C8B-B14F-4D97-AF65-F5344CB8AC3E}">
        <p14:creationId xmlns:p14="http://schemas.microsoft.com/office/powerpoint/2010/main" val="306085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351756" y="2224038"/>
            <a:ext cx="114884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Його Ім’я – Ісус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Його Ім’я – Славний Бог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Порадник наш, Могутній Цар!</a:t>
            </a:r>
          </a:p>
        </p:txBody>
      </p:sp>
    </p:spTree>
    <p:extLst>
      <p:ext uri="{BB962C8B-B14F-4D97-AF65-F5344CB8AC3E}">
        <p14:creationId xmlns:p14="http://schemas.microsoft.com/office/powerpoint/2010/main" val="2829725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61908" y="2224038"/>
            <a:ext cx="116681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Народи всі поклоняться Йому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Тремтить земля, бо скоро Він прийде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Вершити суд для мертвих і живих!</a:t>
            </a:r>
          </a:p>
        </p:txBody>
      </p:sp>
    </p:spTree>
    <p:extLst>
      <p:ext uri="{BB962C8B-B14F-4D97-AF65-F5344CB8AC3E}">
        <p14:creationId xmlns:p14="http://schemas.microsoft.com/office/powerpoint/2010/main" val="1535831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61908" y="2274838"/>
            <a:ext cx="116681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Син Людський на хмарах вже іде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Під звуки сурм впадемо перед Ним!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Вище всіх імен – Його Ім’я!</a:t>
            </a:r>
          </a:p>
        </p:txBody>
      </p:sp>
    </p:spTree>
    <p:extLst>
      <p:ext uri="{BB962C8B-B14F-4D97-AF65-F5344CB8AC3E}">
        <p14:creationId xmlns:p14="http://schemas.microsoft.com/office/powerpoint/2010/main" val="282516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61908" y="2551837"/>
            <a:ext cx="116681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Він Порадник наш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Він Могутній Цар</a:t>
            </a:r>
          </a:p>
        </p:txBody>
      </p:sp>
    </p:spTree>
    <p:extLst>
      <p:ext uri="{BB962C8B-B14F-4D97-AF65-F5344CB8AC3E}">
        <p14:creationId xmlns:p14="http://schemas.microsoft.com/office/powerpoint/2010/main" val="1334075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61908" y="2551837"/>
            <a:ext cx="116681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Він втішає нас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Всемогутній Бог</a:t>
            </a:r>
          </a:p>
        </p:txBody>
      </p:sp>
    </p:spTree>
    <p:extLst>
      <p:ext uri="{BB962C8B-B14F-4D97-AF65-F5344CB8AC3E}">
        <p14:creationId xmlns:p14="http://schemas.microsoft.com/office/powerpoint/2010/main" val="3826865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61908" y="2136338"/>
            <a:ext cx="116681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Він Чудовий Бог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Він Осяйний Цар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Всесильний Бог! </a:t>
            </a:r>
          </a:p>
        </p:txBody>
      </p:sp>
    </p:spTree>
    <p:extLst>
      <p:ext uri="{BB962C8B-B14F-4D97-AF65-F5344CB8AC3E}">
        <p14:creationId xmlns:p14="http://schemas.microsoft.com/office/powerpoint/2010/main" val="2702511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61908" y="1670040"/>
            <a:ext cx="116681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Вклоняємось,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 віддаєм життя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Тобі співаєм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 Тебе кличем</a:t>
            </a:r>
          </a:p>
        </p:txBody>
      </p:sp>
    </p:spTree>
    <p:extLst>
      <p:ext uri="{BB962C8B-B14F-4D97-AF65-F5344CB8AC3E}">
        <p14:creationId xmlns:p14="http://schemas.microsoft.com/office/powerpoint/2010/main" val="2065451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120</Words>
  <Application>Microsoft Office PowerPoint</Application>
  <PresentationFormat>Широкоэкранный</PresentationFormat>
  <Paragraphs>26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1</cp:revision>
  <dcterms:created xsi:type="dcterms:W3CDTF">2025-04-18T12:29:22Z</dcterms:created>
  <dcterms:modified xsi:type="dcterms:W3CDTF">2025-04-18T12:47:05Z</dcterms:modified>
</cp:coreProperties>
</file>