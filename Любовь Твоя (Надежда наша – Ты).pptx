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335" r:id="rId2"/>
    <p:sldId id="334" r:id="rId3"/>
    <p:sldId id="338" r:id="rId4"/>
    <p:sldId id="336" r:id="rId5"/>
    <p:sldId id="337" r:id="rId6"/>
    <p:sldId id="339" r:id="rId7"/>
    <p:sldId id="340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53F3D2-27DB-4D86-9248-140609CC2B6A}" type="datetimeFigureOut">
              <a:rPr lang="ru-RU" smtClean="0"/>
              <a:t>25.10.2025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C69571-F69B-4487-91E9-BC24C308472D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7636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1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5857003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2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261664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3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41736731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4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6997067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5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2152582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6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8645004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7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8809005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A8867C-679F-4073-A602-9FE0345888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221543E-06FE-4210-A385-CAD7F2B53E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F5F567-57D8-451B-B579-75BDA2795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78CDC-AEDF-40FD-AC40-D05D13AE8266}" type="datetimeFigureOut">
              <a:rPr lang="ru-RU" smtClean="0"/>
              <a:t>25.10.2025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3EDD2D7-44AE-41B9-8852-D183D1270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B9B7E7F-E9E4-491A-9D9E-338DD6970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DB61A-217D-4162-AEC3-80C20B691CE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1866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12560B-9593-495F-9FA4-6BE99448E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1413DC-CCBA-4EEF-B9CD-AAFECB671F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D6D81C-69A3-4697-B5DE-220A801D6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78CDC-AEDF-40FD-AC40-D05D13AE8266}" type="datetimeFigureOut">
              <a:rPr lang="ru-RU" smtClean="0"/>
              <a:t>25.10.2025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BC024D1-A624-46A3-BC8A-0AFE18DCA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6E8DE86-270B-4BE9-B402-7D39DDF0B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DB61A-217D-4162-AEC3-80C20B691CE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9138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F51828-744F-43F9-BC79-5557EAF83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41C8ED6-76AD-4E49-9CEA-3ABD500B71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A17F042-D624-4506-B36B-46FF0748F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78CDC-AEDF-40FD-AC40-D05D13AE8266}" type="datetimeFigureOut">
              <a:rPr lang="ru-RU" smtClean="0"/>
              <a:t>25.10.2025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ECAC898-CB65-4060-980E-7797E96B1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239C4BA-233E-47A1-AFFA-C8814D13B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DB61A-217D-4162-AEC3-80C20B691CE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4938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C95F06-CF6F-4BA6-BFC2-6674CB241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6AF81A-9615-4A8C-8B93-7A21B626AD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8D251A3-AE71-4AD0-B2D0-39C4AD7691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218DCB5-356C-451C-A2AE-A2D818063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78CDC-AEDF-40FD-AC40-D05D13AE8266}" type="datetimeFigureOut">
              <a:rPr lang="ru-RU" smtClean="0"/>
              <a:t>25.10.2025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1006FC6-9D6F-4670-A267-4F2EDD8A4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CCBF287-DDC6-4612-8C13-49C1EC278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DB61A-217D-4162-AEC3-80C20B691CE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6230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BCD76A-25E1-42D4-8BB8-31416188C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EE54EF7-70DE-40F0-B73B-149D479F79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3DC3C31-7325-4FFE-B97D-C50316CE94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D45B5C-B5E3-48C1-9393-A613FEA464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751E268-7516-4B94-AEDE-A84490CE90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55DA513-2411-4C09-A8A9-9727B2325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78CDC-AEDF-40FD-AC40-D05D13AE8266}" type="datetimeFigureOut">
              <a:rPr lang="ru-RU" smtClean="0"/>
              <a:t>25.10.2025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13C97BE-5276-4705-8A2D-AD1CEEDD0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39F09C5-5ACB-4356-96F1-FDA21C84D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DB61A-217D-4162-AEC3-80C20B691CE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8736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B624A1-B2A5-4C0C-A31C-D60F83073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908E273-1EE5-43BB-B93E-B4777B0C3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78CDC-AEDF-40FD-AC40-D05D13AE8266}" type="datetimeFigureOut">
              <a:rPr lang="ru-RU" smtClean="0"/>
              <a:t>25.10.2025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34FD303-4567-476C-BDA9-1FD78DBA9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2A95DF8-3BFC-4E06-8C72-C36ED78FA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DB61A-217D-4162-AEC3-80C20B691CE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5826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5858B46-6112-4630-B122-87D8E990C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78CDC-AEDF-40FD-AC40-D05D13AE8266}" type="datetimeFigureOut">
              <a:rPr lang="ru-RU" smtClean="0"/>
              <a:t>25.10.2025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5C113DE-E65E-4D63-B69E-412B5D8A3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E423827-63A8-46FC-B9B9-FFC3FEA14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DB61A-217D-4162-AEC3-80C20B691CE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9567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C08DBF-1D3A-4E86-B6A6-C451EF332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23A521-BBDA-44CF-8EC5-7D2A5242F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6855A19-3D0F-4D5B-90AE-EB5A351DB7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7D89132-4C8E-443B-B4A0-B6BC15384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78CDC-AEDF-40FD-AC40-D05D13AE8266}" type="datetimeFigureOut">
              <a:rPr lang="ru-RU" smtClean="0"/>
              <a:t>25.10.2025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EF3A9BD-8041-44E2-A1C9-A7EB3F1D4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2DCAC3D-264A-4832-8170-BDC349B9F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DB61A-217D-4162-AEC3-80C20B691CE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6741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3D19B4-3043-4FEC-A76A-C07812A1B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817AB7C-5E42-4778-BD52-3DBF52639B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0F01C29-09CE-4EC2-B61E-8309F26D2D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3F8562F-07F1-4D36-8D50-CD0A341D3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78CDC-AEDF-40FD-AC40-D05D13AE8266}" type="datetimeFigureOut">
              <a:rPr lang="ru-RU" smtClean="0"/>
              <a:t>25.10.2025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85EC90A-6D8E-4083-9644-28C628366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CD8A277-3450-4AC0-BBC7-503B79F49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DB61A-217D-4162-AEC3-80C20B691CE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8819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810176-EECA-4EE4-8A32-C2BA2B770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DE21BE3-BE64-4975-90CE-B243357F1E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D927B63-C215-42DC-98D2-0A91428C3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78CDC-AEDF-40FD-AC40-D05D13AE8266}" type="datetimeFigureOut">
              <a:rPr lang="ru-RU" smtClean="0"/>
              <a:t>25.10.2025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1244FDC-E735-4CE6-823A-BB52F62DB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D02EBF5-79F3-4DA2-AA85-341BAE39F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DB61A-217D-4162-AEC3-80C20B691CE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7650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7E6A419-41FB-448C-AE72-23B426F8C3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C39E8A4-8169-4D83-91CA-3BBF175229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BD91BAD-76BA-4B4A-A30C-06639FFDA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78CDC-AEDF-40FD-AC40-D05D13AE8266}" type="datetimeFigureOut">
              <a:rPr lang="ru-RU" smtClean="0"/>
              <a:t>25.10.2025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232CC5D-06FC-4093-929B-5763C1065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74E3EDB-C51B-4EF9-87C6-CC1AD5477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DB61A-217D-4162-AEC3-80C20B691CE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398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7A3C75-6995-423E-86B1-6B471AF0E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BDE119E-7BB4-4858-805C-E06C5A161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323EB91-EE2E-45C1-950C-8BBBEE9CBE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78CDC-AEDF-40FD-AC40-D05D13AE8266}" type="datetimeFigureOut">
              <a:rPr lang="ru-RU" smtClean="0"/>
              <a:t>25.10.2025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67FBD6D-0788-4AA0-8794-60FAB08EF1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244541B-0453-4383-B695-23103F2FDD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ADB61A-217D-4162-AEC3-80C20B691CE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0091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nature, outdoor, spring&#10;&#10;Description automatically generated">
            <a:extLst>
              <a:ext uri="{FF2B5EF4-FFF2-40B4-BE49-F238E27FC236}">
                <a16:creationId xmlns:a16="http://schemas.microsoft.com/office/drawing/2014/main" id="{C9671AFC-0DB1-287F-F31B-8D06BA32E5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3000"/>
                    </a14:imgEffect>
                    <a14:imgEffect>
                      <a14:brightnessContrast bright="-14000" contrast="-2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"/>
            <a:ext cx="12192001" cy="68739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-235213" y="2282811"/>
            <a:ext cx="1266242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Надежда наша – Ты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Защита, свет в пути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Ведь Ты вовеки верен словам Своим</a:t>
            </a:r>
          </a:p>
        </p:txBody>
      </p:sp>
    </p:spTree>
    <p:extLst>
      <p:ext uri="{BB962C8B-B14F-4D97-AF65-F5344CB8AC3E}">
        <p14:creationId xmlns:p14="http://schemas.microsoft.com/office/powerpoint/2010/main" val="281640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nature, outdoor, spring&#10;&#10;Description automatically generated">
            <a:extLst>
              <a:ext uri="{FF2B5EF4-FFF2-40B4-BE49-F238E27FC236}">
                <a16:creationId xmlns:a16="http://schemas.microsoft.com/office/drawing/2014/main" id="{C9671AFC-0DB1-287F-F31B-8D06BA32E5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3000"/>
                    </a14:imgEffect>
                    <a14:imgEffect>
                      <a14:brightnessContrast bright="-14000" contrast="-2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"/>
            <a:ext cx="12192001" cy="68739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758112" y="2652143"/>
            <a:ext cx="867577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Любовь Твоя меня не подведёт, как Ты и обещал</a:t>
            </a:r>
          </a:p>
        </p:txBody>
      </p:sp>
    </p:spTree>
    <p:extLst>
      <p:ext uri="{BB962C8B-B14F-4D97-AF65-F5344CB8AC3E}">
        <p14:creationId xmlns:p14="http://schemas.microsoft.com/office/powerpoint/2010/main" val="1394890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nature, outdoor, spring&#10;&#10;Description automatically generated">
            <a:extLst>
              <a:ext uri="{FF2B5EF4-FFF2-40B4-BE49-F238E27FC236}">
                <a16:creationId xmlns:a16="http://schemas.microsoft.com/office/drawing/2014/main" id="{C9671AFC-0DB1-287F-F31B-8D06BA32E5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3000"/>
                    </a14:imgEffect>
                    <a14:imgEffect>
                      <a14:brightnessContrast bright="-14000" contrast="-2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"/>
            <a:ext cx="12192001" cy="68739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-235213" y="2274838"/>
            <a:ext cx="1266242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Возьми всё, что внутри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Ведь Автор жизни – Ты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Пусть будет всё, как хочешь Ты</a:t>
            </a:r>
          </a:p>
        </p:txBody>
      </p:sp>
    </p:spTree>
    <p:extLst>
      <p:ext uri="{BB962C8B-B14F-4D97-AF65-F5344CB8AC3E}">
        <p14:creationId xmlns:p14="http://schemas.microsoft.com/office/powerpoint/2010/main" val="3868738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nature, outdoor, spring&#10;&#10;Description automatically generated">
            <a:extLst>
              <a:ext uri="{FF2B5EF4-FFF2-40B4-BE49-F238E27FC236}">
                <a16:creationId xmlns:a16="http://schemas.microsoft.com/office/drawing/2014/main" id="{C9671AFC-0DB1-287F-F31B-8D06BA32E5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3000"/>
                    </a14:imgEffect>
                    <a14:imgEffect>
                      <a14:brightnessContrast bright="-14000" contrast="-2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"/>
            <a:ext cx="12192001" cy="68739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068326" y="1913479"/>
            <a:ext cx="1005534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эти дни тьмы и боли нужен тот, кто надёжен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Твоя любовь, как якорь в небе,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на земле всегда поддержит</a:t>
            </a:r>
          </a:p>
        </p:txBody>
      </p:sp>
    </p:spTree>
    <p:extLst>
      <p:ext uri="{BB962C8B-B14F-4D97-AF65-F5344CB8AC3E}">
        <p14:creationId xmlns:p14="http://schemas.microsoft.com/office/powerpoint/2010/main" val="4030592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nature, outdoor, spring&#10;&#10;Description automatically generated">
            <a:extLst>
              <a:ext uri="{FF2B5EF4-FFF2-40B4-BE49-F238E27FC236}">
                <a16:creationId xmlns:a16="http://schemas.microsoft.com/office/drawing/2014/main" id="{C9671AFC-0DB1-287F-F31B-8D06BA32E5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3000"/>
                    </a14:imgEffect>
                    <a14:imgEffect>
                      <a14:brightnessContrast bright="-14000" contrast="-2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"/>
            <a:ext cx="12192001" cy="68739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068326" y="2652143"/>
            <a:ext cx="1005534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Когда мечты уходят в тень – любовь Твоя</a:t>
            </a:r>
          </a:p>
        </p:txBody>
      </p:sp>
    </p:spTree>
    <p:extLst>
      <p:ext uri="{BB962C8B-B14F-4D97-AF65-F5344CB8AC3E}">
        <p14:creationId xmlns:p14="http://schemas.microsoft.com/office/powerpoint/2010/main" val="370670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nature, outdoor, spring&#10;&#10;Description automatically generated">
            <a:extLst>
              <a:ext uri="{FF2B5EF4-FFF2-40B4-BE49-F238E27FC236}">
                <a16:creationId xmlns:a16="http://schemas.microsoft.com/office/drawing/2014/main" id="{C9671AFC-0DB1-287F-F31B-8D06BA32E5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3000"/>
                    </a14:imgEffect>
                    <a14:imgEffect>
                      <a14:brightnessContrast bright="-14000" contrast="-2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"/>
            <a:ext cx="12192001" cy="68739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068326" y="2644170"/>
            <a:ext cx="1005534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когда ночь сменяет день – любовь Твоя</a:t>
            </a:r>
          </a:p>
        </p:txBody>
      </p:sp>
    </p:spTree>
    <p:extLst>
      <p:ext uri="{BB962C8B-B14F-4D97-AF65-F5344CB8AC3E}">
        <p14:creationId xmlns:p14="http://schemas.microsoft.com/office/powerpoint/2010/main" val="239396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nature, outdoor, spring&#10;&#10;Description automatically generated">
            <a:extLst>
              <a:ext uri="{FF2B5EF4-FFF2-40B4-BE49-F238E27FC236}">
                <a16:creationId xmlns:a16="http://schemas.microsoft.com/office/drawing/2014/main" id="{C9671AFC-0DB1-287F-F31B-8D06BA32E5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3000"/>
                    </a14:imgEffect>
                    <a14:imgEffect>
                      <a14:brightnessContrast bright="-14000" contrast="-2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"/>
            <a:ext cx="12192001" cy="68739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068326" y="2652143"/>
            <a:ext cx="1005534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Когда нет больше слов внутри - любовь храни</a:t>
            </a:r>
          </a:p>
        </p:txBody>
      </p:sp>
    </p:spTree>
    <p:extLst>
      <p:ext uri="{BB962C8B-B14F-4D97-AF65-F5344CB8AC3E}">
        <p14:creationId xmlns:p14="http://schemas.microsoft.com/office/powerpoint/2010/main" val="105727477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96</Words>
  <Application>Microsoft Office PowerPoint</Application>
  <PresentationFormat>Широкий екран</PresentationFormat>
  <Paragraphs>20</Paragraphs>
  <Slides>7</Slides>
  <Notes>7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Олександр Зик</dc:creator>
  <cp:lastModifiedBy>Олександр Зик</cp:lastModifiedBy>
  <cp:revision>3</cp:revision>
  <dcterms:created xsi:type="dcterms:W3CDTF">2025-02-16T08:43:19Z</dcterms:created>
  <dcterms:modified xsi:type="dcterms:W3CDTF">2025-10-25T19:04:06Z</dcterms:modified>
</cp:coreProperties>
</file>