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7" r:id="rId2"/>
    <p:sldId id="341" r:id="rId3"/>
    <p:sldId id="338" r:id="rId4"/>
    <p:sldId id="342" r:id="rId5"/>
    <p:sldId id="339" r:id="rId6"/>
    <p:sldId id="34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E5DDA-CB64-4701-BC36-AE8F0F21185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B08E6-D50E-4FED-B826-D523C7258A5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8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8682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80373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01016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28400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28819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3901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62DF8-E4BF-456F-A103-E90B09228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36720FA-181D-4FF2-B5EE-916CC864A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054C1C-F312-4364-AEA4-A225E881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BFA923-0A76-43B8-9454-755A53B5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88E3D60-4777-426F-A7D1-A563B730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15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CE3F4-DC82-4B67-B957-667FA9D7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A22D47-FC2F-4D95-B797-F99436611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94382A-493B-458C-985B-DD128105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86E298-6CF4-4F43-8F54-59A6313F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2BE8C74-F75B-422A-BAE2-C648D745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77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E651E-0A2E-4AE8-8191-FCE29D57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EFFFD8E-7066-4DFC-BE30-B291BA45E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2855FBC-9631-4F53-B923-C4BD54817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FF8D57D-B852-441F-A264-1622CA66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60F446D-565F-460C-9554-A3FBD36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48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8739F-1653-42C0-860E-453DAFD6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826A3D-A93D-4E65-B7E1-AD03084E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9F9B12A-57DF-40F9-B16E-4F529EB3F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A8E9813-A97B-4DBB-B59E-6A50F2FC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0D4416D-FCCD-422A-9827-587B72C5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E8225CC-FE77-4429-8CD4-8442DB1B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05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BAA25-C153-42CC-B8EC-4C6BBE2E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7E0586C-5669-49F2-8C2D-4286573E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73635A3-7F76-4A27-9B12-C597C998B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09DA4DF-1A76-4157-AB0F-3C34A92D5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C181E5E-E404-47D8-BF0C-C1DB597A5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366796C-2820-41F5-8C1D-96FEB514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9771644-8B85-4753-BCD0-56F48537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1357173-DE1E-446C-B1CC-B75F5212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7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C276B-E527-4D53-BDB6-7E3C0B82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17682B7-71F4-41FF-B8FF-6AC3281D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2D90399-7BA0-491F-BF0A-AB6CD0B4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6FD9B5A-F4BC-48EF-B741-D5EF5026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41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4E87604-AD31-4079-BAB6-9F1215E0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2ADFB33-834F-448A-BA89-594C5AF1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0432D4A-A86C-41B3-B92E-A739F8BD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174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B80AC-E7AB-4E4A-8DCD-2CCEF6AC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9A6457-938B-43CD-A9A9-19524BFA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C9B4C19-A65B-47D2-ACF6-DB159EA52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B7213C3-91A7-4CAA-99D6-89AEA8D8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2277D36-5B99-4AC5-81F5-365A5FB6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4ECE358-A926-4B68-8AA5-A41BE560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29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B0238-8D81-418F-8CD7-F42D6737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4192C57-D266-4C56-9C73-3FE5B66FA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4EC9971-7736-4FF9-8F9D-75CED074D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0A712B1-F61E-469B-AAD5-78D591DB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B24FF60-558B-41E4-8755-1FCD40DA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CB913C7-4CC4-4A88-BCE8-71C57C4E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24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3D4D5-ECC8-496E-95F6-8E9624D4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A508BAC-3123-4417-9BF7-BF92BFBFE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8AA98C8-61F1-472A-998A-C6A9872D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D428EF7-3EEB-45E8-B026-990BBB0F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6A6B62-B736-410F-A637-24DDF13F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45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D90B8F4-0C7F-49BE-B9AC-D7F3337FA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4C6FD86-322D-46A6-AACB-7B1302011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A3EBAA-8618-42BE-8F82-D3CCEABC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4527F6-8E4B-4AD5-80D4-6417A702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C0ABC79-536B-4C63-BE7E-F418B470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17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D668804-236F-4098-BC6D-A9B22BD0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E499960-78E6-4D16-ADA7-8A9D371A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F6AB03-8A7E-462B-BE68-03CD458E5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1934E-8234-4E5C-BCFD-6D656186856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8FD79D-59C9-40E5-9873-113FC234E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E3706CA-9F97-46E3-92BA-734441A4D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B8D4-747C-4EA8-9030-EDFB70CFE0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98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B0B89D40-C6FA-4A90-8F21-B18FB7841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2644170"/>
            <a:ext cx="102866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Величие Царя видят вся земля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Радуются все!</a:t>
            </a:r>
          </a:p>
        </p:txBody>
      </p:sp>
    </p:spTree>
    <p:extLst>
      <p:ext uri="{BB962C8B-B14F-4D97-AF65-F5344CB8AC3E}">
        <p14:creationId xmlns:p14="http://schemas.microsoft.com/office/powerpoint/2010/main" val="41726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D7D40EA6-1790-4332-990B-0BD357A8E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467492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2194543"/>
            <a:ext cx="1028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светом обличен,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бежит тьма от Него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 голоса Его</a:t>
            </a:r>
          </a:p>
        </p:txBody>
      </p:sp>
    </p:spTree>
    <p:extLst>
      <p:ext uri="{BB962C8B-B14F-4D97-AF65-F5344CB8AC3E}">
        <p14:creationId xmlns:p14="http://schemas.microsoft.com/office/powerpoint/2010/main" val="2319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05497913-D827-4BCE-961A-033D70154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467492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1455879"/>
            <a:ext cx="102866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 так Велик –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пой со мной!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 так Велик –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видят все!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Бог, наш Бог – так Велик!</a:t>
            </a:r>
          </a:p>
        </p:txBody>
      </p:sp>
    </p:spTree>
    <p:extLst>
      <p:ext uri="{BB962C8B-B14F-4D97-AF65-F5344CB8AC3E}">
        <p14:creationId xmlns:p14="http://schemas.microsoft.com/office/powerpoint/2010/main" val="78599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317C8F-8382-4AFD-8A2C-F7DE86773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" y="-160590"/>
            <a:ext cx="12180627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2274838"/>
            <a:ext cx="1028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неизменный Бог,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начала всех времен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Начало и конец, начало и конец</a:t>
            </a:r>
          </a:p>
        </p:txBody>
      </p:sp>
    </p:spTree>
    <p:extLst>
      <p:ext uri="{BB962C8B-B14F-4D97-AF65-F5344CB8AC3E}">
        <p14:creationId xmlns:p14="http://schemas.microsoft.com/office/powerpoint/2010/main" val="314313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A25672-D2CA-4095-9EA7-68486E81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" y="-298938"/>
            <a:ext cx="12180627" cy="71569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2194543"/>
            <a:ext cx="1028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наш Триедин –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Дух, Отец и Сын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Агнец Он и Лев</a:t>
            </a:r>
          </a:p>
        </p:txBody>
      </p:sp>
    </p:spTree>
    <p:extLst>
      <p:ext uri="{BB962C8B-B14F-4D97-AF65-F5344CB8AC3E}">
        <p14:creationId xmlns:p14="http://schemas.microsoft.com/office/powerpoint/2010/main" val="322858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BF362E-3F6B-4740-906B-3E5FDB74C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" y="-160590"/>
            <a:ext cx="12180627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2664" y="1905506"/>
            <a:ext cx="1028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Он превыше всех имен и всей хвалы достоин Он!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поет: «Наш Бог, наш Бог так Велик!»</a:t>
            </a:r>
          </a:p>
        </p:txBody>
      </p:sp>
    </p:spTree>
    <p:extLst>
      <p:ext uri="{BB962C8B-B14F-4D97-AF65-F5344CB8AC3E}">
        <p14:creationId xmlns:p14="http://schemas.microsoft.com/office/powerpoint/2010/main" val="727202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</Words>
  <Application>Microsoft Office PowerPoint</Application>
  <PresentationFormat>Широкий екран</PresentationFormat>
  <Paragraphs>24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2024-09-01T07:54:32Z</dcterms:created>
  <dcterms:modified xsi:type="dcterms:W3CDTF">2025-11-22T21:00:03Z</dcterms:modified>
</cp:coreProperties>
</file>